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11" r:id="rId2"/>
    <p:sldId id="313" r:id="rId3"/>
    <p:sldId id="315" r:id="rId4"/>
    <p:sldId id="314" r:id="rId5"/>
    <p:sldId id="322" r:id="rId6"/>
    <p:sldId id="316" r:id="rId7"/>
    <p:sldId id="323" r:id="rId8"/>
    <p:sldId id="324" r:id="rId9"/>
    <p:sldId id="325" r:id="rId10"/>
    <p:sldId id="317" r:id="rId11"/>
    <p:sldId id="326" r:id="rId12"/>
    <p:sldId id="327" r:id="rId13"/>
    <p:sldId id="328" r:id="rId14"/>
    <p:sldId id="329" r:id="rId15"/>
    <p:sldId id="318" r:id="rId16"/>
    <p:sldId id="320" r:id="rId17"/>
    <p:sldId id="321" r:id="rId18"/>
    <p:sldId id="319" r:id="rId19"/>
    <p:sldId id="330" r:id="rId20"/>
    <p:sldId id="331" r:id="rId21"/>
    <p:sldId id="337" r:id="rId22"/>
    <p:sldId id="338" r:id="rId23"/>
    <p:sldId id="339" r:id="rId24"/>
    <p:sldId id="340" r:id="rId25"/>
    <p:sldId id="332" r:id="rId26"/>
    <p:sldId id="361" r:id="rId27"/>
    <p:sldId id="33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235AAB-0446-40C6-B4FA-2644A56E8B07}" v="120" dt="2026-10-29T10:07:50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7" d="100"/>
          <a:sy n="67" d="100"/>
        </p:scale>
        <p:origin x="54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Aristodemou" userId="8f856845a52b247d" providerId="LiveId" clId="{C154C21A-E434-4F66-B5AD-9BF8E6CFD023}"/>
    <pc:docChg chg="addSld modSld">
      <pc:chgData name="Michael Aristodemou" userId="8f856845a52b247d" providerId="LiveId" clId="{C154C21A-E434-4F66-B5AD-9BF8E6CFD023}" dt="2026-10-23T15:23:41.908" v="0"/>
      <pc:docMkLst>
        <pc:docMk/>
      </pc:docMkLst>
      <pc:sldChg chg="add">
        <pc:chgData name="Michael Aristodemou" userId="8f856845a52b247d" providerId="LiveId" clId="{C154C21A-E434-4F66-B5AD-9BF8E6CFD023}" dt="2026-10-23T15:23:41.908" v="0"/>
        <pc:sldMkLst>
          <pc:docMk/>
          <pc:sldMk cId="2325646969" sldId="313"/>
        </pc:sldMkLst>
      </pc:sldChg>
      <pc:sldChg chg="add">
        <pc:chgData name="Michael Aristodemou" userId="8f856845a52b247d" providerId="LiveId" clId="{C154C21A-E434-4F66-B5AD-9BF8E6CFD023}" dt="2026-10-23T15:23:41.908" v="0"/>
        <pc:sldMkLst>
          <pc:docMk/>
          <pc:sldMk cId="1191988350" sldId="314"/>
        </pc:sldMkLst>
      </pc:sldChg>
      <pc:sldChg chg="add">
        <pc:chgData name="Michael Aristodemou" userId="8f856845a52b247d" providerId="LiveId" clId="{C154C21A-E434-4F66-B5AD-9BF8E6CFD023}" dt="2026-10-23T15:23:41.908" v="0"/>
        <pc:sldMkLst>
          <pc:docMk/>
          <pc:sldMk cId="625281194" sldId="315"/>
        </pc:sldMkLst>
      </pc:sldChg>
      <pc:sldChg chg="add">
        <pc:chgData name="Michael Aristodemou" userId="8f856845a52b247d" providerId="LiveId" clId="{C154C21A-E434-4F66-B5AD-9BF8E6CFD023}" dt="2026-10-23T15:23:41.908" v="0"/>
        <pc:sldMkLst>
          <pc:docMk/>
          <pc:sldMk cId="2739631174" sldId="316"/>
        </pc:sldMkLst>
      </pc:sldChg>
      <pc:sldChg chg="add">
        <pc:chgData name="Michael Aristodemou" userId="8f856845a52b247d" providerId="LiveId" clId="{C154C21A-E434-4F66-B5AD-9BF8E6CFD023}" dt="2026-10-23T15:23:41.908" v="0"/>
        <pc:sldMkLst>
          <pc:docMk/>
          <pc:sldMk cId="3097405225" sldId="317"/>
        </pc:sldMkLst>
      </pc:sldChg>
      <pc:sldChg chg="add">
        <pc:chgData name="Michael Aristodemou" userId="8f856845a52b247d" providerId="LiveId" clId="{C154C21A-E434-4F66-B5AD-9BF8E6CFD023}" dt="2026-10-23T15:23:41.908" v="0"/>
        <pc:sldMkLst>
          <pc:docMk/>
          <pc:sldMk cId="4040398554" sldId="318"/>
        </pc:sldMkLst>
      </pc:sldChg>
      <pc:sldChg chg="add">
        <pc:chgData name="Michael Aristodemou" userId="8f856845a52b247d" providerId="LiveId" clId="{C154C21A-E434-4F66-B5AD-9BF8E6CFD023}" dt="2026-10-23T15:23:41.908" v="0"/>
        <pc:sldMkLst>
          <pc:docMk/>
          <pc:sldMk cId="1821198201" sldId="319"/>
        </pc:sldMkLst>
      </pc:sldChg>
      <pc:sldChg chg="add">
        <pc:chgData name="Michael Aristodemou" userId="8f856845a52b247d" providerId="LiveId" clId="{C154C21A-E434-4F66-B5AD-9BF8E6CFD023}" dt="2026-10-23T15:23:41.908" v="0"/>
        <pc:sldMkLst>
          <pc:docMk/>
          <pc:sldMk cId="3927700665" sldId="320"/>
        </pc:sldMkLst>
      </pc:sldChg>
      <pc:sldChg chg="add">
        <pc:chgData name="Michael Aristodemou" userId="8f856845a52b247d" providerId="LiveId" clId="{C154C21A-E434-4F66-B5AD-9BF8E6CFD023}" dt="2026-10-23T15:23:41.908" v="0"/>
        <pc:sldMkLst>
          <pc:docMk/>
          <pc:sldMk cId="4262340204" sldId="321"/>
        </pc:sldMkLst>
      </pc:sldChg>
    </pc:docChg>
  </pc:docChgLst>
  <pc:docChgLst>
    <pc:chgData name="Michael Aristodemou" userId="8f856845a52b247d" providerId="LiveId" clId="{9B00AFCF-B802-464E-AF44-A44E735D0D35}"/>
    <pc:docChg chg="undo custSel addSld delSld modSld sldOrd">
      <pc:chgData name="Michael Aristodemou" userId="8f856845a52b247d" providerId="LiveId" clId="{9B00AFCF-B802-464E-AF44-A44E735D0D35}" dt="2026-10-29T11:10:01.492" v="917" actId="20577"/>
      <pc:docMkLst>
        <pc:docMk/>
      </pc:docMkLst>
      <pc:sldChg chg="modSp add mod">
        <pc:chgData name="Michael Aristodemou" userId="8f856845a52b247d" providerId="LiveId" clId="{9B00AFCF-B802-464E-AF44-A44E735D0D35}" dt="2026-10-28T09:17:24.223" v="55" actId="20577"/>
        <pc:sldMkLst>
          <pc:docMk/>
          <pc:sldMk cId="2870236714" sldId="311"/>
        </pc:sldMkLst>
        <pc:spChg chg="mod">
          <ac:chgData name="Michael Aristodemou" userId="8f856845a52b247d" providerId="LiveId" clId="{9B00AFCF-B802-464E-AF44-A44E735D0D35}" dt="2026-10-28T09:17:24.223" v="55" actId="20577"/>
          <ac:spMkLst>
            <pc:docMk/>
            <pc:sldMk cId="2870236714" sldId="311"/>
            <ac:spMk id="2" creationId="{3C917886-7CE4-F53C-5E08-88CF04E485EA}"/>
          </ac:spMkLst>
        </pc:spChg>
      </pc:sldChg>
      <pc:sldChg chg="modSp mod">
        <pc:chgData name="Michael Aristodemou" userId="8f856845a52b247d" providerId="LiveId" clId="{9B00AFCF-B802-464E-AF44-A44E735D0D35}" dt="2026-10-28T09:31:41.977" v="135" actId="20577"/>
        <pc:sldMkLst>
          <pc:docMk/>
          <pc:sldMk cId="1191988350" sldId="314"/>
        </pc:sldMkLst>
        <pc:spChg chg="mod">
          <ac:chgData name="Michael Aristodemou" userId="8f856845a52b247d" providerId="LiveId" clId="{9B00AFCF-B802-464E-AF44-A44E735D0D35}" dt="2026-10-28T09:31:41.977" v="135" actId="20577"/>
          <ac:spMkLst>
            <pc:docMk/>
            <pc:sldMk cId="1191988350" sldId="314"/>
            <ac:spMk id="2" creationId="{93E247BA-5394-3CC1-2C19-FE38ADB6A7BB}"/>
          </ac:spMkLst>
        </pc:spChg>
      </pc:sldChg>
      <pc:sldChg chg="modSp mod ord">
        <pc:chgData name="Michael Aristodemou" userId="8f856845a52b247d" providerId="LiveId" clId="{9B00AFCF-B802-464E-AF44-A44E735D0D35}" dt="2026-10-29T08:54:55.318" v="694" actId="20577"/>
        <pc:sldMkLst>
          <pc:docMk/>
          <pc:sldMk cId="625281194" sldId="315"/>
        </pc:sldMkLst>
        <pc:spChg chg="mod">
          <ac:chgData name="Michael Aristodemou" userId="8f856845a52b247d" providerId="LiveId" clId="{9B00AFCF-B802-464E-AF44-A44E735D0D35}" dt="2026-10-29T08:54:55.318" v="694" actId="20577"/>
          <ac:spMkLst>
            <pc:docMk/>
            <pc:sldMk cId="625281194" sldId="315"/>
            <ac:spMk id="2" creationId="{B1332617-0565-457D-1B19-1A908744935E}"/>
          </ac:spMkLst>
        </pc:spChg>
      </pc:sldChg>
      <pc:sldChg chg="modSp mod">
        <pc:chgData name="Michael Aristodemou" userId="8f856845a52b247d" providerId="LiveId" clId="{9B00AFCF-B802-464E-AF44-A44E735D0D35}" dt="2026-10-29T09:08:17.379" v="752" actId="5793"/>
        <pc:sldMkLst>
          <pc:docMk/>
          <pc:sldMk cId="2739631174" sldId="316"/>
        </pc:sldMkLst>
        <pc:spChg chg="mod">
          <ac:chgData name="Michael Aristodemou" userId="8f856845a52b247d" providerId="LiveId" clId="{9B00AFCF-B802-464E-AF44-A44E735D0D35}" dt="2026-10-29T09:08:17.379" v="752" actId="5793"/>
          <ac:spMkLst>
            <pc:docMk/>
            <pc:sldMk cId="2739631174" sldId="316"/>
            <ac:spMk id="2" creationId="{0E54D080-FB4A-1247-5895-7E788269CD6A}"/>
          </ac:spMkLst>
        </pc:spChg>
      </pc:sldChg>
      <pc:sldChg chg="modSp">
        <pc:chgData name="Michael Aristodemou" userId="8f856845a52b247d" providerId="LiveId" clId="{9B00AFCF-B802-464E-AF44-A44E735D0D35}" dt="2026-10-28T09:42:00.921" v="416" actId="207"/>
        <pc:sldMkLst>
          <pc:docMk/>
          <pc:sldMk cId="3097405225" sldId="317"/>
        </pc:sldMkLst>
        <pc:spChg chg="mod">
          <ac:chgData name="Michael Aristodemou" userId="8f856845a52b247d" providerId="LiveId" clId="{9B00AFCF-B802-464E-AF44-A44E735D0D35}" dt="2026-10-28T09:42:00.921" v="416" actId="207"/>
          <ac:spMkLst>
            <pc:docMk/>
            <pc:sldMk cId="3097405225" sldId="317"/>
            <ac:spMk id="4" creationId="{23ACAF14-5B2D-3155-5D64-B6704EA24D3E}"/>
          </ac:spMkLst>
        </pc:spChg>
      </pc:sldChg>
      <pc:sldChg chg="addSp delSp modSp mod">
        <pc:chgData name="Michael Aristodemou" userId="8f856845a52b247d" providerId="LiveId" clId="{9B00AFCF-B802-464E-AF44-A44E735D0D35}" dt="2026-10-28T14:04:35.602" v="615" actId="22"/>
        <pc:sldMkLst>
          <pc:docMk/>
          <pc:sldMk cId="4040398554" sldId="318"/>
        </pc:sldMkLst>
        <pc:spChg chg="del mod">
          <ac:chgData name="Michael Aristodemou" userId="8f856845a52b247d" providerId="LiveId" clId="{9B00AFCF-B802-464E-AF44-A44E735D0D35}" dt="2026-10-28T14:04:34.625" v="614" actId="478"/>
          <ac:spMkLst>
            <pc:docMk/>
            <pc:sldMk cId="4040398554" sldId="318"/>
            <ac:spMk id="4" creationId="{8294CD57-B129-31A8-AC4A-EFB7F771D694}"/>
          </ac:spMkLst>
        </pc:spChg>
        <pc:spChg chg="del">
          <ac:chgData name="Michael Aristodemou" userId="8f856845a52b247d" providerId="LiveId" clId="{9B00AFCF-B802-464E-AF44-A44E735D0D35}" dt="2026-10-28T14:04:34.625" v="614" actId="478"/>
          <ac:spMkLst>
            <pc:docMk/>
            <pc:sldMk cId="4040398554" sldId="318"/>
            <ac:spMk id="5" creationId="{83626673-CF3C-A4E8-1CFC-1EC6601072F8}"/>
          </ac:spMkLst>
        </pc:spChg>
        <pc:spChg chg="add del">
          <ac:chgData name="Michael Aristodemou" userId="8f856845a52b247d" providerId="LiveId" clId="{9B00AFCF-B802-464E-AF44-A44E735D0D35}" dt="2026-10-28T14:04:33.342" v="613" actId="22"/>
          <ac:spMkLst>
            <pc:docMk/>
            <pc:sldMk cId="4040398554" sldId="318"/>
            <ac:spMk id="9" creationId="{D5D500A5-41C3-3FEC-6B53-ED64D5B743BF}"/>
          </ac:spMkLst>
        </pc:spChg>
        <pc:spChg chg="add del">
          <ac:chgData name="Michael Aristodemou" userId="8f856845a52b247d" providerId="LiveId" clId="{9B00AFCF-B802-464E-AF44-A44E735D0D35}" dt="2026-10-28T14:04:33.342" v="613" actId="22"/>
          <ac:spMkLst>
            <pc:docMk/>
            <pc:sldMk cId="4040398554" sldId="318"/>
            <ac:spMk id="11" creationId="{ECBEC3CA-39D4-4C3A-263B-F84C5B7D6661}"/>
          </ac:spMkLst>
        </pc:spChg>
        <pc:spChg chg="add">
          <ac:chgData name="Michael Aristodemou" userId="8f856845a52b247d" providerId="LiveId" clId="{9B00AFCF-B802-464E-AF44-A44E735D0D35}" dt="2026-10-28T14:04:35.602" v="615" actId="22"/>
          <ac:spMkLst>
            <pc:docMk/>
            <pc:sldMk cId="4040398554" sldId="318"/>
            <ac:spMk id="17" creationId="{A1FCE9F8-118D-9571-BBDD-6F8CF2A93BAA}"/>
          </ac:spMkLst>
        </pc:spChg>
        <pc:spChg chg="add">
          <ac:chgData name="Michael Aristodemou" userId="8f856845a52b247d" providerId="LiveId" clId="{9B00AFCF-B802-464E-AF44-A44E735D0D35}" dt="2026-10-28T14:04:35.602" v="615" actId="22"/>
          <ac:spMkLst>
            <pc:docMk/>
            <pc:sldMk cId="4040398554" sldId="318"/>
            <ac:spMk id="19" creationId="{F001A56F-091D-0DA0-B3B4-3F7BE375CF64}"/>
          </ac:spMkLst>
        </pc:spChg>
        <pc:picChg chg="del">
          <ac:chgData name="Michael Aristodemou" userId="8f856845a52b247d" providerId="LiveId" clId="{9B00AFCF-B802-464E-AF44-A44E735D0D35}" dt="2026-10-28T14:04:34.625" v="614" actId="478"/>
          <ac:picMkLst>
            <pc:docMk/>
            <pc:sldMk cId="4040398554" sldId="318"/>
            <ac:picMk id="6" creationId="{CB24C031-6BF6-B570-D2DB-6DA652ADE0E1}"/>
          </ac:picMkLst>
        </pc:picChg>
        <pc:picChg chg="del">
          <ac:chgData name="Michael Aristodemou" userId="8f856845a52b247d" providerId="LiveId" clId="{9B00AFCF-B802-464E-AF44-A44E735D0D35}" dt="2026-10-28T14:04:34.625" v="614" actId="478"/>
          <ac:picMkLst>
            <pc:docMk/>
            <pc:sldMk cId="4040398554" sldId="318"/>
            <ac:picMk id="7" creationId="{BB9C5761-B10F-4946-C896-8F67FC2ED79A}"/>
          </ac:picMkLst>
        </pc:picChg>
        <pc:picChg chg="add del">
          <ac:chgData name="Michael Aristodemou" userId="8f856845a52b247d" providerId="LiveId" clId="{9B00AFCF-B802-464E-AF44-A44E735D0D35}" dt="2026-10-28T14:04:33.342" v="613" actId="22"/>
          <ac:picMkLst>
            <pc:docMk/>
            <pc:sldMk cId="4040398554" sldId="318"/>
            <ac:picMk id="13" creationId="{C0F1171D-37FA-5B61-C03C-A886B0149D0C}"/>
          </ac:picMkLst>
        </pc:picChg>
        <pc:picChg chg="add del">
          <ac:chgData name="Michael Aristodemou" userId="8f856845a52b247d" providerId="LiveId" clId="{9B00AFCF-B802-464E-AF44-A44E735D0D35}" dt="2026-10-28T14:04:33.342" v="613" actId="22"/>
          <ac:picMkLst>
            <pc:docMk/>
            <pc:sldMk cId="4040398554" sldId="318"/>
            <ac:picMk id="15" creationId="{7F93EE12-7FC7-883B-6BFD-F1890957A287}"/>
          </ac:picMkLst>
        </pc:picChg>
        <pc:picChg chg="add">
          <ac:chgData name="Michael Aristodemou" userId="8f856845a52b247d" providerId="LiveId" clId="{9B00AFCF-B802-464E-AF44-A44E735D0D35}" dt="2026-10-28T14:04:35.602" v="615" actId="22"/>
          <ac:picMkLst>
            <pc:docMk/>
            <pc:sldMk cId="4040398554" sldId="318"/>
            <ac:picMk id="21" creationId="{F662C1E0-FADD-733B-D525-9B638DFBCB15}"/>
          </ac:picMkLst>
        </pc:picChg>
        <pc:picChg chg="add">
          <ac:chgData name="Michael Aristodemou" userId="8f856845a52b247d" providerId="LiveId" clId="{9B00AFCF-B802-464E-AF44-A44E735D0D35}" dt="2026-10-28T14:04:35.602" v="615" actId="22"/>
          <ac:picMkLst>
            <pc:docMk/>
            <pc:sldMk cId="4040398554" sldId="318"/>
            <ac:picMk id="23" creationId="{BCD2F93A-7ECA-67F6-D5F1-F364D4C84DCC}"/>
          </ac:picMkLst>
        </pc:picChg>
      </pc:sldChg>
      <pc:sldChg chg="modSp mod">
        <pc:chgData name="Michael Aristodemou" userId="8f856845a52b247d" providerId="LiveId" clId="{9B00AFCF-B802-464E-AF44-A44E735D0D35}" dt="2026-10-29T11:10:01.492" v="917" actId="20577"/>
        <pc:sldMkLst>
          <pc:docMk/>
          <pc:sldMk cId="1821198201" sldId="319"/>
        </pc:sldMkLst>
        <pc:spChg chg="mod">
          <ac:chgData name="Michael Aristodemou" userId="8f856845a52b247d" providerId="LiveId" clId="{9B00AFCF-B802-464E-AF44-A44E735D0D35}" dt="2026-10-29T09:11:29.125" v="798" actId="20577"/>
          <ac:spMkLst>
            <pc:docMk/>
            <pc:sldMk cId="1821198201" sldId="319"/>
            <ac:spMk id="2" creationId="{253E4D04-FED8-FF06-7A23-711020DD893E}"/>
          </ac:spMkLst>
        </pc:spChg>
        <pc:spChg chg="mod">
          <ac:chgData name="Michael Aristodemou" userId="8f856845a52b247d" providerId="LiveId" clId="{9B00AFCF-B802-464E-AF44-A44E735D0D35}" dt="2026-10-29T11:10:01.492" v="917" actId="20577"/>
          <ac:spMkLst>
            <pc:docMk/>
            <pc:sldMk cId="1821198201" sldId="319"/>
            <ac:spMk id="3" creationId="{2AFADCE8-A47F-64FF-2E46-D35A6F7523E8}"/>
          </ac:spMkLst>
        </pc:spChg>
        <pc:spChg chg="mod">
          <ac:chgData name="Michael Aristodemou" userId="8f856845a52b247d" providerId="LiveId" clId="{9B00AFCF-B802-464E-AF44-A44E735D0D35}" dt="2026-10-29T10:08:47.730" v="905" actId="1076"/>
          <ac:spMkLst>
            <pc:docMk/>
            <pc:sldMk cId="1821198201" sldId="319"/>
            <ac:spMk id="4" creationId="{D6F927D2-3704-2067-1549-196EB2F74C9B}"/>
          </ac:spMkLst>
        </pc:spChg>
      </pc:sldChg>
      <pc:sldChg chg="modSp mod">
        <pc:chgData name="Michael Aristodemou" userId="8f856845a52b247d" providerId="LiveId" clId="{9B00AFCF-B802-464E-AF44-A44E735D0D35}" dt="2026-10-28T14:05:23.967" v="652" actId="1037"/>
        <pc:sldMkLst>
          <pc:docMk/>
          <pc:sldMk cId="3927700665" sldId="320"/>
        </pc:sldMkLst>
        <pc:spChg chg="mod">
          <ac:chgData name="Michael Aristodemou" userId="8f856845a52b247d" providerId="LiveId" clId="{9B00AFCF-B802-464E-AF44-A44E735D0D35}" dt="2026-10-28T14:05:23.967" v="652" actId="1037"/>
          <ac:spMkLst>
            <pc:docMk/>
            <pc:sldMk cId="3927700665" sldId="320"/>
            <ac:spMk id="12" creationId="{527CC9F6-1BD9-ECD7-0ED6-8EF254DC99EF}"/>
          </ac:spMkLst>
        </pc:spChg>
        <pc:spChg chg="mod">
          <ac:chgData name="Michael Aristodemou" userId="8f856845a52b247d" providerId="LiveId" clId="{9B00AFCF-B802-464E-AF44-A44E735D0D35}" dt="2026-10-28T14:05:23.967" v="652" actId="1037"/>
          <ac:spMkLst>
            <pc:docMk/>
            <pc:sldMk cId="3927700665" sldId="320"/>
            <ac:spMk id="13" creationId="{D226D347-BCEA-B24D-E1C1-394E819BE587}"/>
          </ac:spMkLst>
        </pc:spChg>
      </pc:sldChg>
      <pc:sldChg chg="delSp modSp new mod">
        <pc:chgData name="Michael Aristodemou" userId="8f856845a52b247d" providerId="LiveId" clId="{9B00AFCF-B802-464E-AF44-A44E735D0D35}" dt="2026-10-28T09:32:38.857" v="226" actId="1076"/>
        <pc:sldMkLst>
          <pc:docMk/>
          <pc:sldMk cId="234623699" sldId="322"/>
        </pc:sldMkLst>
        <pc:spChg chg="mod">
          <ac:chgData name="Michael Aristodemou" userId="8f856845a52b247d" providerId="LiveId" clId="{9B00AFCF-B802-464E-AF44-A44E735D0D35}" dt="2026-10-28T09:32:38.857" v="226" actId="1076"/>
          <ac:spMkLst>
            <pc:docMk/>
            <pc:sldMk cId="234623699" sldId="322"/>
            <ac:spMk id="2" creationId="{6CE5C01A-2640-1642-06E5-7F5BE9B0D6E0}"/>
          </ac:spMkLst>
        </pc:spChg>
        <pc:spChg chg="del">
          <ac:chgData name="Michael Aristodemou" userId="8f856845a52b247d" providerId="LiveId" clId="{9B00AFCF-B802-464E-AF44-A44E735D0D35}" dt="2026-10-28T09:32:21.383" v="166" actId="478"/>
          <ac:spMkLst>
            <pc:docMk/>
            <pc:sldMk cId="234623699" sldId="322"/>
            <ac:spMk id="3" creationId="{B4176B10-639F-B53F-30EE-5C1D514FB9B0}"/>
          </ac:spMkLst>
        </pc:spChg>
      </pc:sldChg>
      <pc:sldChg chg="modSp new del mod">
        <pc:chgData name="Michael Aristodemou" userId="8f856845a52b247d" providerId="LiveId" clId="{9B00AFCF-B802-464E-AF44-A44E735D0D35}" dt="2026-10-28T09:33:06.138" v="241" actId="47"/>
        <pc:sldMkLst>
          <pc:docMk/>
          <pc:sldMk cId="1998978688" sldId="323"/>
        </pc:sldMkLst>
        <pc:spChg chg="mod">
          <ac:chgData name="Michael Aristodemou" userId="8f856845a52b247d" providerId="LiveId" clId="{9B00AFCF-B802-464E-AF44-A44E735D0D35}" dt="2026-10-28T09:33:01.254" v="240" actId="20577"/>
          <ac:spMkLst>
            <pc:docMk/>
            <pc:sldMk cId="1998978688" sldId="323"/>
            <ac:spMk id="2" creationId="{8538E8FE-7AFD-8702-D874-CECD62722885}"/>
          </ac:spMkLst>
        </pc:spChg>
      </pc:sldChg>
      <pc:sldChg chg="delSp modSp new mod">
        <pc:chgData name="Michael Aristodemou" userId="8f856845a52b247d" providerId="LiveId" clId="{9B00AFCF-B802-464E-AF44-A44E735D0D35}" dt="2026-10-28T09:33:22.440" v="296" actId="1076"/>
        <pc:sldMkLst>
          <pc:docMk/>
          <pc:sldMk cId="4080096780" sldId="323"/>
        </pc:sldMkLst>
        <pc:spChg chg="mod">
          <ac:chgData name="Michael Aristodemou" userId="8f856845a52b247d" providerId="LiveId" clId="{9B00AFCF-B802-464E-AF44-A44E735D0D35}" dt="2026-10-28T09:33:22.440" v="296" actId="1076"/>
          <ac:spMkLst>
            <pc:docMk/>
            <pc:sldMk cId="4080096780" sldId="323"/>
            <ac:spMk id="2" creationId="{756DF7AC-99A5-7B0E-A276-1A55081B8D64}"/>
          </ac:spMkLst>
        </pc:spChg>
        <pc:spChg chg="del">
          <ac:chgData name="Michael Aristodemou" userId="8f856845a52b247d" providerId="LiveId" clId="{9B00AFCF-B802-464E-AF44-A44E735D0D35}" dt="2026-10-28T09:33:18.744" v="295" actId="478"/>
          <ac:spMkLst>
            <pc:docMk/>
            <pc:sldMk cId="4080096780" sldId="323"/>
            <ac:spMk id="3" creationId="{D27F98F8-761C-702A-8661-E391FB15276F}"/>
          </ac:spMkLst>
        </pc:spChg>
      </pc:sldChg>
      <pc:sldChg chg="addSp delSp modSp new mod">
        <pc:chgData name="Michael Aristodemou" userId="8f856845a52b247d" providerId="LiveId" clId="{9B00AFCF-B802-464E-AF44-A44E735D0D35}" dt="2026-10-28T09:41:33.378" v="415" actId="22"/>
        <pc:sldMkLst>
          <pc:docMk/>
          <pc:sldMk cId="1328991022" sldId="324"/>
        </pc:sldMkLst>
        <pc:spChg chg="mod">
          <ac:chgData name="Michael Aristodemou" userId="8f856845a52b247d" providerId="LiveId" clId="{9B00AFCF-B802-464E-AF44-A44E735D0D35}" dt="2026-10-28T09:33:49.591" v="350" actId="20577"/>
          <ac:spMkLst>
            <pc:docMk/>
            <pc:sldMk cId="1328991022" sldId="324"/>
            <ac:spMk id="2" creationId="{02FCB6E4-86F4-36C6-3D6F-1B56A1580033}"/>
          </ac:spMkLst>
        </pc:spChg>
        <pc:spChg chg="del">
          <ac:chgData name="Michael Aristodemou" userId="8f856845a52b247d" providerId="LiveId" clId="{9B00AFCF-B802-464E-AF44-A44E735D0D35}" dt="2026-10-28T09:33:52.577" v="351" actId="478"/>
          <ac:spMkLst>
            <pc:docMk/>
            <pc:sldMk cId="1328991022" sldId="324"/>
            <ac:spMk id="3" creationId="{D19748BF-4333-A51E-C19F-ADD226C03AB1}"/>
          </ac:spMkLst>
        </pc:spChg>
        <pc:picChg chg="add mod">
          <ac:chgData name="Michael Aristodemou" userId="8f856845a52b247d" providerId="LiveId" clId="{9B00AFCF-B802-464E-AF44-A44E735D0D35}" dt="2026-10-28T09:36:42.094" v="392" actId="1076"/>
          <ac:picMkLst>
            <pc:docMk/>
            <pc:sldMk cId="1328991022" sldId="324"/>
            <ac:picMk id="5" creationId="{CFFECDCA-68C4-8533-8D95-DD0347DCECD7}"/>
          </ac:picMkLst>
        </pc:picChg>
        <pc:picChg chg="add mod">
          <ac:chgData name="Michael Aristodemou" userId="8f856845a52b247d" providerId="LiveId" clId="{9B00AFCF-B802-464E-AF44-A44E735D0D35}" dt="2026-10-28T09:36:42.094" v="392" actId="1076"/>
          <ac:picMkLst>
            <pc:docMk/>
            <pc:sldMk cId="1328991022" sldId="324"/>
            <ac:picMk id="7" creationId="{F038A6CD-A221-4C52-9F51-E6254C2E2DDD}"/>
          </ac:picMkLst>
        </pc:picChg>
        <pc:picChg chg="add">
          <ac:chgData name="Michael Aristodemou" userId="8f856845a52b247d" providerId="LiveId" clId="{9B00AFCF-B802-464E-AF44-A44E735D0D35}" dt="2026-10-28T09:41:27.301" v="414" actId="22"/>
          <ac:picMkLst>
            <pc:docMk/>
            <pc:sldMk cId="1328991022" sldId="324"/>
            <ac:picMk id="26" creationId="{59BAF626-42FB-4AA6-A96F-020899C5D6BD}"/>
          </ac:picMkLst>
        </pc:picChg>
        <pc:picChg chg="add">
          <ac:chgData name="Michael Aristodemou" userId="8f856845a52b247d" providerId="LiveId" clId="{9B00AFCF-B802-464E-AF44-A44E735D0D35}" dt="2026-10-28T09:41:33.378" v="415" actId="22"/>
          <ac:picMkLst>
            <pc:docMk/>
            <pc:sldMk cId="1328991022" sldId="324"/>
            <ac:picMk id="28" creationId="{9D91AC67-BF7E-C37A-6170-24FF91640301}"/>
          </ac:picMkLst>
        </pc:picChg>
        <pc:cxnChg chg="add del">
          <ac:chgData name="Michael Aristodemou" userId="8f856845a52b247d" providerId="LiveId" clId="{9B00AFCF-B802-464E-AF44-A44E735D0D35}" dt="2026-10-28T09:34:48.166" v="368" actId="478"/>
          <ac:cxnSpMkLst>
            <pc:docMk/>
            <pc:sldMk cId="1328991022" sldId="324"/>
            <ac:cxnSpMk id="9" creationId="{599EC49D-EFBA-2AFC-37BC-46FB7EB9C8D6}"/>
          </ac:cxnSpMkLst>
        </pc:cxnChg>
        <pc:cxnChg chg="add del mod">
          <ac:chgData name="Michael Aristodemou" userId="8f856845a52b247d" providerId="LiveId" clId="{9B00AFCF-B802-464E-AF44-A44E735D0D35}" dt="2026-10-28T09:35:24.722" v="376" actId="478"/>
          <ac:cxnSpMkLst>
            <pc:docMk/>
            <pc:sldMk cId="1328991022" sldId="324"/>
            <ac:cxnSpMk id="11" creationId="{3A555F15-1A76-DCC8-3246-4BD191CF439B}"/>
          </ac:cxnSpMkLst>
        </pc:cxnChg>
        <pc:cxnChg chg="add mod">
          <ac:chgData name="Michael Aristodemou" userId="8f856845a52b247d" providerId="LiveId" clId="{9B00AFCF-B802-464E-AF44-A44E735D0D35}" dt="2026-10-28T09:36:11.140" v="389" actId="1076"/>
          <ac:cxnSpMkLst>
            <pc:docMk/>
            <pc:sldMk cId="1328991022" sldId="324"/>
            <ac:cxnSpMk id="19" creationId="{C681F6E0-FD08-9402-3492-C54AF9B7BF4B}"/>
          </ac:cxnSpMkLst>
        </pc:cxnChg>
        <pc:cxnChg chg="add mod">
          <ac:chgData name="Michael Aristodemou" userId="8f856845a52b247d" providerId="LiveId" clId="{9B00AFCF-B802-464E-AF44-A44E735D0D35}" dt="2026-10-28T09:36:11.140" v="389" actId="1076"/>
          <ac:cxnSpMkLst>
            <pc:docMk/>
            <pc:sldMk cId="1328991022" sldId="324"/>
            <ac:cxnSpMk id="20" creationId="{205FF5B2-5C71-CD6B-37DF-4102F5FE3639}"/>
          </ac:cxnSpMkLst>
        </pc:cxnChg>
      </pc:sldChg>
      <pc:sldChg chg="addSp delSp modSp add mod">
        <pc:chgData name="Michael Aristodemou" userId="8f856845a52b247d" providerId="LiveId" clId="{9B00AFCF-B802-464E-AF44-A44E735D0D35}" dt="2026-10-28T09:39:56.866" v="413" actId="1076"/>
        <pc:sldMkLst>
          <pc:docMk/>
          <pc:sldMk cId="2828493134" sldId="325"/>
        </pc:sldMkLst>
        <pc:picChg chg="add mod">
          <ac:chgData name="Michael Aristodemou" userId="8f856845a52b247d" providerId="LiveId" clId="{9B00AFCF-B802-464E-AF44-A44E735D0D35}" dt="2026-10-28T09:39:24.383" v="403" actId="1076"/>
          <ac:picMkLst>
            <pc:docMk/>
            <pc:sldMk cId="2828493134" sldId="325"/>
            <ac:picMk id="13" creationId="{DD439CD8-24E3-68A1-F843-CC9C348AF58C}"/>
          </ac:picMkLst>
        </pc:picChg>
        <pc:picChg chg="add mod">
          <ac:chgData name="Michael Aristodemou" userId="8f856845a52b247d" providerId="LiveId" clId="{9B00AFCF-B802-464E-AF44-A44E735D0D35}" dt="2026-10-28T09:39:37.711" v="408" actId="1076"/>
          <ac:picMkLst>
            <pc:docMk/>
            <pc:sldMk cId="2828493134" sldId="325"/>
            <ac:picMk id="15" creationId="{7CD4143E-C72E-3C9B-4567-1C55BA09D95F}"/>
          </ac:picMkLst>
        </pc:picChg>
        <pc:cxnChg chg="add del mod">
          <ac:chgData name="Michael Aristodemou" userId="8f856845a52b247d" providerId="LiveId" clId="{9B00AFCF-B802-464E-AF44-A44E735D0D35}" dt="2026-10-28T09:39:05.402" v="401" actId="478"/>
          <ac:cxnSpMkLst>
            <pc:docMk/>
            <pc:sldMk cId="2828493134" sldId="325"/>
            <ac:cxnSpMk id="4" creationId="{4750429A-3F74-5B98-99B6-3ECFE2A6DF61}"/>
          </ac:cxnSpMkLst>
        </pc:cxnChg>
        <pc:cxnChg chg="del">
          <ac:chgData name="Michael Aristodemou" userId="8f856845a52b247d" providerId="LiveId" clId="{9B00AFCF-B802-464E-AF44-A44E735D0D35}" dt="2026-10-28T09:38:23.509" v="394" actId="478"/>
          <ac:cxnSpMkLst>
            <pc:docMk/>
            <pc:sldMk cId="2828493134" sldId="325"/>
            <ac:cxnSpMk id="19" creationId="{66ED9A8B-C908-63F1-974F-8EA1C24D7E7F}"/>
          </ac:cxnSpMkLst>
        </pc:cxnChg>
        <pc:cxnChg chg="mod">
          <ac:chgData name="Michael Aristodemou" userId="8f856845a52b247d" providerId="LiveId" clId="{9B00AFCF-B802-464E-AF44-A44E735D0D35}" dt="2026-10-28T09:39:56.866" v="413" actId="1076"/>
          <ac:cxnSpMkLst>
            <pc:docMk/>
            <pc:sldMk cId="2828493134" sldId="325"/>
            <ac:cxnSpMk id="20" creationId="{38CEC0E1-DEA8-6D0F-0266-49D59AB45F0C}"/>
          </ac:cxnSpMkLst>
        </pc:cxnChg>
      </pc:sldChg>
      <pc:sldChg chg="addSp delSp modSp new mod">
        <pc:chgData name="Michael Aristodemou" userId="8f856845a52b247d" providerId="LiveId" clId="{9B00AFCF-B802-464E-AF44-A44E735D0D35}" dt="2026-10-28T10:00:27.350" v="428" actId="14100"/>
        <pc:sldMkLst>
          <pc:docMk/>
          <pc:sldMk cId="192515178" sldId="326"/>
        </pc:sldMkLst>
        <pc:spChg chg="del">
          <ac:chgData name="Michael Aristodemou" userId="8f856845a52b247d" providerId="LiveId" clId="{9B00AFCF-B802-464E-AF44-A44E735D0D35}" dt="2026-10-28T09:59:56.894" v="422" actId="478"/>
          <ac:spMkLst>
            <pc:docMk/>
            <pc:sldMk cId="192515178" sldId="326"/>
            <ac:spMk id="2" creationId="{A66CACEF-6A59-3EBF-1C2F-81CEA4E3CE03}"/>
          </ac:spMkLst>
        </pc:spChg>
        <pc:spChg chg="del">
          <ac:chgData name="Michael Aristodemou" userId="8f856845a52b247d" providerId="LiveId" clId="{9B00AFCF-B802-464E-AF44-A44E735D0D35}" dt="2026-10-28T09:59:54.558" v="421"/>
          <ac:spMkLst>
            <pc:docMk/>
            <pc:sldMk cId="192515178" sldId="326"/>
            <ac:spMk id="3" creationId="{BD7C0CD6-6167-A47D-1EA5-BE592511B340}"/>
          </ac:spMkLst>
        </pc:spChg>
        <pc:picChg chg="add mod ord">
          <ac:chgData name="Michael Aristodemou" userId="8f856845a52b247d" providerId="LiveId" clId="{9B00AFCF-B802-464E-AF44-A44E735D0D35}" dt="2026-10-28T10:00:27.350" v="428" actId="14100"/>
          <ac:picMkLst>
            <pc:docMk/>
            <pc:sldMk cId="192515178" sldId="326"/>
            <ac:picMk id="5" creationId="{9FDD82BA-DB51-E058-A0EC-60AF41F54F2A}"/>
          </ac:picMkLst>
        </pc:picChg>
      </pc:sldChg>
      <pc:sldChg chg="addSp delSp modSp add mod">
        <pc:chgData name="Michael Aristodemou" userId="8f856845a52b247d" providerId="LiveId" clId="{9B00AFCF-B802-464E-AF44-A44E735D0D35}" dt="2026-10-28T10:00:44.305" v="434"/>
        <pc:sldMkLst>
          <pc:docMk/>
          <pc:sldMk cId="2857455454" sldId="327"/>
        </pc:sldMkLst>
        <pc:spChg chg="add del mod">
          <ac:chgData name="Michael Aristodemou" userId="8f856845a52b247d" providerId="LiveId" clId="{9B00AFCF-B802-464E-AF44-A44E735D0D35}" dt="2026-10-28T10:00:41.325" v="432" actId="478"/>
          <ac:spMkLst>
            <pc:docMk/>
            <pc:sldMk cId="2857455454" sldId="327"/>
            <ac:spMk id="3" creationId="{B7B2207C-35B5-DB90-C368-FE0EE79FD4D1}"/>
          </ac:spMkLst>
        </pc:spChg>
        <pc:picChg chg="del">
          <ac:chgData name="Michael Aristodemou" userId="8f856845a52b247d" providerId="LiveId" clId="{9B00AFCF-B802-464E-AF44-A44E735D0D35}" dt="2026-10-28T10:00:35.484" v="430" actId="478"/>
          <ac:picMkLst>
            <pc:docMk/>
            <pc:sldMk cId="2857455454" sldId="327"/>
            <ac:picMk id="5" creationId="{2EE55E60-3117-662A-BB6E-39415A7C0B98}"/>
          </ac:picMkLst>
        </pc:picChg>
        <pc:picChg chg="add mod">
          <ac:chgData name="Michael Aristodemou" userId="8f856845a52b247d" providerId="LiveId" clId="{9B00AFCF-B802-464E-AF44-A44E735D0D35}" dt="2026-10-28T10:00:44.305" v="434"/>
          <ac:picMkLst>
            <pc:docMk/>
            <pc:sldMk cId="2857455454" sldId="327"/>
            <ac:picMk id="6" creationId="{DB64E815-7017-59D7-E89B-81D0F194F94A}"/>
          </ac:picMkLst>
        </pc:picChg>
      </pc:sldChg>
      <pc:sldChg chg="addSp delSp modSp add mod">
        <pc:chgData name="Michael Aristodemou" userId="8f856845a52b247d" providerId="LiveId" clId="{9B00AFCF-B802-464E-AF44-A44E735D0D35}" dt="2026-10-28T10:00:52.876" v="437"/>
        <pc:sldMkLst>
          <pc:docMk/>
          <pc:sldMk cId="2461298494" sldId="328"/>
        </pc:sldMkLst>
        <pc:spChg chg="del">
          <ac:chgData name="Michael Aristodemou" userId="8f856845a52b247d" providerId="LiveId" clId="{9B00AFCF-B802-464E-AF44-A44E735D0D35}" dt="2026-10-28T10:00:50.236" v="435" actId="478"/>
          <ac:spMkLst>
            <pc:docMk/>
            <pc:sldMk cId="2461298494" sldId="328"/>
            <ac:spMk id="3" creationId="{0075722C-EA84-5EF9-84C4-7CB5B438B354}"/>
          </ac:spMkLst>
        </pc:spChg>
        <pc:picChg chg="add mod">
          <ac:chgData name="Michael Aristodemou" userId="8f856845a52b247d" providerId="LiveId" clId="{9B00AFCF-B802-464E-AF44-A44E735D0D35}" dt="2026-10-28T10:00:52.876" v="437"/>
          <ac:picMkLst>
            <pc:docMk/>
            <pc:sldMk cId="2461298494" sldId="328"/>
            <ac:picMk id="4" creationId="{6C443335-2212-88E7-2E02-86B2EC47EAB3}"/>
          </ac:picMkLst>
        </pc:picChg>
      </pc:sldChg>
      <pc:sldChg chg="delSp modSp new mod">
        <pc:chgData name="Michael Aristodemou" userId="8f856845a52b247d" providerId="LiveId" clId="{9B00AFCF-B802-464E-AF44-A44E735D0D35}" dt="2026-10-28T10:01:17.756" v="468" actId="1076"/>
        <pc:sldMkLst>
          <pc:docMk/>
          <pc:sldMk cId="431739920" sldId="329"/>
        </pc:sldMkLst>
        <pc:spChg chg="mod">
          <ac:chgData name="Michael Aristodemou" userId="8f856845a52b247d" providerId="LiveId" clId="{9B00AFCF-B802-464E-AF44-A44E735D0D35}" dt="2026-10-28T10:01:17.756" v="468" actId="1076"/>
          <ac:spMkLst>
            <pc:docMk/>
            <pc:sldMk cId="431739920" sldId="329"/>
            <ac:spMk id="2" creationId="{BB8831B5-C2FD-1968-4173-9427CEFC32E2}"/>
          </ac:spMkLst>
        </pc:spChg>
        <pc:spChg chg="del">
          <ac:chgData name="Michael Aristodemou" userId="8f856845a52b247d" providerId="LiveId" clId="{9B00AFCF-B802-464E-AF44-A44E735D0D35}" dt="2026-10-28T10:01:10.845" v="467" actId="478"/>
          <ac:spMkLst>
            <pc:docMk/>
            <pc:sldMk cId="431739920" sldId="329"/>
            <ac:spMk id="3" creationId="{2A4748AA-ECC1-65A9-8F1B-ACA1BBCAAB5A}"/>
          </ac:spMkLst>
        </pc:spChg>
      </pc:sldChg>
      <pc:sldChg chg="add">
        <pc:chgData name="Michael Aristodemou" userId="8f856845a52b247d" providerId="LiveId" clId="{9B00AFCF-B802-464E-AF44-A44E735D0D35}" dt="2026-10-28T10:47:10.069" v="469"/>
        <pc:sldMkLst>
          <pc:docMk/>
          <pc:sldMk cId="1720987652" sldId="330"/>
        </pc:sldMkLst>
      </pc:sldChg>
      <pc:sldChg chg="modSp add">
        <pc:chgData name="Michael Aristodemou" userId="8f856845a52b247d" providerId="LiveId" clId="{9B00AFCF-B802-464E-AF44-A44E735D0D35}" dt="2026-10-28T13:43:40.852" v="482" actId="20577"/>
        <pc:sldMkLst>
          <pc:docMk/>
          <pc:sldMk cId="3649253076" sldId="331"/>
        </pc:sldMkLst>
        <pc:spChg chg="mod">
          <ac:chgData name="Michael Aristodemou" userId="8f856845a52b247d" providerId="LiveId" clId="{9B00AFCF-B802-464E-AF44-A44E735D0D35}" dt="2026-10-28T13:43:40.852" v="482" actId="20577"/>
          <ac:spMkLst>
            <pc:docMk/>
            <pc:sldMk cId="3649253076" sldId="331"/>
            <ac:spMk id="4" creationId="{69F1EFBB-81DA-2D06-3FE3-083831A9EBFF}"/>
          </ac:spMkLst>
        </pc:spChg>
      </pc:sldChg>
      <pc:sldChg chg="addSp delSp modSp add mod">
        <pc:chgData name="Michael Aristodemou" userId="8f856845a52b247d" providerId="LiveId" clId="{9B00AFCF-B802-464E-AF44-A44E735D0D35}" dt="2026-10-28T14:35:17.537" v="658" actId="1076"/>
        <pc:sldMkLst>
          <pc:docMk/>
          <pc:sldMk cId="638790970" sldId="332"/>
        </pc:sldMkLst>
        <pc:spChg chg="mod">
          <ac:chgData name="Michael Aristodemou" userId="8f856845a52b247d" providerId="LiveId" clId="{9B00AFCF-B802-464E-AF44-A44E735D0D35}" dt="2026-10-28T14:35:17.537" v="658" actId="1076"/>
          <ac:spMkLst>
            <pc:docMk/>
            <pc:sldMk cId="638790970" sldId="332"/>
            <ac:spMk id="3" creationId="{ED63086C-AB9B-641B-B526-7A5B34C33576}"/>
          </ac:spMkLst>
        </pc:spChg>
        <pc:spChg chg="del">
          <ac:chgData name="Michael Aristodemou" userId="8f856845a52b247d" providerId="LiveId" clId="{9B00AFCF-B802-464E-AF44-A44E735D0D35}" dt="2026-10-28T13:52:15.038" v="596" actId="478"/>
          <ac:spMkLst>
            <pc:docMk/>
            <pc:sldMk cId="638790970" sldId="332"/>
            <ac:spMk id="5" creationId="{7E831080-2B91-BC96-833F-4BC6FB0C8457}"/>
          </ac:spMkLst>
        </pc:spChg>
        <pc:spChg chg="add mod">
          <ac:chgData name="Michael Aristodemou" userId="8f856845a52b247d" providerId="LiveId" clId="{9B00AFCF-B802-464E-AF44-A44E735D0D35}" dt="2026-10-28T14:35:12.460" v="657" actId="1076"/>
          <ac:spMkLst>
            <pc:docMk/>
            <pc:sldMk cId="638790970" sldId="332"/>
            <ac:spMk id="6" creationId="{091F6EB5-7DA3-EDB7-3BF2-E2A03D1B32D4}"/>
          </ac:spMkLst>
        </pc:spChg>
      </pc:sldChg>
      <pc:sldChg chg="add">
        <pc:chgData name="Michael Aristodemou" userId="8f856845a52b247d" providerId="LiveId" clId="{9B00AFCF-B802-464E-AF44-A44E735D0D35}" dt="2026-10-28T10:47:32.494" v="470"/>
        <pc:sldMkLst>
          <pc:docMk/>
          <pc:sldMk cId="4248748569" sldId="336"/>
        </pc:sldMkLst>
      </pc:sldChg>
      <pc:sldChg chg="addSp delSp modSp new del mod">
        <pc:chgData name="Michael Aristodemou" userId="8f856845a52b247d" providerId="LiveId" clId="{9B00AFCF-B802-464E-AF44-A44E735D0D35}" dt="2026-10-28T13:44:10.663" v="486" actId="680"/>
        <pc:sldMkLst>
          <pc:docMk/>
          <pc:sldMk cId="1269029715" sldId="337"/>
        </pc:sldMkLst>
        <pc:spChg chg="add del">
          <ac:chgData name="Michael Aristodemou" userId="8f856845a52b247d" providerId="LiveId" clId="{9B00AFCF-B802-464E-AF44-A44E735D0D35}" dt="2026-10-28T13:44:10.152" v="485" actId="22"/>
          <ac:spMkLst>
            <pc:docMk/>
            <pc:sldMk cId="1269029715" sldId="337"/>
            <ac:spMk id="3" creationId="{8EAE63F4-2523-E5E6-3470-3EB0989F0800}"/>
          </ac:spMkLst>
        </pc:spChg>
        <pc:spChg chg="add del mod">
          <ac:chgData name="Michael Aristodemou" userId="8f856845a52b247d" providerId="LiveId" clId="{9B00AFCF-B802-464E-AF44-A44E735D0D35}" dt="2026-10-28T13:44:10.152" v="485" actId="22"/>
          <ac:spMkLst>
            <pc:docMk/>
            <pc:sldMk cId="1269029715" sldId="337"/>
            <ac:spMk id="5" creationId="{A08CC2E5-3B46-69D5-CA29-9700E25D46CC}"/>
          </ac:spMkLst>
        </pc:spChg>
      </pc:sldChg>
      <pc:sldChg chg="modSp add">
        <pc:chgData name="Michael Aristodemou" userId="8f856845a52b247d" providerId="LiveId" clId="{9B00AFCF-B802-464E-AF44-A44E735D0D35}" dt="2026-10-28T13:51:37.431" v="595"/>
        <pc:sldMkLst>
          <pc:docMk/>
          <pc:sldMk cId="1591136054" sldId="337"/>
        </pc:sldMkLst>
        <pc:spChg chg="mod">
          <ac:chgData name="Michael Aristodemou" userId="8f856845a52b247d" providerId="LiveId" clId="{9B00AFCF-B802-464E-AF44-A44E735D0D35}" dt="2026-10-28T13:51:37.431" v="595"/>
          <ac:spMkLst>
            <pc:docMk/>
            <pc:sldMk cId="1591136054" sldId="337"/>
            <ac:spMk id="4" creationId="{FAF0833A-D741-5D67-DA43-4181F76DB9A9}"/>
          </ac:spMkLst>
        </pc:spChg>
      </pc:sldChg>
      <pc:sldChg chg="addSp delSp modSp new mod">
        <pc:chgData name="Michael Aristodemou" userId="8f856845a52b247d" providerId="LiveId" clId="{9B00AFCF-B802-464E-AF44-A44E735D0D35}" dt="2026-10-28T13:56:25.602" v="602"/>
        <pc:sldMkLst>
          <pc:docMk/>
          <pc:sldMk cId="1787597830" sldId="338"/>
        </pc:sldMkLst>
        <pc:spChg chg="del">
          <ac:chgData name="Michael Aristodemou" userId="8f856845a52b247d" providerId="LiveId" clId="{9B00AFCF-B802-464E-AF44-A44E735D0D35}" dt="2026-10-28T13:56:22.908" v="600" actId="478"/>
          <ac:spMkLst>
            <pc:docMk/>
            <pc:sldMk cId="1787597830" sldId="338"/>
            <ac:spMk id="2" creationId="{8273B239-4B62-9114-42CF-13C561FA20C7}"/>
          </ac:spMkLst>
        </pc:spChg>
        <pc:spChg chg="del">
          <ac:chgData name="Michael Aristodemou" userId="8f856845a52b247d" providerId="LiveId" clId="{9B00AFCF-B802-464E-AF44-A44E735D0D35}" dt="2026-10-28T13:56:22.908" v="600" actId="478"/>
          <ac:spMkLst>
            <pc:docMk/>
            <pc:sldMk cId="1787597830" sldId="338"/>
            <ac:spMk id="3" creationId="{C77A7638-29C8-D0DC-8F86-6D0465C456CE}"/>
          </ac:spMkLst>
        </pc:spChg>
        <pc:picChg chg="add mod">
          <ac:chgData name="Michael Aristodemou" userId="8f856845a52b247d" providerId="LiveId" clId="{9B00AFCF-B802-464E-AF44-A44E735D0D35}" dt="2026-10-28T13:56:25.602" v="602"/>
          <ac:picMkLst>
            <pc:docMk/>
            <pc:sldMk cId="1787597830" sldId="338"/>
            <ac:picMk id="5" creationId="{91C53385-0132-448F-6E8E-28A4E5D3AD1B}"/>
          </ac:picMkLst>
        </pc:picChg>
      </pc:sldChg>
      <pc:sldChg chg="addSp delSp modSp add mod">
        <pc:chgData name="Michael Aristodemou" userId="8f856845a52b247d" providerId="LiveId" clId="{9B00AFCF-B802-464E-AF44-A44E735D0D35}" dt="2026-10-28T13:56:41.207" v="607"/>
        <pc:sldMkLst>
          <pc:docMk/>
          <pc:sldMk cId="925048459" sldId="339"/>
        </pc:sldMkLst>
        <pc:picChg chg="add mod">
          <ac:chgData name="Michael Aristodemou" userId="8f856845a52b247d" providerId="LiveId" clId="{9B00AFCF-B802-464E-AF44-A44E735D0D35}" dt="2026-10-28T13:56:41.207" v="607"/>
          <ac:picMkLst>
            <pc:docMk/>
            <pc:sldMk cId="925048459" sldId="339"/>
            <ac:picMk id="3" creationId="{F5A4B8E5-64FB-658F-C05B-BF6A966CEBC7}"/>
          </ac:picMkLst>
        </pc:picChg>
        <pc:picChg chg="del">
          <ac:chgData name="Michael Aristodemou" userId="8f856845a52b247d" providerId="LiveId" clId="{9B00AFCF-B802-464E-AF44-A44E735D0D35}" dt="2026-10-28T13:56:30.348" v="604" actId="478"/>
          <ac:picMkLst>
            <pc:docMk/>
            <pc:sldMk cId="925048459" sldId="339"/>
            <ac:picMk id="5" creationId="{D6E0924D-9A85-B8C5-D71D-D4CF4560401E}"/>
          </ac:picMkLst>
        </pc:picChg>
      </pc:sldChg>
      <pc:sldChg chg="addSp modSp add mod">
        <pc:chgData name="Michael Aristodemou" userId="8f856845a52b247d" providerId="LiveId" clId="{9B00AFCF-B802-464E-AF44-A44E735D0D35}" dt="2026-10-28T13:57:19.605" v="609"/>
        <pc:sldMkLst>
          <pc:docMk/>
          <pc:sldMk cId="3708317979" sldId="340"/>
        </pc:sldMkLst>
        <pc:picChg chg="add mod">
          <ac:chgData name="Michael Aristodemou" userId="8f856845a52b247d" providerId="LiveId" clId="{9B00AFCF-B802-464E-AF44-A44E735D0D35}" dt="2026-10-28T13:57:19.605" v="609"/>
          <ac:picMkLst>
            <pc:docMk/>
            <pc:sldMk cId="3708317979" sldId="340"/>
            <ac:picMk id="3" creationId="{279D0AD1-4C59-5F4A-B39E-453718B9BF77}"/>
          </ac:picMkLst>
        </pc:picChg>
      </pc:sldChg>
      <pc:sldChg chg="del">
        <pc:chgData name="Michael Aristodemou" userId="8f856845a52b247d" providerId="LiveId" clId="{9B00AFCF-B802-464E-AF44-A44E735D0D35}" dt="2026-10-28T09:17:03.580" v="1" actId="47"/>
        <pc:sldMkLst>
          <pc:docMk/>
          <pc:sldMk cId="108958955" sldId="342"/>
        </pc:sldMkLst>
      </pc:sldChg>
      <pc:sldChg chg="modSp add mod">
        <pc:chgData name="Michael Aristodemou" userId="8f856845a52b247d" providerId="LiveId" clId="{9B00AFCF-B802-464E-AF44-A44E735D0D35}" dt="2026-10-28T15:27:55.221" v="660" actId="20577"/>
        <pc:sldMkLst>
          <pc:docMk/>
          <pc:sldMk cId="1022481540" sldId="361"/>
        </pc:sldMkLst>
        <pc:spChg chg="mod">
          <ac:chgData name="Michael Aristodemou" userId="8f856845a52b247d" providerId="LiveId" clId="{9B00AFCF-B802-464E-AF44-A44E735D0D35}" dt="2026-10-28T15:27:55.221" v="660" actId="20577"/>
          <ac:spMkLst>
            <pc:docMk/>
            <pc:sldMk cId="1022481540" sldId="361"/>
            <ac:spMk id="2" creationId="{96DAF46C-C515-B379-4696-A2F51041EE2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9BBF1-289C-42BE-A09E-BABE8D3A826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DB290-0798-4BA2-98F0-2A3DDF9D3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323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a continuous time model, with system noise, state dependence, constant rate of change, individual differences in our parameters.</a:t>
            </a:r>
          </a:p>
          <a:p>
            <a:r>
              <a:rPr lang="en-US" dirty="0"/>
              <a:t>We can add a more complicated measurement model, random effects on all parameters, rate of change in the rate of change depends on state.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038F1-911B-478C-AEEC-04DA877EF7A0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07924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038F1-911B-478C-AEEC-04DA877EF7A0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98539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9C942-835F-7855-813A-89E3BD239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43834-45E1-6817-EFA1-74C8B41EF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C6C5A-D51D-560E-F2A5-E5BB81A17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5F00-D759-46BE-B09E-2472043A5F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3CB91-14A4-5652-275A-73CB5EB3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A59C6-572F-92C5-F129-A457C4CB9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11739-8CE2-46C9-8D0C-E6E23D216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8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04A74-2CE8-1989-5C66-9C011771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C9A49-C067-234E-546D-D61504693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E4E0F-8920-07EC-08DE-B68B17BF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5F00-D759-46BE-B09E-2472043A5F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1B999-3AA5-296B-6122-A83FCB49F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27DE9-CAF1-4613-5047-BCC213448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11739-8CE2-46C9-8D0C-E6E23D216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9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06F8-D5CB-D82B-02B6-DBA5B354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00B56-6FD2-EF53-6465-4C7CDFD48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EF8D4-C726-56C8-D44E-59FD64D40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5F00-D759-46BE-B09E-2472043A5F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948D6-A459-DB38-9F36-BB1D8F110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17ECD-4E6B-FCE5-9F0B-C4AEB810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11739-8CE2-46C9-8D0C-E6E23D216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7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279B3-66C1-F640-A692-2AAD7BD9E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EEA6E-898F-5A9E-37A4-CE4F80A35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2D277-A1BD-7A8C-7939-12B1CADAF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CDA84-F941-E729-A4B1-9F4999D08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5F00-D759-46BE-B09E-2472043A5F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1E7A1-07EB-3528-21E0-4D40CAF6C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D35AD-5378-AA82-899D-FD49FC76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11739-8CE2-46C9-8D0C-E6E23D216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55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691C6-FB05-8245-D066-2320AEB88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482F1-9105-DFA9-164A-AB911D635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7C214-2EB8-1AD2-44DE-15BDD35245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6D1479-200B-CFCB-05D1-7AE27F71C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366500-5277-B2D1-73E0-15F6A701B5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76531-D177-ACFB-BFC0-ACF4D2B0D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5F00-D759-46BE-B09E-2472043A5F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0BB20D-F831-E0E2-A9F2-E0435F69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03175-E4E9-477E-CB04-F935767DD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11739-8CE2-46C9-8D0C-E6E23D216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10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2B02E-5CE3-D971-8C79-DF89B9D43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A22F72-1A52-152D-9C58-5DC1E70C7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5F00-D759-46BE-B09E-2472043A5F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3B939-DAC2-7966-77BB-632130C1A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95E60-93C0-5C3A-AD79-E115CFB0E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11739-8CE2-46C9-8D0C-E6E23D216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32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4AF327-EA33-A293-F814-DC9BD3429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5F00-D759-46BE-B09E-2472043A5F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0355E7-C980-4844-E8ED-41789DC8B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D330A-B873-BD2C-0FA3-8CDC06105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11739-8CE2-46C9-8D0C-E6E23D216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0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440C9-AC6D-A17A-88BA-4E52F485F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2556D-C6C4-84E4-227F-2FC0D90A9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20780D-CAF0-B088-556F-1DD75B61A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E9387-9F6B-05EE-9B9D-C55419D6C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5F00-D759-46BE-B09E-2472043A5F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CA62C-1DB9-9BC8-03B7-1C7BA1AA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8C14D-9C0A-B6CB-F16E-1D5C33B09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11739-8CE2-46C9-8D0C-E6E23D216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68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2E4A-B66C-C95D-ABD9-B23085102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3AB9B7-CDD9-E9F0-FE2A-50EF5F7ADF9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1B344-CBEB-BA39-8B44-20B253622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D0DE6-A9E6-36CB-B063-D68D71045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5F00-D759-46BE-B09E-2472043A5F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1FF46-6906-9928-84D8-0A1AE16F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CC215-74B0-9C43-3B5D-F0065A45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11739-8CE2-46C9-8D0C-E6E23D216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82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ED6C-EDB9-2052-9E89-716EEB07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F6DFF-76D7-084E-D659-3C48F4A2E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5752F-4877-DF7D-846A-63F7A9D6F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5F00-D759-46BE-B09E-2472043A5F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97C59-D416-4AF6-72C7-6A954A94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28B96-253E-B9C6-52BD-787810902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11739-8CE2-46C9-8D0C-E6E23D216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514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327A44-82A9-4ADC-2139-704D01E700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D2D05-4107-1226-D7AC-1E67F77FE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635B1-7A19-68B8-BB20-6321A4A38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5F00-D759-46BE-B09E-2472043A5F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3CB61-89D7-BDB1-4FC8-35163DB9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30C6B-6434-0897-4299-7C6D08D1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11739-8CE2-46C9-8D0C-E6E23D216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3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1DD12D-B5EA-48A4-50D6-E56DEEDE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3231C-4EB3-75D9-8258-78CE4EA18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C93CC-4AFF-EDB0-0978-515C96CD60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0B5F00-D759-46BE-B09E-2472043A5F3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2B4E8-73DA-998F-5CFD-0B9C462BC0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C7531-2DF0-3C96-CECE-C7F5AA79D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11739-8CE2-46C9-8D0C-E6E23D216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8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0.pn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.svg"/><Relationship Id="rId10" Type="http://schemas.openxmlformats.org/officeDocument/2006/relationships/image" Target="../media/image12.png"/><Relationship Id="rId9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22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4.svg"/><Relationship Id="rId7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iagram of a graph&#10;&#10;AI-generated content may be incorrect.">
            <a:extLst>
              <a:ext uri="{FF2B5EF4-FFF2-40B4-BE49-F238E27FC236}">
                <a16:creationId xmlns:a16="http://schemas.microsoft.com/office/drawing/2014/main" id="{9DF468E7-5952-3FB9-1C0A-F1FBA3876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" y="0"/>
            <a:ext cx="6858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9C5BDDE-E792-D662-11ED-B539CDE8D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8667" y="3011276"/>
            <a:ext cx="7038567" cy="1325563"/>
          </a:xfrm>
        </p:spPr>
        <p:txBody>
          <a:bodyPr>
            <a:normAutofit/>
          </a:bodyPr>
          <a:lstStyle/>
          <a:p>
            <a:r>
              <a:rPr lang="en-US" dirty="0"/>
              <a:t>Dynamic Systems Thinking for</a:t>
            </a:r>
            <a:br>
              <a:rPr lang="en-US" dirty="0"/>
            </a:br>
            <a:r>
              <a:rPr lang="en-US" dirty="0"/>
              <a:t>Psychologists</a:t>
            </a:r>
            <a:endParaRPr lang="en-CH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AFEA554-F0BA-D7F7-B944-98D22D32361C}"/>
              </a:ext>
            </a:extLst>
          </p:cNvPr>
          <p:cNvSpPr txBox="1">
            <a:spLocks/>
          </p:cNvSpPr>
          <p:nvPr/>
        </p:nvSpPr>
        <p:spPr>
          <a:xfrm>
            <a:off x="4298667" y="4475435"/>
            <a:ext cx="550544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0D0D0D"/>
                </a:solidFill>
              </a:rPr>
              <a:t>Michael E. Aristodemou</a:t>
            </a:r>
            <a:endParaRPr lang="en-CH" sz="2000" dirty="0">
              <a:solidFill>
                <a:srgbClr val="0D0D0D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532BA-56D8-DE29-EAC6-D83F61E5EFE6}"/>
              </a:ext>
            </a:extLst>
          </p:cNvPr>
          <p:cNvSpPr txBox="1"/>
          <p:nvPr/>
        </p:nvSpPr>
        <p:spPr>
          <a:xfrm>
            <a:off x="4298667" y="4854471"/>
            <a:ext cx="4399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D0D0D"/>
                </a:solidFill>
              </a:rPr>
              <a:t>michael.aristodemou@psychologie.uzh.ch</a:t>
            </a:r>
            <a:endParaRPr lang="en-CH" dirty="0">
              <a:solidFill>
                <a:srgbClr val="0D0D0D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917886-7CE4-F53C-5E08-88CF04E485EA}"/>
              </a:ext>
            </a:extLst>
          </p:cNvPr>
          <p:cNvSpPr txBox="1"/>
          <p:nvPr/>
        </p:nvSpPr>
        <p:spPr>
          <a:xfrm>
            <a:off x="4298667" y="5418173"/>
            <a:ext cx="538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Lecture 7</a:t>
            </a:r>
            <a:r>
              <a:rPr lang="en-US" dirty="0">
                <a:solidFill>
                  <a:srgbClr val="FF0000"/>
                </a:solidFill>
              </a:rPr>
              <a:t>: Multidimensional systems</a:t>
            </a:r>
            <a:endParaRPr lang="en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23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815BA-963D-43BE-84F9-CFC4F7BC5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can we still do with the amount of information we have?</a:t>
            </a:r>
            <a:endParaRPr lang="en-CH" dirty="0"/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8597299C-58F9-3961-4EE3-C5999FA43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71" y="1898512"/>
            <a:ext cx="6723414" cy="480244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D47C9D-F292-8F22-3A01-DF0CC426C74B}"/>
                  </a:ext>
                </a:extLst>
              </p:cNvPr>
              <p:cNvSpPr txBox="1"/>
              <p:nvPr/>
            </p:nvSpPr>
            <p:spPr>
              <a:xfrm>
                <a:off x="7459193" y="2217146"/>
                <a:ext cx="400346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𝐴𝑓𝑓𝑒𝑐𝑡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CH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D47C9D-F292-8F22-3A01-DF0CC426C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193" y="2217146"/>
                <a:ext cx="400346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A60794-60B9-4D2F-D8D7-DB19CCC63D6D}"/>
                  </a:ext>
                </a:extLst>
              </p:cNvPr>
              <p:cNvSpPr txBox="1"/>
              <p:nvPr/>
            </p:nvSpPr>
            <p:spPr>
              <a:xfrm>
                <a:off x="6896101" y="2855857"/>
                <a:ext cx="529589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𝐺𝑑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CH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A60794-60B9-4D2F-D8D7-DB19CCC63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101" y="2855857"/>
                <a:ext cx="5295899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998936-A3C3-E506-1820-537BE0AD3937}"/>
                  </a:ext>
                </a:extLst>
              </p:cNvPr>
              <p:cNvSpPr txBox="1"/>
              <p:nvPr/>
            </p:nvSpPr>
            <p:spPr>
              <a:xfrm>
                <a:off x="7201203" y="3494568"/>
                <a:ext cx="298046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H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998936-A3C3-E506-1820-537BE0AD3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203" y="3494568"/>
                <a:ext cx="2980461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DE3AC1C-CB41-C6B0-4E70-78A6116F9B10}"/>
              </a:ext>
            </a:extLst>
          </p:cNvPr>
          <p:cNvSpPr txBox="1"/>
          <p:nvPr/>
        </p:nvSpPr>
        <p:spPr>
          <a:xfrm>
            <a:off x="7496288" y="5470122"/>
            <a:ext cx="3929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Affect once a week, at 12:00 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21 weeks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325646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32617-0565-457D-1B19-1A9087449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is our goal with this model?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625281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247BA-5394-3CC1-2C19-FE38ADB6A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273" y="2766218"/>
            <a:ext cx="9371454" cy="1325563"/>
          </a:xfrm>
        </p:spPr>
        <p:txBody>
          <a:bodyPr/>
          <a:lstStyle/>
          <a:p>
            <a:pPr algn="ctr"/>
            <a:r>
              <a:rPr lang="en-US" dirty="0"/>
              <a:t>Our goal is to understand how we can further improve Albert’s mood 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191988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5C01A-2640-1642-06E5-7F5BE9B0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How have we intervened so far?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34623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D080-FB4A-1247-5895-7E788269C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Albert is not an isolated entity, so…</a:t>
            </a:r>
            <a:endParaRPr lang="en-CH" dirty="0"/>
          </a:p>
        </p:txBody>
      </p:sp>
      <p:pic>
        <p:nvPicPr>
          <p:cNvPr id="5" name="Picture 4" descr="A graph with red lines&#10;&#10;AI-generated content may be incorrect.">
            <a:extLst>
              <a:ext uri="{FF2B5EF4-FFF2-40B4-BE49-F238E27FC236}">
                <a16:creationId xmlns:a16="http://schemas.microsoft.com/office/drawing/2014/main" id="{1688BF48-A894-2230-76F2-E6D4F72B5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422" y="1550031"/>
            <a:ext cx="7431156" cy="530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631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DF7AC-99A5-7B0E-A276-1A55081B8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We can make a case for more information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080096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B6E4-86F4-36C6-3D6F-1B56A158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model how Albert interacts with their partner</a:t>
            </a:r>
            <a:endParaRPr lang="en-CH" dirty="0"/>
          </a:p>
        </p:txBody>
      </p:sp>
      <p:pic>
        <p:nvPicPr>
          <p:cNvPr id="5" name="Graphic 4" descr="Male profile with solid fill">
            <a:extLst>
              <a:ext uri="{FF2B5EF4-FFF2-40B4-BE49-F238E27FC236}">
                <a16:creationId xmlns:a16="http://schemas.microsoft.com/office/drawing/2014/main" id="{CFFECDCA-68C4-8533-8D95-DD0347DCEC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48234" y="2742433"/>
            <a:ext cx="1785643" cy="1785643"/>
          </a:xfrm>
          <a:prstGeom prst="rect">
            <a:avLst/>
          </a:prstGeom>
        </p:spPr>
      </p:pic>
      <p:pic>
        <p:nvPicPr>
          <p:cNvPr id="7" name="Graphic 6" descr="Bunny face with solid fill">
            <a:extLst>
              <a:ext uri="{FF2B5EF4-FFF2-40B4-BE49-F238E27FC236}">
                <a16:creationId xmlns:a16="http://schemas.microsoft.com/office/drawing/2014/main" id="{F038A6CD-A221-4C52-9F51-E6254C2E2D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9796" y="2742433"/>
            <a:ext cx="1785643" cy="1785643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681F6E0-FD08-9402-3492-C54AF9B7BF4B}"/>
              </a:ext>
            </a:extLst>
          </p:cNvPr>
          <p:cNvCxnSpPr>
            <a:cxnSpLocks/>
          </p:cNvCxnSpPr>
          <p:nvPr/>
        </p:nvCxnSpPr>
        <p:spPr>
          <a:xfrm>
            <a:off x="4640752" y="3282287"/>
            <a:ext cx="324729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05FF5B2-5C71-CD6B-37DF-4102F5FE3639}"/>
              </a:ext>
            </a:extLst>
          </p:cNvPr>
          <p:cNvCxnSpPr>
            <a:cxnSpLocks/>
          </p:cNvCxnSpPr>
          <p:nvPr/>
        </p:nvCxnSpPr>
        <p:spPr>
          <a:xfrm flipH="1">
            <a:off x="4576584" y="4019078"/>
            <a:ext cx="331146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Graphic 25" descr="Refresh with solid fill">
            <a:extLst>
              <a:ext uri="{FF2B5EF4-FFF2-40B4-BE49-F238E27FC236}">
                <a16:creationId xmlns:a16="http://schemas.microsoft.com/office/drawing/2014/main" id="{59BAF626-42FB-4AA6-A96F-020899C5D6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9361" y="3231107"/>
            <a:ext cx="914400" cy="914400"/>
          </a:xfrm>
          <a:prstGeom prst="rect">
            <a:avLst/>
          </a:prstGeom>
        </p:spPr>
      </p:pic>
      <p:pic>
        <p:nvPicPr>
          <p:cNvPr id="28" name="Graphic 27" descr="Refresh with solid fill">
            <a:extLst>
              <a:ext uri="{FF2B5EF4-FFF2-40B4-BE49-F238E27FC236}">
                <a16:creationId xmlns:a16="http://schemas.microsoft.com/office/drawing/2014/main" id="{9D91AC67-BF7E-C37A-6170-24FF91640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9148196" y="32350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91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EEDCC-7C3D-F95E-1BE6-026B14033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98C09-4499-C190-94A0-0384936D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model how Albert interacts with their partner</a:t>
            </a:r>
            <a:endParaRPr lang="en-CH" dirty="0"/>
          </a:p>
        </p:txBody>
      </p:sp>
      <p:pic>
        <p:nvPicPr>
          <p:cNvPr id="5" name="Graphic 4" descr="Male profile with solid fill">
            <a:extLst>
              <a:ext uri="{FF2B5EF4-FFF2-40B4-BE49-F238E27FC236}">
                <a16:creationId xmlns:a16="http://schemas.microsoft.com/office/drawing/2014/main" id="{F80CC72C-8745-51A2-D89B-EF32D94EFE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48234" y="2742433"/>
            <a:ext cx="1785643" cy="1785643"/>
          </a:xfrm>
          <a:prstGeom prst="rect">
            <a:avLst/>
          </a:prstGeom>
        </p:spPr>
      </p:pic>
      <p:pic>
        <p:nvPicPr>
          <p:cNvPr id="7" name="Graphic 6" descr="Bunny face with solid fill">
            <a:extLst>
              <a:ext uri="{FF2B5EF4-FFF2-40B4-BE49-F238E27FC236}">
                <a16:creationId xmlns:a16="http://schemas.microsoft.com/office/drawing/2014/main" id="{94FED0D3-2F5E-B76B-3E45-B6A4791441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9796" y="2742433"/>
            <a:ext cx="1785643" cy="1785643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8CEC0E1-DEA8-6D0F-0266-49D59AB45F0C}"/>
              </a:ext>
            </a:extLst>
          </p:cNvPr>
          <p:cNvCxnSpPr>
            <a:cxnSpLocks/>
          </p:cNvCxnSpPr>
          <p:nvPr/>
        </p:nvCxnSpPr>
        <p:spPr>
          <a:xfrm flipH="1">
            <a:off x="4432204" y="3778446"/>
            <a:ext cx="356822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Refresh with solid fill">
            <a:extLst>
              <a:ext uri="{FF2B5EF4-FFF2-40B4-BE49-F238E27FC236}">
                <a16:creationId xmlns:a16="http://schemas.microsoft.com/office/drawing/2014/main" id="{DD439CD8-24E3-68A1-F843-CC9C348AF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9361" y="3231107"/>
            <a:ext cx="914400" cy="914400"/>
          </a:xfrm>
          <a:prstGeom prst="rect">
            <a:avLst/>
          </a:prstGeom>
        </p:spPr>
      </p:pic>
      <p:pic>
        <p:nvPicPr>
          <p:cNvPr id="15" name="Graphic 14" descr="Refresh with solid fill">
            <a:extLst>
              <a:ext uri="{FF2B5EF4-FFF2-40B4-BE49-F238E27FC236}">
                <a16:creationId xmlns:a16="http://schemas.microsoft.com/office/drawing/2014/main" id="{7CD4143E-C72E-3C9B-4567-1C55BA09D9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9148196" y="32350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493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5493F-F05B-63ED-519C-733A5F0C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assume that little Albert’s rate of change depends on their partner’s affect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ACAF14-5B2D-3155-5D64-B6704EA24D3E}"/>
                  </a:ext>
                </a:extLst>
              </p:cNvPr>
              <p:cNvSpPr txBox="1"/>
              <p:nvPr/>
            </p:nvSpPr>
            <p:spPr>
              <a:xfrm>
                <a:off x="1797327" y="3033606"/>
                <a:ext cx="905786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𝒄𝒓𝒐𝒔𝒔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CH" sz="3600" dirty="0">
                  <a:solidFill>
                    <a:srgbClr val="A88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ACAF14-5B2D-3155-5D64-B6704EA24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327" y="3033606"/>
                <a:ext cx="9057862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C6E55C-31CE-2C50-3BCA-BA7ADDEFE8F7}"/>
                  </a:ext>
                </a:extLst>
              </p:cNvPr>
              <p:cNvSpPr txBox="1"/>
              <p:nvPr/>
            </p:nvSpPr>
            <p:spPr>
              <a:xfrm>
                <a:off x="1663243" y="3941067"/>
                <a:ext cx="7036905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CH" sz="36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C6E55C-31CE-2C50-3BCA-BA7ADDEFE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243" y="3941067"/>
                <a:ext cx="7036905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phic 7" descr="Male profile with solid fill">
            <a:extLst>
              <a:ext uri="{FF2B5EF4-FFF2-40B4-BE49-F238E27FC236}">
                <a16:creationId xmlns:a16="http://schemas.microsoft.com/office/drawing/2014/main" id="{604D6CC1-0475-2D36-7C0E-DAE2CC341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431" y="2815665"/>
            <a:ext cx="771939" cy="771939"/>
          </a:xfrm>
          <a:prstGeom prst="rect">
            <a:avLst/>
          </a:prstGeom>
        </p:spPr>
      </p:pic>
      <p:pic>
        <p:nvPicPr>
          <p:cNvPr id="10" name="Graphic 9" descr="Bunny face with solid fill">
            <a:extLst>
              <a:ext uri="{FF2B5EF4-FFF2-40B4-BE49-F238E27FC236}">
                <a16:creationId xmlns:a16="http://schemas.microsoft.com/office/drawing/2014/main" id="{5A3134B9-D76B-2607-2F3A-7A5443E0C1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3805545"/>
            <a:ext cx="825043" cy="82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405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DD82BA-DB51-E058-A0EC-60AF41F54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16"/>
            <a:ext cx="12188952" cy="685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15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86D0A-2A35-9309-3690-B386741A7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64E815-7017-59D7-E89B-81D0F194F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455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EF60-1156-9FB4-0026-972CA0E88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443335-2212-88E7-2E02-86B2EC47E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298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831B5-C2FD-1968-4173-9427CEFC3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Let’s learn an algorithm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31739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DEBB8-2DF7-53C6-137B-B32C4CFA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form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CB2CA6-A876-C564-F7FD-F4354E856F8F}"/>
                  </a:ext>
                </a:extLst>
              </p:cNvPr>
              <p:cNvSpPr txBox="1"/>
              <p:nvPr/>
            </p:nvSpPr>
            <p:spPr>
              <a:xfrm>
                <a:off x="838200" y="4495491"/>
                <a:ext cx="10813858" cy="9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𝑐𝑟𝑜𝑠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12</m:t>
                                            </m:r>
                                          </m:sub>
                                        </m:s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CH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CB2CA6-A876-C564-F7FD-F4354E856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95491"/>
                <a:ext cx="10813858" cy="9681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1FCE9F8-118D-9571-BBDD-6F8CF2A93BAA}"/>
                  </a:ext>
                </a:extLst>
              </p:cNvPr>
              <p:cNvSpPr txBox="1"/>
              <p:nvPr/>
            </p:nvSpPr>
            <p:spPr>
              <a:xfrm>
                <a:off x="1797327" y="2024391"/>
                <a:ext cx="9776364" cy="641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𝑐𝑟𝑜𝑠</m:t>
                              </m:r>
                              <m:sSub>
                                <m:sSubPr>
                                  <m:ctrlPr>
                                    <a:rPr lang="en-US" sz="3600" b="0" i="1" smtClean="0">
                                      <a:solidFill>
                                        <a:srgbClr val="A88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solidFill>
                                        <a:srgbClr val="A8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solidFill>
                                        <a:srgbClr val="A88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CH" sz="3600" dirty="0">
                  <a:solidFill>
                    <a:srgbClr val="A88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1FCE9F8-118D-9571-BBDD-6F8CF2A93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327" y="2024391"/>
                <a:ext cx="9776364" cy="6413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01A56F-091D-0DA0-B3B4-3F7BE375CF64}"/>
                  </a:ext>
                </a:extLst>
              </p:cNvPr>
              <p:cNvSpPr txBox="1"/>
              <p:nvPr/>
            </p:nvSpPr>
            <p:spPr>
              <a:xfrm>
                <a:off x="1797327" y="3037861"/>
                <a:ext cx="695853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CH" sz="36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01A56F-091D-0DA0-B3B4-3F7BE375C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327" y="3037861"/>
                <a:ext cx="6958532" cy="553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Graphic 20" descr="Male profile with solid fill">
            <a:extLst>
              <a:ext uri="{FF2B5EF4-FFF2-40B4-BE49-F238E27FC236}">
                <a16:creationId xmlns:a16="http://schemas.microsoft.com/office/drawing/2014/main" id="{F662C1E0-FADD-733B-D525-9B638DFBC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9431" y="1821321"/>
            <a:ext cx="771939" cy="771939"/>
          </a:xfrm>
          <a:prstGeom prst="rect">
            <a:avLst/>
          </a:prstGeom>
        </p:spPr>
      </p:pic>
      <p:pic>
        <p:nvPicPr>
          <p:cNvPr id="23" name="Graphic 22" descr="Bunny face with solid fill">
            <a:extLst>
              <a:ext uri="{FF2B5EF4-FFF2-40B4-BE49-F238E27FC236}">
                <a16:creationId xmlns:a16="http://schemas.microsoft.com/office/drawing/2014/main" id="{BCD2F93A-7ECA-67F6-D5F1-F364D4C84D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200" y="2811201"/>
            <a:ext cx="825043" cy="82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398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D0D52-9054-7C01-684B-486152ED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5096D-CEF9-E4A7-F375-125D59FA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form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7452D9-A824-46CF-8512-8B34A7C328FB}"/>
                  </a:ext>
                </a:extLst>
              </p:cNvPr>
              <p:cNvSpPr txBox="1"/>
              <p:nvPr/>
            </p:nvSpPr>
            <p:spPr>
              <a:xfrm>
                <a:off x="1797327" y="2024391"/>
                <a:ext cx="9776364" cy="641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𝑐𝑟𝑜𝑠</m:t>
                              </m:r>
                              <m:sSub>
                                <m:sSubPr>
                                  <m:ctrlPr>
                                    <a:rPr lang="en-US" sz="3600" b="0" i="1" smtClean="0">
                                      <a:solidFill>
                                        <a:srgbClr val="A88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solidFill>
                                        <a:srgbClr val="A8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solidFill>
                                        <a:srgbClr val="A88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A88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6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CH" sz="3600" dirty="0">
                  <a:solidFill>
                    <a:srgbClr val="A88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7452D9-A824-46CF-8512-8B34A7C32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327" y="2024391"/>
                <a:ext cx="9776364" cy="6413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F4C737-E61F-37F4-3DE4-979EEE79A9E2}"/>
                  </a:ext>
                </a:extLst>
              </p:cNvPr>
              <p:cNvSpPr txBox="1"/>
              <p:nvPr/>
            </p:nvSpPr>
            <p:spPr>
              <a:xfrm>
                <a:off x="1797327" y="3037861"/>
                <a:ext cx="695853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CH" sz="36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F4C737-E61F-37F4-3DE4-979EEE79A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327" y="3037861"/>
                <a:ext cx="6958532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phic 5" descr="Male profile with solid fill">
            <a:extLst>
              <a:ext uri="{FF2B5EF4-FFF2-40B4-BE49-F238E27FC236}">
                <a16:creationId xmlns:a16="http://schemas.microsoft.com/office/drawing/2014/main" id="{D156FD12-C1E7-7EA6-B187-0B6E5BA745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431" y="1821321"/>
            <a:ext cx="771939" cy="771939"/>
          </a:xfrm>
          <a:prstGeom prst="rect">
            <a:avLst/>
          </a:prstGeom>
        </p:spPr>
      </p:pic>
      <p:pic>
        <p:nvPicPr>
          <p:cNvPr id="7" name="Graphic 6" descr="Bunny face with solid fill">
            <a:extLst>
              <a:ext uri="{FF2B5EF4-FFF2-40B4-BE49-F238E27FC236}">
                <a16:creationId xmlns:a16="http://schemas.microsoft.com/office/drawing/2014/main" id="{BC60756E-9520-0EE7-4F80-7094FFDC07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811201"/>
            <a:ext cx="825043" cy="8250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1729FC-F02E-5D69-9D80-DE2839D43BD0}"/>
                  </a:ext>
                </a:extLst>
              </p:cNvPr>
              <p:cNvSpPr txBox="1"/>
              <p:nvPr/>
            </p:nvSpPr>
            <p:spPr>
              <a:xfrm>
                <a:off x="356781" y="4539348"/>
                <a:ext cx="11321689" cy="8298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𝑐𝑟𝑜𝑠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12</m:t>
                                            </m:r>
                                          </m:sub>
                                        </m:s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H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1729FC-F02E-5D69-9D80-DE2839D43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81" y="4539348"/>
                <a:ext cx="11321689" cy="8298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91A275F-9A64-23BC-BF19-2E1AFD61D076}"/>
              </a:ext>
            </a:extLst>
          </p:cNvPr>
          <p:cNvSpPr txBox="1"/>
          <p:nvPr/>
        </p:nvSpPr>
        <p:spPr>
          <a:xfrm>
            <a:off x="2891250" y="4170016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C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562FAF-1B05-0FD3-A877-6FB7716D161C}"/>
              </a:ext>
            </a:extLst>
          </p:cNvPr>
          <p:cNvSpPr txBox="1"/>
          <p:nvPr/>
        </p:nvSpPr>
        <p:spPr>
          <a:xfrm>
            <a:off x="3681256" y="4170016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C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187D90-387B-679D-E587-B66287243B98}"/>
              </a:ext>
            </a:extLst>
          </p:cNvPr>
          <p:cNvSpPr txBox="1"/>
          <p:nvPr/>
        </p:nvSpPr>
        <p:spPr>
          <a:xfrm>
            <a:off x="748952" y="4539348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C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208FDA-A000-7923-7F5A-B0DA1BA20576}"/>
              </a:ext>
            </a:extLst>
          </p:cNvPr>
          <p:cNvSpPr txBox="1"/>
          <p:nvPr/>
        </p:nvSpPr>
        <p:spPr>
          <a:xfrm>
            <a:off x="744598" y="5094309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CH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7CC9F6-1BD9-ECD7-0ED6-8EF254DC99EF}"/>
              </a:ext>
            </a:extLst>
          </p:cNvPr>
          <p:cNvSpPr txBox="1"/>
          <p:nvPr/>
        </p:nvSpPr>
        <p:spPr>
          <a:xfrm>
            <a:off x="4663213" y="4493354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CH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26D347-BCEA-B24D-E1C1-394E819BE587}"/>
              </a:ext>
            </a:extLst>
          </p:cNvPr>
          <p:cNvSpPr txBox="1"/>
          <p:nvPr/>
        </p:nvSpPr>
        <p:spPr>
          <a:xfrm>
            <a:off x="4663212" y="5028881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CH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00827D-53FE-B02A-FD1B-107ADBFEA18E}"/>
              </a:ext>
            </a:extLst>
          </p:cNvPr>
          <p:cNvSpPr txBox="1"/>
          <p:nvPr/>
        </p:nvSpPr>
        <p:spPr>
          <a:xfrm>
            <a:off x="7954671" y="4208780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CH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260BDB-E46B-B2D9-D98B-97E51F28EDE4}"/>
              </a:ext>
            </a:extLst>
          </p:cNvPr>
          <p:cNvSpPr txBox="1"/>
          <p:nvPr/>
        </p:nvSpPr>
        <p:spPr>
          <a:xfrm>
            <a:off x="8755859" y="4206610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CH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C56EB6-C9E2-07C3-52DC-898F11582C19}"/>
              </a:ext>
            </a:extLst>
          </p:cNvPr>
          <p:cNvSpPr txBox="1"/>
          <p:nvPr/>
        </p:nvSpPr>
        <p:spPr>
          <a:xfrm>
            <a:off x="10291042" y="4517933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CH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3D32A5-F06B-E93F-E5A0-E98B92E8F5AE}"/>
              </a:ext>
            </a:extLst>
          </p:cNvPr>
          <p:cNvSpPr txBox="1"/>
          <p:nvPr/>
        </p:nvSpPr>
        <p:spPr>
          <a:xfrm>
            <a:off x="10319661" y="5094309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927700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7E916-02A5-F1F8-92AB-5376A5C71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96FE5-6A2E-EE5A-F180-19F78ABE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Derive the individual equations from the matrix format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DC8AB2-9714-943D-83FE-856F5CABE6CD}"/>
                  </a:ext>
                </a:extLst>
              </p:cNvPr>
              <p:cNvSpPr txBox="1"/>
              <p:nvPr/>
            </p:nvSpPr>
            <p:spPr>
              <a:xfrm>
                <a:off x="689071" y="2666691"/>
                <a:ext cx="11321689" cy="9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𝑐𝑟𝑜𝑠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12</m:t>
                                            </m:r>
                                          </m:sub>
                                        </m:s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H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DC8AB2-9714-943D-83FE-856F5CABE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71" y="2666691"/>
                <a:ext cx="11321689" cy="9681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2E5F65B-71A8-E849-B30E-6106A405A567}"/>
              </a:ext>
            </a:extLst>
          </p:cNvPr>
          <p:cNvSpPr txBox="1"/>
          <p:nvPr/>
        </p:nvSpPr>
        <p:spPr>
          <a:xfrm>
            <a:off x="2533111" y="2341216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C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C5C8C2-8474-403A-1326-A93087486630}"/>
              </a:ext>
            </a:extLst>
          </p:cNvPr>
          <p:cNvSpPr txBox="1"/>
          <p:nvPr/>
        </p:nvSpPr>
        <p:spPr>
          <a:xfrm>
            <a:off x="3704414" y="2346502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C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6FF8CB-DD55-F4E9-CF42-132F72795000}"/>
              </a:ext>
            </a:extLst>
          </p:cNvPr>
          <p:cNvSpPr txBox="1"/>
          <p:nvPr/>
        </p:nvSpPr>
        <p:spPr>
          <a:xfrm>
            <a:off x="390813" y="2710548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C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5AA300-F4AF-8857-B90F-FE2AB6414B34}"/>
              </a:ext>
            </a:extLst>
          </p:cNvPr>
          <p:cNvSpPr txBox="1"/>
          <p:nvPr/>
        </p:nvSpPr>
        <p:spPr>
          <a:xfrm>
            <a:off x="386459" y="3265509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CH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FC69A8-3860-F965-9DB5-8F972B3D3154}"/>
              </a:ext>
            </a:extLst>
          </p:cNvPr>
          <p:cNvSpPr txBox="1"/>
          <p:nvPr/>
        </p:nvSpPr>
        <p:spPr>
          <a:xfrm>
            <a:off x="5659488" y="2781434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CH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76C6F7-0840-4F28-091D-AEC252A594D7}"/>
              </a:ext>
            </a:extLst>
          </p:cNvPr>
          <p:cNvSpPr txBox="1"/>
          <p:nvPr/>
        </p:nvSpPr>
        <p:spPr>
          <a:xfrm>
            <a:off x="5659487" y="3316961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CH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8A03DC-2E2D-85FC-4419-CDD0B1512683}"/>
              </a:ext>
            </a:extLst>
          </p:cNvPr>
          <p:cNvSpPr txBox="1"/>
          <p:nvPr/>
        </p:nvSpPr>
        <p:spPr>
          <a:xfrm>
            <a:off x="8685103" y="2341216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CH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06B04E-A1B9-3E19-B9C6-5FEECDB4D27B}"/>
              </a:ext>
            </a:extLst>
          </p:cNvPr>
          <p:cNvSpPr txBox="1"/>
          <p:nvPr/>
        </p:nvSpPr>
        <p:spPr>
          <a:xfrm>
            <a:off x="9569023" y="2343677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CH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2FBF66-365D-75C7-01FD-95E0DC37DF69}"/>
              </a:ext>
            </a:extLst>
          </p:cNvPr>
          <p:cNvSpPr txBox="1"/>
          <p:nvPr/>
        </p:nvSpPr>
        <p:spPr>
          <a:xfrm>
            <a:off x="11353800" y="2643932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CH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19CCF7-E73E-0268-5FBE-82D14D55862A}"/>
              </a:ext>
            </a:extLst>
          </p:cNvPr>
          <p:cNvSpPr txBox="1"/>
          <p:nvPr/>
        </p:nvSpPr>
        <p:spPr>
          <a:xfrm>
            <a:off x="11353799" y="3316961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CH" dirty="0"/>
          </a:p>
        </p:txBody>
      </p:sp>
      <p:pic>
        <p:nvPicPr>
          <p:cNvPr id="18" name="Graphic 17" descr="Male profile with solid fill">
            <a:extLst>
              <a:ext uri="{FF2B5EF4-FFF2-40B4-BE49-F238E27FC236}">
                <a16:creationId xmlns:a16="http://schemas.microsoft.com/office/drawing/2014/main" id="{A57612CC-5DEE-70C8-71D3-E4F21048B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848" y="4610844"/>
            <a:ext cx="771939" cy="771939"/>
          </a:xfrm>
          <a:prstGeom prst="rect">
            <a:avLst/>
          </a:prstGeom>
        </p:spPr>
      </p:pic>
      <p:pic>
        <p:nvPicPr>
          <p:cNvPr id="19" name="Graphic 18" descr="Bunny face with solid fill">
            <a:extLst>
              <a:ext uri="{FF2B5EF4-FFF2-40B4-BE49-F238E27FC236}">
                <a16:creationId xmlns:a16="http://schemas.microsoft.com/office/drawing/2014/main" id="{750E68A4-EDA8-6F28-B202-7661627089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6848" y="5510984"/>
            <a:ext cx="825043" cy="8250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D1B0371-3F65-F5C3-E64C-F955A91D4CC2}"/>
                  </a:ext>
                </a:extLst>
              </p:cNvPr>
              <p:cNvSpPr txBox="1"/>
              <p:nvPr/>
            </p:nvSpPr>
            <p:spPr>
              <a:xfrm>
                <a:off x="1766756" y="4704425"/>
                <a:ext cx="153270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A88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A88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H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D1B0371-3F65-F5C3-E64C-F955A91D4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756" y="4704425"/>
                <a:ext cx="1532709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D04C04E-22B3-C10B-BCFD-6250C7CD4604}"/>
                  </a:ext>
                </a:extLst>
              </p:cNvPr>
              <p:cNvSpPr txBox="1"/>
              <p:nvPr/>
            </p:nvSpPr>
            <p:spPr>
              <a:xfrm>
                <a:off x="1766756" y="5631117"/>
                <a:ext cx="145650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H" sz="3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D04C04E-22B3-C10B-BCFD-6250C7CD4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756" y="5631117"/>
                <a:ext cx="1456505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2340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E4D04-FED8-FF06-7A23-711020DD8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Exercise on coupling (~20 minutes)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ADCE8-A47F-64FF-2E46-D35A6F752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5628"/>
            <a:ext cx="10515600" cy="1603375"/>
          </a:xfrm>
        </p:spPr>
        <p:txBody>
          <a:bodyPr>
            <a:normAutofit/>
          </a:bodyPr>
          <a:lstStyle/>
          <a:p>
            <a:r>
              <a:rPr lang="en-US" dirty="0"/>
              <a:t>GitHub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Lecture07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lecture07_coupling_exercises_short.Rmd</a:t>
            </a:r>
          </a:p>
          <a:p>
            <a:r>
              <a:rPr lang="en-US" dirty="0">
                <a:sym typeface="Wingdings" panose="05000000000000000000" pitchFamily="2" charset="2"/>
              </a:rPr>
              <a:t>Go through exercises 1 &amp; 2</a:t>
            </a:r>
          </a:p>
          <a:p>
            <a:r>
              <a:rPr lang="en-US" dirty="0">
                <a:sym typeface="Wingdings" panose="05000000000000000000" pitchFamily="2" charset="2"/>
              </a:rPr>
              <a:t>Do bonus if you have time</a:t>
            </a:r>
          </a:p>
          <a:p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F927D2-3704-2067-1549-196EB2F74C9B}"/>
                  </a:ext>
                </a:extLst>
              </p:cNvPr>
              <p:cNvSpPr txBox="1"/>
              <p:nvPr/>
            </p:nvSpPr>
            <p:spPr>
              <a:xfrm>
                <a:off x="1243774" y="4287996"/>
                <a:ext cx="9704451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𝑐𝑟𝑜𝑠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12</m:t>
                                            </m:r>
                                          </m:sub>
                                        </m:s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A02B9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H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F927D2-3704-2067-1549-196EB2F74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774" y="4287996"/>
                <a:ext cx="9704451" cy="8298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198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54079-ED89-3466-481F-7C438C6DA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What about unobserved common influences?</a:t>
            </a:r>
            <a:endParaRPr lang="en-CH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96CFE-137B-68CD-3094-C14FA0906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Standing outside in the rain together</a:t>
            </a:r>
          </a:p>
          <a:p>
            <a:r>
              <a:rPr lang="en-US" dirty="0"/>
              <a:t>Getting a traffic ticket</a:t>
            </a:r>
          </a:p>
          <a:p>
            <a:r>
              <a:rPr lang="en-US" dirty="0"/>
              <a:t>Meeting your dog at the door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7B1F1E-DE70-0EF7-B465-179F360FCE7A}"/>
                  </a:ext>
                </a:extLst>
              </p:cNvPr>
              <p:cNvSpPr txBox="1"/>
              <p:nvPr/>
            </p:nvSpPr>
            <p:spPr>
              <a:xfrm>
                <a:off x="1113921" y="4337956"/>
                <a:ext cx="9964157" cy="8298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𝑐𝑟𝑜𝑠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12</m:t>
                                            </m:r>
                                          </m:sub>
                                        </m:s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H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7B1F1E-DE70-0EF7-B465-179F360FC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921" y="4337956"/>
                <a:ext cx="9964157" cy="8298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987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E77B9-B6AB-DDB1-C919-BA827795F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8580E-969A-0F92-0D53-07DABF5B4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What about unobserved common influences?</a:t>
            </a:r>
            <a:endParaRPr lang="en-CH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7BF65-320B-FE95-F927-DE6DC1AE0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Standing outside in the rain together</a:t>
            </a:r>
          </a:p>
          <a:p>
            <a:r>
              <a:rPr lang="en-US" dirty="0"/>
              <a:t>Getting a traffic ticket</a:t>
            </a:r>
          </a:p>
          <a:p>
            <a:r>
              <a:rPr lang="en-US" dirty="0"/>
              <a:t>Meeting your dog at the door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F1EFBB-81DA-2D06-3FE3-083831A9EBFF}"/>
                  </a:ext>
                </a:extLst>
              </p:cNvPr>
              <p:cNvSpPr txBox="1"/>
              <p:nvPr/>
            </p:nvSpPr>
            <p:spPr>
              <a:xfrm>
                <a:off x="700652" y="4233454"/>
                <a:ext cx="10790696" cy="8298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𝑐𝑟𝑜𝑠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12</m:t>
                                            </m:r>
                                          </m:sub>
                                        </m:s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𝑐𝑟𝑜𝑠</m:t>
                                    </m:r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H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F1EFBB-81DA-2D06-3FE3-083831A9E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652" y="4233454"/>
                <a:ext cx="10790696" cy="8298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9253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2269C-9477-2A45-16CC-CB3728705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25C6C-4F5B-E4C7-3E88-64072328B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What about unobserved common influences?</a:t>
            </a:r>
            <a:endParaRPr lang="en-CH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2C8E4-CB21-A8E6-38CA-C4D773E57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Standing outside in the rain together</a:t>
            </a:r>
          </a:p>
          <a:p>
            <a:r>
              <a:rPr lang="en-US" dirty="0"/>
              <a:t>Getting a traffic ticket</a:t>
            </a:r>
          </a:p>
          <a:p>
            <a:r>
              <a:rPr lang="en-US" dirty="0"/>
              <a:t>Meeting your dog at the door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F0833A-D741-5D67-DA43-4181F76DB9A9}"/>
                  </a:ext>
                </a:extLst>
              </p:cNvPr>
              <p:cNvSpPr txBox="1"/>
              <p:nvPr/>
            </p:nvSpPr>
            <p:spPr>
              <a:xfrm>
                <a:off x="700652" y="4233454"/>
                <a:ext cx="10790696" cy="11966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𝑐𝑟𝑜𝑠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12</m:t>
                                            </m:r>
                                          </m:sub>
                                        </m:s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eqAr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𝑐𝑟𝑜𝑠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𝑐𝑟𝑜𝑠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eqArr>
                                <m:eqArr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eqAr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H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F0833A-D741-5D67-DA43-4181F76DB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652" y="4233454"/>
                <a:ext cx="10790696" cy="11966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1136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C53385-0132-448F-6E8E-28A4E5D3A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97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FC701-CA62-8FA6-7A8F-B4D4C0898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A4B8E5-64FB-658F-C05B-BF6A966CE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48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0121D-2A0E-C38C-0740-8FC97DFD3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9D0AD1-4C59-5F4A-B39E-453718B9B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179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BC242-0439-05B1-9423-59738033B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76210-378A-EC1F-0255-4F52EC13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Simulate shared noise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3086C-AB9B-641B-B526-7A5B34C33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9192"/>
            <a:ext cx="10883995" cy="2241278"/>
          </a:xfrm>
        </p:spPr>
        <p:txBody>
          <a:bodyPr>
            <a:normAutofit/>
          </a:bodyPr>
          <a:lstStyle/>
          <a:p>
            <a:r>
              <a:rPr lang="en-US" dirty="0"/>
              <a:t>Add shared noise by modifying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4E95D9"/>
                </a:solidFill>
                <a:sym typeface="Wingdings" panose="05000000000000000000" pitchFamily="2" charset="2"/>
              </a:rPr>
              <a:t>Lecture07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coupling_sim_W7.R</a:t>
            </a:r>
            <a:endParaRPr lang="en-US" dirty="0"/>
          </a:p>
          <a:p>
            <a:r>
              <a:rPr lang="en-US" dirty="0"/>
              <a:t>For the answer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Lecture07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sharedshocks_sim_W7.R</a:t>
            </a:r>
          </a:p>
          <a:p>
            <a:r>
              <a:rPr lang="en-US" dirty="0">
                <a:sym typeface="Wingdings" panose="05000000000000000000" pitchFamily="2" charset="2"/>
              </a:rPr>
              <a:t>Run code, modulate parameter values see what happens</a:t>
            </a:r>
          </a:p>
          <a:p>
            <a:r>
              <a:rPr lang="en-US" dirty="0">
                <a:sym typeface="Wingdings" panose="05000000000000000000" pitchFamily="2" charset="2"/>
              </a:rPr>
              <a:t>Extend the model by adding Albert’s anxiety as a variable</a:t>
            </a:r>
          </a:p>
          <a:p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1F6EB5-7DA3-EDB7-3BF2-E2A03D1B32D4}"/>
                  </a:ext>
                </a:extLst>
              </p:cNvPr>
              <p:cNvSpPr txBox="1"/>
              <p:nvPr/>
            </p:nvSpPr>
            <p:spPr>
              <a:xfrm>
                <a:off x="700652" y="4568975"/>
                <a:ext cx="10790696" cy="11966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𝑐𝑟𝑜𝑠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12</m:t>
                                            </m:r>
                                          </m:sub>
                                        </m:s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eqAr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𝑐𝑟𝑜𝑠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𝑐𝑟𝑜𝑠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eqArr>
                                <m:eqArr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eqAr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H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1F6EB5-7DA3-EDB7-3BF2-E2A03D1B3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652" y="4568975"/>
                <a:ext cx="10790696" cy="11966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8790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AF46C-C515-B379-4696-A2F51041E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</a:t>
            </a:r>
            <a:r>
              <a:rPr lang="en-US"/>
              <a:t>exercise </a:t>
            </a:r>
            <a:r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(~30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minutes)</a:t>
            </a:r>
            <a:endParaRPr lang="en-CH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682E2-7F22-21FE-0B75-3BF44F71B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57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Part 1: Formalize your process</a:t>
            </a:r>
          </a:p>
          <a:p>
            <a:r>
              <a:rPr lang="en-US" dirty="0"/>
              <a:t>Form your groups</a:t>
            </a:r>
            <a:endParaRPr lang="en-GB" dirty="0"/>
          </a:p>
          <a:p>
            <a:r>
              <a:rPr lang="en-GB" dirty="0"/>
              <a:t>Make a boxes and arrows sketch of the system of variables you think affects your psychological process of interest</a:t>
            </a:r>
          </a:p>
          <a:p>
            <a:r>
              <a:rPr lang="en-GB" dirty="0"/>
              <a:t>Write the equation that determines the rate of change in your process (</a:t>
            </a:r>
            <a:r>
              <a:rPr lang="en-GB" i="1" dirty="0"/>
              <a:t>if you are not sure about the exact equation, use words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Guiding questions:</a:t>
            </a:r>
          </a:p>
          <a:p>
            <a:r>
              <a:rPr lang="en-US" dirty="0"/>
              <a:t>Why are you creating a model of this process(es)?</a:t>
            </a:r>
          </a:p>
          <a:p>
            <a:r>
              <a:rPr lang="en-US" dirty="0"/>
              <a:t>Which factors affect your process?</a:t>
            </a:r>
          </a:p>
          <a:p>
            <a:r>
              <a:rPr lang="en-US" dirty="0"/>
              <a:t>Which factors are relevant to consider for you aim?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481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00EA-BBB1-D2EC-03D5-A00357834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listening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248748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635</Words>
  <Application>Microsoft Office PowerPoint</Application>
  <PresentationFormat>Widescreen</PresentationFormat>
  <Paragraphs>94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Wingdings</vt:lpstr>
      <vt:lpstr>Office Theme</vt:lpstr>
      <vt:lpstr>Dynamic Systems Thinking for Psychologists</vt:lpstr>
      <vt:lpstr>What can we still do with the amount of information we have?</vt:lpstr>
      <vt:lpstr>What is our goal with this model?</vt:lpstr>
      <vt:lpstr>Our goal is to understand how we can further improve Albert’s mood </vt:lpstr>
      <vt:lpstr>How have we intervened so far?</vt:lpstr>
      <vt:lpstr>Albert is not an isolated entity, so…</vt:lpstr>
      <vt:lpstr>We can make a case for more information</vt:lpstr>
      <vt:lpstr>Let us model how Albert interacts with their partner</vt:lpstr>
      <vt:lpstr>Let us model how Albert interacts with their partner</vt:lpstr>
      <vt:lpstr>We can assume that little Albert’s rate of change depends on their partner’s affect</vt:lpstr>
      <vt:lpstr>PowerPoint Presentation</vt:lpstr>
      <vt:lpstr>PowerPoint Presentation</vt:lpstr>
      <vt:lpstr>PowerPoint Presentation</vt:lpstr>
      <vt:lpstr>Let’s learn an algorithm</vt:lpstr>
      <vt:lpstr>Matrix form</vt:lpstr>
      <vt:lpstr>Matrix form</vt:lpstr>
      <vt:lpstr>Derive the individual equations from the matrix format</vt:lpstr>
      <vt:lpstr> Exercise on coupling (~20 minutes)</vt:lpstr>
      <vt:lpstr>What about unobserved common influences?</vt:lpstr>
      <vt:lpstr>What about unobserved common influences?</vt:lpstr>
      <vt:lpstr>What about unobserved common influences?</vt:lpstr>
      <vt:lpstr>PowerPoint Presentation</vt:lpstr>
      <vt:lpstr>PowerPoint Presentation</vt:lpstr>
      <vt:lpstr>PowerPoint Presentation</vt:lpstr>
      <vt:lpstr> Simulate shared noise</vt:lpstr>
      <vt:lpstr>Group exercise (~30 minutes)</vt:lpstr>
      <vt:lpstr>Thank you for listening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Aristodemou</dc:creator>
  <cp:lastModifiedBy>Michael Aristodemou</cp:lastModifiedBy>
  <cp:revision>1</cp:revision>
  <dcterms:created xsi:type="dcterms:W3CDTF">2026-10-23T15:23:40Z</dcterms:created>
  <dcterms:modified xsi:type="dcterms:W3CDTF">2026-10-29T11:10:06Z</dcterms:modified>
</cp:coreProperties>
</file>