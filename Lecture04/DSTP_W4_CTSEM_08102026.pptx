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11" r:id="rId2"/>
    <p:sldId id="355" r:id="rId3"/>
    <p:sldId id="356" r:id="rId4"/>
    <p:sldId id="357" r:id="rId5"/>
    <p:sldId id="358" r:id="rId6"/>
    <p:sldId id="359" r:id="rId7"/>
    <p:sldId id="361" r:id="rId8"/>
    <p:sldId id="363" r:id="rId9"/>
    <p:sldId id="364" r:id="rId10"/>
    <p:sldId id="362" r:id="rId11"/>
    <p:sldId id="366" r:id="rId12"/>
    <p:sldId id="367" r:id="rId13"/>
    <p:sldId id="368" r:id="rId14"/>
    <p:sldId id="360" r:id="rId15"/>
    <p:sldId id="365" r:id="rId16"/>
    <p:sldId id="312" r:id="rId17"/>
    <p:sldId id="313" r:id="rId18"/>
    <p:sldId id="314" r:id="rId19"/>
    <p:sldId id="315" r:id="rId20"/>
    <p:sldId id="317" r:id="rId21"/>
    <p:sldId id="369" r:id="rId22"/>
    <p:sldId id="371" r:id="rId23"/>
    <p:sldId id="316" r:id="rId24"/>
    <p:sldId id="322" r:id="rId25"/>
    <p:sldId id="372" r:id="rId26"/>
    <p:sldId id="373" r:id="rId27"/>
    <p:sldId id="374" r:id="rId28"/>
    <p:sldId id="375" r:id="rId29"/>
    <p:sldId id="376" r:id="rId30"/>
    <p:sldId id="323" r:id="rId31"/>
    <p:sldId id="378" r:id="rId32"/>
    <p:sldId id="324" r:id="rId33"/>
    <p:sldId id="379" r:id="rId34"/>
    <p:sldId id="325" r:id="rId35"/>
    <p:sldId id="380" r:id="rId36"/>
    <p:sldId id="326" r:id="rId37"/>
    <p:sldId id="327" r:id="rId38"/>
    <p:sldId id="381" r:id="rId39"/>
    <p:sldId id="335" r:id="rId4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6532"/>
    <a:srgbClr val="2176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22D11-7F19-4623-9D2F-9DA8D2319AC7}" v="11" dt="2026-10-08T08:53:58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44" autoAdjust="0"/>
  </p:normalViewPr>
  <p:slideViewPr>
    <p:cSldViewPr snapToGrid="0" showGuides="1">
      <p:cViewPr varScale="1">
        <p:scale>
          <a:sx n="64" d="100"/>
          <a:sy n="64" d="100"/>
        </p:scale>
        <p:origin x="68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Aristodemou" userId="8f856845a52b247d" providerId="LiveId" clId="{C154C21A-E434-4F66-B5AD-9BF8E6CFD023}"/>
    <pc:docChg chg="custSel addSld modSld">
      <pc:chgData name="Michael Aristodemou" userId="8f856845a52b247d" providerId="LiveId" clId="{C154C21A-E434-4F66-B5AD-9BF8E6CFD023}" dt="2026-10-06T10:43:19.557" v="104" actId="20577"/>
      <pc:docMkLst>
        <pc:docMk/>
      </pc:docMkLst>
      <pc:sldChg chg="modNotesTx">
        <pc:chgData name="Michael Aristodemou" userId="8f856845a52b247d" providerId="LiveId" clId="{C154C21A-E434-4F66-B5AD-9BF8E6CFD023}" dt="2026-10-06T10:43:19.557" v="104" actId="20577"/>
        <pc:sldMkLst>
          <pc:docMk/>
          <pc:sldMk cId="2175256089" sldId="324"/>
        </pc:sldMkLst>
      </pc:sldChg>
      <pc:sldChg chg="modSp mod">
        <pc:chgData name="Michael Aristodemou" userId="8f856845a52b247d" providerId="LiveId" clId="{C154C21A-E434-4F66-B5AD-9BF8E6CFD023}" dt="2026-10-06T10:42:53.901" v="96" actId="20577"/>
        <pc:sldMkLst>
          <pc:docMk/>
          <pc:sldMk cId="4287567462" sldId="328"/>
        </pc:sldMkLst>
        <pc:spChg chg="mod">
          <ac:chgData name="Michael Aristodemou" userId="8f856845a52b247d" providerId="LiveId" clId="{C154C21A-E434-4F66-B5AD-9BF8E6CFD023}" dt="2026-10-06T10:42:53.901" v="96" actId="20577"/>
          <ac:spMkLst>
            <pc:docMk/>
            <pc:sldMk cId="4287567462" sldId="328"/>
            <ac:spMk id="2" creationId="{33B1BEAF-1B2D-457C-62F7-12FB6E3A4744}"/>
          </ac:spMkLst>
        </pc:spChg>
      </pc:sldChg>
      <pc:sldChg chg="addSp delSp modSp new mod">
        <pc:chgData name="Michael Aristodemou" userId="8f856845a52b247d" providerId="LiveId" clId="{C154C21A-E434-4F66-B5AD-9BF8E6CFD023}" dt="2026-10-06T09:40:21.361" v="31" actId="1035"/>
        <pc:sldMkLst>
          <pc:docMk/>
          <pc:sldMk cId="3301621454" sldId="366"/>
        </pc:sldMkLst>
        <pc:spChg chg="mod">
          <ac:chgData name="Michael Aristodemou" userId="8f856845a52b247d" providerId="LiveId" clId="{C154C21A-E434-4F66-B5AD-9BF8E6CFD023}" dt="2026-10-06T09:39:36.607" v="14" actId="20577"/>
          <ac:spMkLst>
            <pc:docMk/>
            <pc:sldMk cId="3301621454" sldId="366"/>
            <ac:spMk id="2" creationId="{89C494A1-9BD8-233C-C8FE-E6DCC3901C0C}"/>
          </ac:spMkLst>
        </pc:spChg>
        <pc:picChg chg="add mod">
          <ac:chgData name="Michael Aristodemou" userId="8f856845a52b247d" providerId="LiveId" clId="{C154C21A-E434-4F66-B5AD-9BF8E6CFD023}" dt="2026-10-06T09:40:21.361" v="31" actId="1035"/>
          <ac:picMkLst>
            <pc:docMk/>
            <pc:sldMk cId="3301621454" sldId="366"/>
            <ac:picMk id="5" creationId="{DA898BBC-FAB9-37B9-EA72-446CC48CC292}"/>
          </ac:picMkLst>
        </pc:picChg>
      </pc:sldChg>
      <pc:sldChg chg="delSp modSp new mod">
        <pc:chgData name="Michael Aristodemou" userId="8f856845a52b247d" providerId="LiveId" clId="{C154C21A-E434-4F66-B5AD-9BF8E6CFD023}" dt="2026-10-06T10:09:41.683" v="85" actId="1076"/>
        <pc:sldMkLst>
          <pc:docMk/>
          <pc:sldMk cId="3426159878" sldId="367"/>
        </pc:sldMkLst>
        <pc:spChg chg="mod">
          <ac:chgData name="Michael Aristodemou" userId="8f856845a52b247d" providerId="LiveId" clId="{C154C21A-E434-4F66-B5AD-9BF8E6CFD023}" dt="2026-10-06T10:09:41.683" v="85" actId="1076"/>
          <ac:spMkLst>
            <pc:docMk/>
            <pc:sldMk cId="3426159878" sldId="367"/>
            <ac:spMk id="2" creationId="{BC605951-ADEA-4B5C-6DEA-B8E89CD05703}"/>
          </ac:spMkLst>
        </pc:spChg>
      </pc:sldChg>
      <pc:sldChg chg="addSp delSp modSp new mod">
        <pc:chgData name="Michael Aristodemou" userId="8f856845a52b247d" providerId="LiveId" clId="{C154C21A-E434-4F66-B5AD-9BF8E6CFD023}" dt="2026-10-06T10:24:21.898" v="90"/>
        <pc:sldMkLst>
          <pc:docMk/>
          <pc:sldMk cId="2412319133" sldId="368"/>
        </pc:sldMkLst>
        <pc:picChg chg="add mod">
          <ac:chgData name="Michael Aristodemou" userId="8f856845a52b247d" providerId="LiveId" clId="{C154C21A-E434-4F66-B5AD-9BF8E6CFD023}" dt="2026-10-06T10:24:21.898" v="90"/>
          <ac:picMkLst>
            <pc:docMk/>
            <pc:sldMk cId="2412319133" sldId="368"/>
            <ac:picMk id="5" creationId="{A465A0E5-23C5-14F6-FF2B-EB3C8D9AA6AF}"/>
          </ac:picMkLst>
        </pc:picChg>
      </pc:sldChg>
    </pc:docChg>
  </pc:docChgLst>
  <pc:docChgLst>
    <pc:chgData name="Michael Aristodemou" userId="8f856845a52b247d" providerId="LiveId" clId="{9B00AFCF-B802-464E-AF44-A44E735D0D35}"/>
    <pc:docChg chg="undo custSel addSld delSld modSld sldOrd">
      <pc:chgData name="Michael Aristodemou" userId="8f856845a52b247d" providerId="LiveId" clId="{9B00AFCF-B802-464E-AF44-A44E735D0D35}" dt="2026-10-08T16:16:40.444" v="482" actId="20577"/>
      <pc:docMkLst>
        <pc:docMk/>
      </pc:docMkLst>
      <pc:sldChg chg="modSp mod ord">
        <pc:chgData name="Michael Aristodemou" userId="8f856845a52b247d" providerId="LiveId" clId="{9B00AFCF-B802-464E-AF44-A44E735D0D35}" dt="2026-10-08T05:37:54.582" v="294"/>
        <pc:sldMkLst>
          <pc:docMk/>
          <pc:sldMk cId="1653460931" sldId="316"/>
        </pc:sldMkLst>
        <pc:spChg chg="mod">
          <ac:chgData name="Michael Aristodemou" userId="8f856845a52b247d" providerId="LiveId" clId="{9B00AFCF-B802-464E-AF44-A44E735D0D35}" dt="2026-10-08T05:33:13.177" v="284" actId="20577"/>
          <ac:spMkLst>
            <pc:docMk/>
            <pc:sldMk cId="1653460931" sldId="316"/>
            <ac:spMk id="2" creationId="{C068C448-D961-549D-98B2-C3BB0E989562}"/>
          </ac:spMkLst>
        </pc:spChg>
        <pc:spChg chg="mod">
          <ac:chgData name="Michael Aristodemou" userId="8f856845a52b247d" providerId="LiveId" clId="{9B00AFCF-B802-464E-AF44-A44E735D0D35}" dt="2026-10-07T13:51:57.320" v="124" actId="1076"/>
          <ac:spMkLst>
            <pc:docMk/>
            <pc:sldMk cId="1653460931" sldId="316"/>
            <ac:spMk id="4" creationId="{0F47EAE8-F059-99EA-D635-A8B7E7AC4193}"/>
          </ac:spMkLst>
        </pc:spChg>
        <pc:spChg chg="mod">
          <ac:chgData name="Michael Aristodemou" userId="8f856845a52b247d" providerId="LiveId" clId="{9B00AFCF-B802-464E-AF44-A44E735D0D35}" dt="2026-10-07T13:51:57.320" v="124" actId="1076"/>
          <ac:spMkLst>
            <pc:docMk/>
            <pc:sldMk cId="1653460931" sldId="316"/>
            <ac:spMk id="5" creationId="{9CA691AD-1BFB-7F1E-F56C-D917A9B3F50B}"/>
          </ac:spMkLst>
        </pc:spChg>
        <pc:spChg chg="mod">
          <ac:chgData name="Michael Aristodemou" userId="8f856845a52b247d" providerId="LiveId" clId="{9B00AFCF-B802-464E-AF44-A44E735D0D35}" dt="2026-10-07T13:51:57.320" v="124" actId="1076"/>
          <ac:spMkLst>
            <pc:docMk/>
            <pc:sldMk cId="1653460931" sldId="316"/>
            <ac:spMk id="6" creationId="{A2F03542-B9AE-05DA-239C-742FCBEF303F}"/>
          </ac:spMkLst>
        </pc:spChg>
        <pc:spChg chg="mod">
          <ac:chgData name="Michael Aristodemou" userId="8f856845a52b247d" providerId="LiveId" clId="{9B00AFCF-B802-464E-AF44-A44E735D0D35}" dt="2026-10-07T13:51:57.320" v="124" actId="1076"/>
          <ac:spMkLst>
            <pc:docMk/>
            <pc:sldMk cId="1653460931" sldId="316"/>
            <ac:spMk id="7" creationId="{E7153DD2-E666-ABE5-DA30-23D05A7BF08E}"/>
          </ac:spMkLst>
        </pc:spChg>
        <pc:spChg chg="mod">
          <ac:chgData name="Michael Aristodemou" userId="8f856845a52b247d" providerId="LiveId" clId="{9B00AFCF-B802-464E-AF44-A44E735D0D35}" dt="2026-10-07T13:51:57.320" v="124" actId="1076"/>
          <ac:spMkLst>
            <pc:docMk/>
            <pc:sldMk cId="1653460931" sldId="316"/>
            <ac:spMk id="8" creationId="{DE6F17F5-C13A-3834-2DF9-285D95890C37}"/>
          </ac:spMkLst>
        </pc:spChg>
        <pc:spChg chg="mod">
          <ac:chgData name="Michael Aristodemou" userId="8f856845a52b247d" providerId="LiveId" clId="{9B00AFCF-B802-464E-AF44-A44E735D0D35}" dt="2026-10-07T13:51:57.320" v="124" actId="1076"/>
          <ac:spMkLst>
            <pc:docMk/>
            <pc:sldMk cId="1653460931" sldId="316"/>
            <ac:spMk id="27" creationId="{3F3D477B-2BD8-B231-A3F0-D1D116D5279E}"/>
          </ac:spMkLst>
        </pc:spChg>
        <pc:cxnChg chg="mod">
          <ac:chgData name="Michael Aristodemou" userId="8f856845a52b247d" providerId="LiveId" clId="{9B00AFCF-B802-464E-AF44-A44E735D0D35}" dt="2026-10-07T13:51:57.320" v="124" actId="1076"/>
          <ac:cxnSpMkLst>
            <pc:docMk/>
            <pc:sldMk cId="1653460931" sldId="316"/>
            <ac:cxnSpMk id="11" creationId="{757843B6-C439-FEB8-4941-DC01679267DE}"/>
          </ac:cxnSpMkLst>
        </pc:cxnChg>
        <pc:cxnChg chg="mod">
          <ac:chgData name="Michael Aristodemou" userId="8f856845a52b247d" providerId="LiveId" clId="{9B00AFCF-B802-464E-AF44-A44E735D0D35}" dt="2026-10-07T13:51:57.320" v="124" actId="1076"/>
          <ac:cxnSpMkLst>
            <pc:docMk/>
            <pc:sldMk cId="1653460931" sldId="316"/>
            <ac:cxnSpMk id="13" creationId="{7AE867D4-1372-4E48-67C9-C2D11E4B55F8}"/>
          </ac:cxnSpMkLst>
        </pc:cxnChg>
        <pc:cxnChg chg="mod">
          <ac:chgData name="Michael Aristodemou" userId="8f856845a52b247d" providerId="LiveId" clId="{9B00AFCF-B802-464E-AF44-A44E735D0D35}" dt="2026-10-07T13:51:57.320" v="124" actId="1076"/>
          <ac:cxnSpMkLst>
            <pc:docMk/>
            <pc:sldMk cId="1653460931" sldId="316"/>
            <ac:cxnSpMk id="15" creationId="{2BC8D524-3217-DA53-8E9F-ED1B947828D3}"/>
          </ac:cxnSpMkLst>
        </pc:cxnChg>
        <pc:cxnChg chg="mod">
          <ac:chgData name="Michael Aristodemou" userId="8f856845a52b247d" providerId="LiveId" clId="{9B00AFCF-B802-464E-AF44-A44E735D0D35}" dt="2026-10-07T13:51:57.320" v="124" actId="1076"/>
          <ac:cxnSpMkLst>
            <pc:docMk/>
            <pc:sldMk cId="1653460931" sldId="316"/>
            <ac:cxnSpMk id="18" creationId="{AA2F2318-773D-6FB7-6732-5DB958434115}"/>
          </ac:cxnSpMkLst>
        </pc:cxnChg>
      </pc:sldChg>
      <pc:sldChg chg="modSp mod">
        <pc:chgData name="Michael Aristodemou" userId="8f856845a52b247d" providerId="LiveId" clId="{9B00AFCF-B802-464E-AF44-A44E735D0D35}" dt="2026-10-07T10:18:56.536" v="32" actId="207"/>
        <pc:sldMkLst>
          <pc:docMk/>
          <pc:sldMk cId="4246045104" sldId="317"/>
        </pc:sldMkLst>
        <pc:spChg chg="mod">
          <ac:chgData name="Michael Aristodemou" userId="8f856845a52b247d" providerId="LiveId" clId="{9B00AFCF-B802-464E-AF44-A44E735D0D35}" dt="2026-10-07T10:18:56.536" v="32" actId="207"/>
          <ac:spMkLst>
            <pc:docMk/>
            <pc:sldMk cId="4246045104" sldId="317"/>
            <ac:spMk id="21" creationId="{9F1C700A-01FB-5C9A-8559-C9C74933CFED}"/>
          </ac:spMkLst>
        </pc:spChg>
        <pc:cxnChg chg="mod ord">
          <ac:chgData name="Michael Aristodemou" userId="8f856845a52b247d" providerId="LiveId" clId="{9B00AFCF-B802-464E-AF44-A44E735D0D35}" dt="2026-10-07T10:18:53.284" v="31" actId="167"/>
          <ac:cxnSpMkLst>
            <pc:docMk/>
            <pc:sldMk cId="4246045104" sldId="317"/>
            <ac:cxnSpMk id="16" creationId="{A48BE9B5-14B6-EA1F-3DF0-77AB4F298FF3}"/>
          </ac:cxnSpMkLst>
        </pc:cxnChg>
      </pc:sldChg>
      <pc:sldChg chg="modSp del mod ord">
        <pc:chgData name="Michael Aristodemou" userId="8f856845a52b247d" providerId="LiveId" clId="{9B00AFCF-B802-464E-AF44-A44E735D0D35}" dt="2026-10-07T13:51:38.655" v="123" actId="47"/>
        <pc:sldMkLst>
          <pc:docMk/>
          <pc:sldMk cId="884403468" sldId="318"/>
        </pc:sldMkLst>
        <pc:spChg chg="mod">
          <ac:chgData name="Michael Aristodemou" userId="8f856845a52b247d" providerId="LiveId" clId="{9B00AFCF-B802-464E-AF44-A44E735D0D35}" dt="2026-10-07T13:47:49.981" v="103" actId="20577"/>
          <ac:spMkLst>
            <pc:docMk/>
            <pc:sldMk cId="884403468" sldId="318"/>
            <ac:spMk id="2" creationId="{D33E4A1A-1024-B57A-4173-26F2C7073FB9}"/>
          </ac:spMkLst>
        </pc:spChg>
      </pc:sldChg>
      <pc:sldChg chg="del">
        <pc:chgData name="Michael Aristodemou" userId="8f856845a52b247d" providerId="LiveId" clId="{9B00AFCF-B802-464E-AF44-A44E735D0D35}" dt="2026-10-07T10:18:00.878" v="27" actId="47"/>
        <pc:sldMkLst>
          <pc:docMk/>
          <pc:sldMk cId="622284469" sldId="319"/>
        </pc:sldMkLst>
      </pc:sldChg>
      <pc:sldChg chg="delSp del mod">
        <pc:chgData name="Michael Aristodemou" userId="8f856845a52b247d" providerId="LiveId" clId="{9B00AFCF-B802-464E-AF44-A44E735D0D35}" dt="2026-10-07T10:18:05.376" v="29" actId="47"/>
        <pc:sldMkLst>
          <pc:docMk/>
          <pc:sldMk cId="4067916431" sldId="320"/>
        </pc:sldMkLst>
        <pc:picChg chg="del">
          <ac:chgData name="Michael Aristodemou" userId="8f856845a52b247d" providerId="LiveId" clId="{9B00AFCF-B802-464E-AF44-A44E735D0D35}" dt="2026-10-07T09:59:38.915" v="9" actId="478"/>
          <ac:picMkLst>
            <pc:docMk/>
            <pc:sldMk cId="4067916431" sldId="320"/>
            <ac:picMk id="11" creationId="{675A2C8F-A544-7AE6-BEB4-2BC816C0BC0F}"/>
          </ac:picMkLst>
        </pc:picChg>
        <pc:picChg chg="del">
          <ac:chgData name="Michael Aristodemou" userId="8f856845a52b247d" providerId="LiveId" clId="{9B00AFCF-B802-464E-AF44-A44E735D0D35}" dt="2026-10-07T09:59:39.484" v="10" actId="478"/>
          <ac:picMkLst>
            <pc:docMk/>
            <pc:sldMk cId="4067916431" sldId="320"/>
            <ac:picMk id="23" creationId="{C5F5226E-AED2-3098-1D6B-80E70009EC93}"/>
          </ac:picMkLst>
        </pc:picChg>
      </pc:sldChg>
      <pc:sldChg chg="addSp delSp modSp del mod">
        <pc:chgData name="Michael Aristodemou" userId="8f856845a52b247d" providerId="LiveId" clId="{9B00AFCF-B802-464E-AF44-A44E735D0D35}" dt="2026-10-07T13:52:21.631" v="126" actId="47"/>
        <pc:sldMkLst>
          <pc:docMk/>
          <pc:sldMk cId="1588510007" sldId="321"/>
        </pc:sldMkLst>
        <pc:spChg chg="mod">
          <ac:chgData name="Michael Aristodemou" userId="8f856845a52b247d" providerId="LiveId" clId="{9B00AFCF-B802-464E-AF44-A44E735D0D35}" dt="2026-10-07T13:42:49.597" v="80" actId="20577"/>
          <ac:spMkLst>
            <pc:docMk/>
            <pc:sldMk cId="1588510007" sldId="321"/>
            <ac:spMk id="2" creationId="{A4A79BF7-D081-CF82-17B2-248BCE6A0E15}"/>
          </ac:spMkLst>
        </pc:spChg>
        <pc:spChg chg="add mod">
          <ac:chgData name="Michael Aristodemou" userId="8f856845a52b247d" providerId="LiveId" clId="{9B00AFCF-B802-464E-AF44-A44E735D0D35}" dt="2026-10-07T13:42:39.518" v="37" actId="478"/>
          <ac:spMkLst>
            <pc:docMk/>
            <pc:sldMk cId="1588510007" sldId="321"/>
            <ac:spMk id="4" creationId="{377A584D-8248-B5F7-8C0B-DB3F0736F1E3}"/>
          </ac:spMkLst>
        </pc:spChg>
        <pc:picChg chg="del">
          <ac:chgData name="Michael Aristodemou" userId="8f856845a52b247d" providerId="LiveId" clId="{9B00AFCF-B802-464E-AF44-A44E735D0D35}" dt="2026-10-07T13:42:39.518" v="37" actId="478"/>
          <ac:picMkLst>
            <pc:docMk/>
            <pc:sldMk cId="1588510007" sldId="321"/>
            <ac:picMk id="5" creationId="{5B3590F7-913C-7477-1E13-A5BDCA591DEE}"/>
          </ac:picMkLst>
        </pc:picChg>
      </pc:sldChg>
      <pc:sldChg chg="modSp mod ord">
        <pc:chgData name="Michael Aristodemou" userId="8f856845a52b247d" providerId="LiveId" clId="{9B00AFCF-B802-464E-AF44-A44E735D0D35}" dt="2026-10-07T13:46:39.077" v="89"/>
        <pc:sldMkLst>
          <pc:docMk/>
          <pc:sldMk cId="3381333381" sldId="322"/>
        </pc:sldMkLst>
        <pc:picChg chg="mod">
          <ac:chgData name="Michael Aristodemou" userId="8f856845a52b247d" providerId="LiveId" clId="{9B00AFCF-B802-464E-AF44-A44E735D0D35}" dt="2026-10-07T12:50:07.030" v="36" actId="1076"/>
          <ac:picMkLst>
            <pc:docMk/>
            <pc:sldMk cId="3381333381" sldId="322"/>
            <ac:picMk id="7" creationId="{EBA75CA8-29A2-4F6C-DDBA-AADF71AF9819}"/>
          </ac:picMkLst>
        </pc:picChg>
      </pc:sldChg>
      <pc:sldChg chg="addSp delSp modSp mod">
        <pc:chgData name="Michael Aristodemou" userId="8f856845a52b247d" providerId="LiveId" clId="{9B00AFCF-B802-464E-AF44-A44E735D0D35}" dt="2026-10-08T06:58:26.288" v="309" actId="478"/>
        <pc:sldMkLst>
          <pc:docMk/>
          <pc:sldMk cId="500037224" sldId="323"/>
        </pc:sldMkLst>
        <pc:spChg chg="mod">
          <ac:chgData name="Michael Aristodemou" userId="8f856845a52b247d" providerId="LiveId" clId="{9B00AFCF-B802-464E-AF44-A44E735D0D35}" dt="2026-10-08T05:34:22.205" v="287" actId="20577"/>
          <ac:spMkLst>
            <pc:docMk/>
            <pc:sldMk cId="500037224" sldId="323"/>
            <ac:spMk id="2" creationId="{E08247D8-3EDC-4B17-611E-7123B7D565F9}"/>
          </ac:spMkLst>
        </pc:spChg>
        <pc:spChg chg="add del mod">
          <ac:chgData name="Michael Aristodemou" userId="8f856845a52b247d" providerId="LiveId" clId="{9B00AFCF-B802-464E-AF44-A44E735D0D35}" dt="2026-10-08T06:58:26.288" v="309" actId="478"/>
          <ac:spMkLst>
            <pc:docMk/>
            <pc:sldMk cId="500037224" sldId="323"/>
            <ac:spMk id="3" creationId="{F5C1F8A5-357A-D729-AED0-927E1D03310D}"/>
          </ac:spMkLst>
        </pc:spChg>
      </pc:sldChg>
      <pc:sldChg chg="modSp mod">
        <pc:chgData name="Michael Aristodemou" userId="8f856845a52b247d" providerId="LiveId" clId="{9B00AFCF-B802-464E-AF44-A44E735D0D35}" dt="2026-10-08T05:34:25.388" v="289" actId="20577"/>
        <pc:sldMkLst>
          <pc:docMk/>
          <pc:sldMk cId="2175256089" sldId="324"/>
        </pc:sldMkLst>
        <pc:spChg chg="mod">
          <ac:chgData name="Michael Aristodemou" userId="8f856845a52b247d" providerId="LiveId" clId="{9B00AFCF-B802-464E-AF44-A44E735D0D35}" dt="2026-10-08T05:34:25.388" v="289" actId="20577"/>
          <ac:spMkLst>
            <pc:docMk/>
            <pc:sldMk cId="2175256089" sldId="324"/>
            <ac:spMk id="2" creationId="{A6D123B4-0DD1-B7AB-E0E0-DB94BCCFA97B}"/>
          </ac:spMkLst>
        </pc:spChg>
      </pc:sldChg>
      <pc:sldChg chg="modSp mod">
        <pc:chgData name="Michael Aristodemou" userId="8f856845a52b247d" providerId="LiveId" clId="{9B00AFCF-B802-464E-AF44-A44E735D0D35}" dt="2026-10-08T05:34:28.539" v="291" actId="20577"/>
        <pc:sldMkLst>
          <pc:docMk/>
          <pc:sldMk cId="2223018788" sldId="325"/>
        </pc:sldMkLst>
        <pc:spChg chg="mod">
          <ac:chgData name="Michael Aristodemou" userId="8f856845a52b247d" providerId="LiveId" clId="{9B00AFCF-B802-464E-AF44-A44E735D0D35}" dt="2026-10-08T05:34:28.539" v="291" actId="20577"/>
          <ac:spMkLst>
            <pc:docMk/>
            <pc:sldMk cId="2223018788" sldId="325"/>
            <ac:spMk id="2" creationId="{FF531F9B-9E5B-3461-05CA-487ACCFB2376}"/>
          </ac:spMkLst>
        </pc:spChg>
      </pc:sldChg>
      <pc:sldChg chg="modSp mod">
        <pc:chgData name="Michael Aristodemou" userId="8f856845a52b247d" providerId="LiveId" clId="{9B00AFCF-B802-464E-AF44-A44E735D0D35}" dt="2026-10-08T07:15:54.984" v="354" actId="20577"/>
        <pc:sldMkLst>
          <pc:docMk/>
          <pc:sldMk cId="12229188" sldId="327"/>
        </pc:sldMkLst>
        <pc:spChg chg="mod">
          <ac:chgData name="Michael Aristodemou" userId="8f856845a52b247d" providerId="LiveId" clId="{9B00AFCF-B802-464E-AF44-A44E735D0D35}" dt="2026-10-08T07:15:54.984" v="354" actId="20577"/>
          <ac:spMkLst>
            <pc:docMk/>
            <pc:sldMk cId="12229188" sldId="327"/>
            <ac:spMk id="3" creationId="{51AA9080-0045-7E7E-CDD8-3F5379F8A152}"/>
          </ac:spMkLst>
        </pc:spChg>
      </pc:sldChg>
      <pc:sldChg chg="del">
        <pc:chgData name="Michael Aristodemou" userId="8f856845a52b247d" providerId="LiveId" clId="{9B00AFCF-B802-464E-AF44-A44E735D0D35}" dt="2026-10-08T16:16:15.442" v="472" actId="2696"/>
        <pc:sldMkLst>
          <pc:docMk/>
          <pc:sldMk cId="4287567462" sldId="328"/>
        </pc:sldMkLst>
      </pc:sldChg>
      <pc:sldChg chg="del">
        <pc:chgData name="Michael Aristodemou" userId="8f856845a52b247d" providerId="LiveId" clId="{9B00AFCF-B802-464E-AF44-A44E735D0D35}" dt="2026-10-08T16:16:28.002" v="473" actId="47"/>
        <pc:sldMkLst>
          <pc:docMk/>
          <pc:sldMk cId="1972545104" sldId="329"/>
        </pc:sldMkLst>
      </pc:sldChg>
      <pc:sldChg chg="del">
        <pc:chgData name="Michael Aristodemou" userId="8f856845a52b247d" providerId="LiveId" clId="{9B00AFCF-B802-464E-AF44-A44E735D0D35}" dt="2026-10-08T16:16:15.442" v="472" actId="2696"/>
        <pc:sldMkLst>
          <pc:docMk/>
          <pc:sldMk cId="2404404239" sldId="330"/>
        </pc:sldMkLst>
      </pc:sldChg>
      <pc:sldChg chg="del">
        <pc:chgData name="Michael Aristodemou" userId="8f856845a52b247d" providerId="LiveId" clId="{9B00AFCF-B802-464E-AF44-A44E735D0D35}" dt="2026-10-08T16:16:15.442" v="472" actId="2696"/>
        <pc:sldMkLst>
          <pc:docMk/>
          <pc:sldMk cId="2399267041" sldId="331"/>
        </pc:sldMkLst>
      </pc:sldChg>
      <pc:sldChg chg="del">
        <pc:chgData name="Michael Aristodemou" userId="8f856845a52b247d" providerId="LiveId" clId="{9B00AFCF-B802-464E-AF44-A44E735D0D35}" dt="2026-10-08T16:16:15.442" v="472" actId="2696"/>
        <pc:sldMkLst>
          <pc:docMk/>
          <pc:sldMk cId="399071844" sldId="332"/>
        </pc:sldMkLst>
      </pc:sldChg>
      <pc:sldChg chg="del">
        <pc:chgData name="Michael Aristodemou" userId="8f856845a52b247d" providerId="LiveId" clId="{9B00AFCF-B802-464E-AF44-A44E735D0D35}" dt="2026-10-08T16:16:15.442" v="472" actId="2696"/>
        <pc:sldMkLst>
          <pc:docMk/>
          <pc:sldMk cId="2876348730" sldId="333"/>
        </pc:sldMkLst>
      </pc:sldChg>
      <pc:sldChg chg="del">
        <pc:chgData name="Michael Aristodemou" userId="8f856845a52b247d" providerId="LiveId" clId="{9B00AFCF-B802-464E-AF44-A44E735D0D35}" dt="2026-10-08T16:16:15.442" v="472" actId="2696"/>
        <pc:sldMkLst>
          <pc:docMk/>
          <pc:sldMk cId="2286816937" sldId="334"/>
        </pc:sldMkLst>
      </pc:sldChg>
      <pc:sldChg chg="del">
        <pc:chgData name="Michael Aristodemou" userId="8f856845a52b247d" providerId="LiveId" clId="{9B00AFCF-B802-464E-AF44-A44E735D0D35}" dt="2026-10-08T16:16:15.442" v="472" actId="2696"/>
        <pc:sldMkLst>
          <pc:docMk/>
          <pc:sldMk cId="1969320767" sldId="336"/>
        </pc:sldMkLst>
      </pc:sldChg>
      <pc:sldChg chg="modNotesTx">
        <pc:chgData name="Michael Aristodemou" userId="8f856845a52b247d" providerId="LiveId" clId="{9B00AFCF-B802-464E-AF44-A44E735D0D35}" dt="2026-10-08T16:16:40.444" v="482" actId="20577"/>
        <pc:sldMkLst>
          <pc:docMk/>
          <pc:sldMk cId="1379567429" sldId="355"/>
        </pc:sldMkLst>
      </pc:sldChg>
      <pc:sldChg chg="modNotesTx">
        <pc:chgData name="Michael Aristodemou" userId="8f856845a52b247d" providerId="LiveId" clId="{9B00AFCF-B802-464E-AF44-A44E735D0D35}" dt="2026-10-08T08:25:11.461" v="393" actId="20577"/>
        <pc:sldMkLst>
          <pc:docMk/>
          <pc:sldMk cId="3239657140" sldId="356"/>
        </pc:sldMkLst>
      </pc:sldChg>
      <pc:sldChg chg="modSp mod">
        <pc:chgData name="Michael Aristodemou" userId="8f856845a52b247d" providerId="LiveId" clId="{9B00AFCF-B802-464E-AF44-A44E735D0D35}" dt="2026-10-08T08:26:36.462" v="395" actId="20577"/>
        <pc:sldMkLst>
          <pc:docMk/>
          <pc:sldMk cId="2347330004" sldId="360"/>
        </pc:sldMkLst>
        <pc:spChg chg="mod">
          <ac:chgData name="Michael Aristodemou" userId="8f856845a52b247d" providerId="LiveId" clId="{9B00AFCF-B802-464E-AF44-A44E735D0D35}" dt="2026-10-08T08:26:36.462" v="395" actId="20577"/>
          <ac:spMkLst>
            <pc:docMk/>
            <pc:sldMk cId="2347330004" sldId="360"/>
            <ac:spMk id="3" creationId="{60A9DF38-9B9A-533A-E0C4-169EEC0E917E}"/>
          </ac:spMkLst>
        </pc:spChg>
      </pc:sldChg>
      <pc:sldChg chg="addSp modSp mod">
        <pc:chgData name="Michael Aristodemou" userId="8f856845a52b247d" providerId="LiveId" clId="{9B00AFCF-B802-464E-AF44-A44E735D0D35}" dt="2026-10-08T07:05:24.168" v="338" actId="1076"/>
        <pc:sldMkLst>
          <pc:docMk/>
          <pc:sldMk cId="3301621454" sldId="366"/>
        </pc:sldMkLst>
        <pc:spChg chg="add mod">
          <ac:chgData name="Michael Aristodemou" userId="8f856845a52b247d" providerId="LiveId" clId="{9B00AFCF-B802-464E-AF44-A44E735D0D35}" dt="2026-10-08T07:05:24.168" v="338" actId="1076"/>
          <ac:spMkLst>
            <pc:docMk/>
            <pc:sldMk cId="3301621454" sldId="366"/>
            <ac:spMk id="3" creationId="{CDD26633-84A1-7168-D633-4CD81CE45677}"/>
          </ac:spMkLst>
        </pc:spChg>
      </pc:sldChg>
      <pc:sldChg chg="addSp delSp modSp add mod ord">
        <pc:chgData name="Michael Aristodemou" userId="8f856845a52b247d" providerId="LiveId" clId="{9B00AFCF-B802-464E-AF44-A44E735D0D35}" dt="2026-10-07T13:44:41.324" v="83" actId="20577"/>
        <pc:sldMkLst>
          <pc:docMk/>
          <pc:sldMk cId="1984084964" sldId="369"/>
        </pc:sldMkLst>
        <pc:spChg chg="mod">
          <ac:chgData name="Michael Aristodemou" userId="8f856845a52b247d" providerId="LiveId" clId="{9B00AFCF-B802-464E-AF44-A44E735D0D35}" dt="2026-10-07T13:44:41.324" v="83" actId="20577"/>
          <ac:spMkLst>
            <pc:docMk/>
            <pc:sldMk cId="1984084964" sldId="369"/>
            <ac:spMk id="2" creationId="{56D1B76D-3DB2-738A-1998-6DDACF668BCE}"/>
          </ac:spMkLst>
        </pc:spChg>
        <pc:picChg chg="add del mod">
          <ac:chgData name="Michael Aristodemou" userId="8f856845a52b247d" providerId="LiveId" clId="{9B00AFCF-B802-464E-AF44-A44E735D0D35}" dt="2026-10-07T10:15:59.912" v="24" actId="478"/>
          <ac:picMkLst>
            <pc:docMk/>
            <pc:sldMk cId="1984084964" sldId="369"/>
            <ac:picMk id="4" creationId="{E6682EAF-AB41-3E50-5EA7-FB16E4043398}"/>
          </ac:picMkLst>
        </pc:picChg>
        <pc:picChg chg="add del mod">
          <ac:chgData name="Michael Aristodemou" userId="8f856845a52b247d" providerId="LiveId" clId="{9B00AFCF-B802-464E-AF44-A44E735D0D35}" dt="2026-10-07T10:15:58.786" v="23" actId="478"/>
          <ac:picMkLst>
            <pc:docMk/>
            <pc:sldMk cId="1984084964" sldId="369"/>
            <ac:picMk id="12" creationId="{4BEEDA3D-7FA5-5D21-614A-C2DDB93EDD10}"/>
          </ac:picMkLst>
        </pc:picChg>
        <pc:picChg chg="add mod">
          <ac:chgData name="Michael Aristodemou" userId="8f856845a52b247d" providerId="LiveId" clId="{9B00AFCF-B802-464E-AF44-A44E735D0D35}" dt="2026-10-07T10:03:59.167" v="19" actId="1076"/>
          <ac:picMkLst>
            <pc:docMk/>
            <pc:sldMk cId="1984084964" sldId="369"/>
            <ac:picMk id="17" creationId="{81BA171A-0C30-B1A0-BE8A-C4D45D416278}"/>
          </ac:picMkLst>
        </pc:picChg>
        <pc:picChg chg="del mod">
          <ac:chgData name="Michael Aristodemou" userId="8f856845a52b247d" providerId="LiveId" clId="{9B00AFCF-B802-464E-AF44-A44E735D0D35}" dt="2026-10-07T10:15:57.803" v="22" actId="478"/>
          <ac:picMkLst>
            <pc:docMk/>
            <pc:sldMk cId="1984084964" sldId="369"/>
            <ac:picMk id="21" creationId="{FAEFB4A9-DD12-AE74-3CB8-1B0A98A26AE1}"/>
          </ac:picMkLst>
        </pc:picChg>
        <pc:picChg chg="del">
          <ac:chgData name="Michael Aristodemou" userId="8f856845a52b247d" providerId="LiveId" clId="{9B00AFCF-B802-464E-AF44-A44E735D0D35}" dt="2026-10-07T09:59:03.522" v="1" actId="478"/>
          <ac:picMkLst>
            <pc:docMk/>
            <pc:sldMk cId="1984084964" sldId="369"/>
            <ac:picMk id="22" creationId="{16D256AA-282E-CD4A-2A4E-FC50445E9EED}"/>
          </ac:picMkLst>
        </pc:picChg>
        <pc:picChg chg="del">
          <ac:chgData name="Michael Aristodemou" userId="8f856845a52b247d" providerId="LiveId" clId="{9B00AFCF-B802-464E-AF44-A44E735D0D35}" dt="2026-10-07T09:59:04.534" v="2" actId="478"/>
          <ac:picMkLst>
            <pc:docMk/>
            <pc:sldMk cId="1984084964" sldId="369"/>
            <ac:picMk id="23" creationId="{538359FC-3041-0149-86DC-1FD6B7EBD22A}"/>
          </ac:picMkLst>
        </pc:picChg>
        <pc:picChg chg="del">
          <ac:chgData name="Michael Aristodemou" userId="8f856845a52b247d" providerId="LiveId" clId="{9B00AFCF-B802-464E-AF44-A44E735D0D35}" dt="2026-10-07T09:59:05.179" v="3" actId="478"/>
          <ac:picMkLst>
            <pc:docMk/>
            <pc:sldMk cId="1984084964" sldId="369"/>
            <ac:picMk id="34" creationId="{9C16B7D6-72C0-5430-468B-5A1C277CE977}"/>
          </ac:picMkLst>
        </pc:picChg>
      </pc:sldChg>
      <pc:sldChg chg="add del ord">
        <pc:chgData name="Michael Aristodemou" userId="8f856845a52b247d" providerId="LiveId" clId="{9B00AFCF-B802-464E-AF44-A44E735D0D35}" dt="2026-10-07T10:18:03.321" v="28" actId="47"/>
        <pc:sldMkLst>
          <pc:docMk/>
          <pc:sldMk cId="1174512206" sldId="370"/>
        </pc:sldMkLst>
      </pc:sldChg>
      <pc:sldChg chg="delSp modSp add mod ord">
        <pc:chgData name="Michael Aristodemou" userId="8f856845a52b247d" providerId="LiveId" clId="{9B00AFCF-B802-464E-AF44-A44E735D0D35}" dt="2026-10-08T05:37:43.967" v="292" actId="20577"/>
        <pc:sldMkLst>
          <pc:docMk/>
          <pc:sldMk cId="3603576011" sldId="371"/>
        </pc:sldMkLst>
        <pc:spChg chg="mod">
          <ac:chgData name="Michael Aristodemou" userId="8f856845a52b247d" providerId="LiveId" clId="{9B00AFCF-B802-464E-AF44-A44E735D0D35}" dt="2026-10-08T05:37:43.967" v="292" actId="20577"/>
          <ac:spMkLst>
            <pc:docMk/>
            <pc:sldMk cId="3603576011" sldId="371"/>
            <ac:spMk id="2" creationId="{5FDD4279-983E-FA2C-8959-948108999F74}"/>
          </ac:spMkLst>
        </pc:spChg>
        <pc:picChg chg="del">
          <ac:chgData name="Michael Aristodemou" userId="8f856845a52b247d" providerId="LiveId" clId="{9B00AFCF-B802-464E-AF44-A44E735D0D35}" dt="2026-10-07T10:16:13.651" v="25" actId="478"/>
          <ac:picMkLst>
            <pc:docMk/>
            <pc:sldMk cId="3603576011" sldId="371"/>
            <ac:picMk id="4" creationId="{D09CD313-B42D-0E55-652F-CFCE404FBD29}"/>
          </ac:picMkLst>
        </pc:picChg>
        <pc:picChg chg="del">
          <ac:chgData name="Michael Aristodemou" userId="8f856845a52b247d" providerId="LiveId" clId="{9B00AFCF-B802-464E-AF44-A44E735D0D35}" dt="2026-10-07T10:04:13.419" v="21" actId="478"/>
          <ac:picMkLst>
            <pc:docMk/>
            <pc:sldMk cId="3603576011" sldId="371"/>
            <ac:picMk id="8" creationId="{DC994E33-AB2F-B254-A787-B701F96122CD}"/>
          </ac:picMkLst>
        </pc:picChg>
        <pc:picChg chg="del">
          <ac:chgData name="Michael Aristodemou" userId="8f856845a52b247d" providerId="LiveId" clId="{9B00AFCF-B802-464E-AF44-A44E735D0D35}" dt="2026-10-07T10:04:13.419" v="21" actId="478"/>
          <ac:picMkLst>
            <pc:docMk/>
            <pc:sldMk cId="3603576011" sldId="371"/>
            <ac:picMk id="9" creationId="{8C67E66C-C6A0-B24B-C16A-24FB112EA5EE}"/>
          </ac:picMkLst>
        </pc:picChg>
        <pc:picChg chg="del">
          <ac:chgData name="Michael Aristodemou" userId="8f856845a52b247d" providerId="LiveId" clId="{9B00AFCF-B802-464E-AF44-A44E735D0D35}" dt="2026-10-07T10:04:13.419" v="21" actId="478"/>
          <ac:picMkLst>
            <pc:docMk/>
            <pc:sldMk cId="3603576011" sldId="371"/>
            <ac:picMk id="10" creationId="{5CF75914-E389-17F1-FD9F-1847470D0F48}"/>
          </ac:picMkLst>
        </pc:picChg>
        <pc:picChg chg="del">
          <ac:chgData name="Michael Aristodemou" userId="8f856845a52b247d" providerId="LiveId" clId="{9B00AFCF-B802-464E-AF44-A44E735D0D35}" dt="2026-10-07T10:16:14.147" v="26" actId="478"/>
          <ac:picMkLst>
            <pc:docMk/>
            <pc:sldMk cId="3603576011" sldId="371"/>
            <ac:picMk id="12" creationId="{C2CEB0CD-7B68-E0EC-C5C7-E94220C97D82}"/>
          </ac:picMkLst>
        </pc:picChg>
        <pc:picChg chg="del">
          <ac:chgData name="Michael Aristodemou" userId="8f856845a52b247d" providerId="LiveId" clId="{9B00AFCF-B802-464E-AF44-A44E735D0D35}" dt="2026-10-07T10:04:13.419" v="21" actId="478"/>
          <ac:picMkLst>
            <pc:docMk/>
            <pc:sldMk cId="3603576011" sldId="371"/>
            <ac:picMk id="17" creationId="{A9655973-A994-6DF0-EC4F-E147B15F1439}"/>
          </ac:picMkLst>
        </pc:picChg>
        <pc:picChg chg="del">
          <ac:chgData name="Michael Aristodemou" userId="8f856845a52b247d" providerId="LiveId" clId="{9B00AFCF-B802-464E-AF44-A44E735D0D35}" dt="2026-10-07T10:04:13.419" v="21" actId="478"/>
          <ac:picMkLst>
            <pc:docMk/>
            <pc:sldMk cId="3603576011" sldId="371"/>
            <ac:picMk id="21" creationId="{74665412-ADA5-D40C-0090-D647ADC8BDE3}"/>
          </ac:picMkLst>
        </pc:picChg>
      </pc:sldChg>
      <pc:sldChg chg="addSp delSp modSp add mod ord">
        <pc:chgData name="Michael Aristodemou" userId="8f856845a52b247d" providerId="LiveId" clId="{9B00AFCF-B802-464E-AF44-A44E735D0D35}" dt="2026-10-08T05:33:16.825" v="285" actId="20577"/>
        <pc:sldMkLst>
          <pc:docMk/>
          <pc:sldMk cId="1727410416" sldId="372"/>
        </pc:sldMkLst>
        <pc:spChg chg="mod">
          <ac:chgData name="Michael Aristodemou" userId="8f856845a52b247d" providerId="LiveId" clId="{9B00AFCF-B802-464E-AF44-A44E735D0D35}" dt="2026-10-08T05:33:16.825" v="285" actId="20577"/>
          <ac:spMkLst>
            <pc:docMk/>
            <pc:sldMk cId="1727410416" sldId="372"/>
            <ac:spMk id="2" creationId="{656D0EDA-2F29-EE5B-A2C1-B01FB62AA972}"/>
          </ac:spMkLst>
        </pc:spChg>
        <pc:spChg chg="del">
          <ac:chgData name="Michael Aristodemou" userId="8f856845a52b247d" providerId="LiveId" clId="{9B00AFCF-B802-464E-AF44-A44E735D0D35}" dt="2026-10-07T13:48:40.003" v="107" actId="478"/>
          <ac:spMkLst>
            <pc:docMk/>
            <pc:sldMk cId="1727410416" sldId="372"/>
            <ac:spMk id="4" creationId="{3C9D289B-EDE8-7130-1F1C-B332B47FC2A7}"/>
          </ac:spMkLst>
        </pc:spChg>
        <pc:spChg chg="del">
          <ac:chgData name="Michael Aristodemou" userId="8f856845a52b247d" providerId="LiveId" clId="{9B00AFCF-B802-464E-AF44-A44E735D0D35}" dt="2026-10-07T13:48:40.003" v="107" actId="478"/>
          <ac:spMkLst>
            <pc:docMk/>
            <pc:sldMk cId="1727410416" sldId="372"/>
            <ac:spMk id="5" creationId="{F4112AE7-2F79-ABC7-96B6-56ABA3A97872}"/>
          </ac:spMkLst>
        </pc:spChg>
        <pc:spChg chg="del">
          <ac:chgData name="Michael Aristodemou" userId="8f856845a52b247d" providerId="LiveId" clId="{9B00AFCF-B802-464E-AF44-A44E735D0D35}" dt="2026-10-07T13:48:40.003" v="107" actId="478"/>
          <ac:spMkLst>
            <pc:docMk/>
            <pc:sldMk cId="1727410416" sldId="372"/>
            <ac:spMk id="6" creationId="{B9473134-5996-F37D-8A79-B0CDA34A5380}"/>
          </ac:spMkLst>
        </pc:spChg>
        <pc:spChg chg="del">
          <ac:chgData name="Michael Aristodemou" userId="8f856845a52b247d" providerId="LiveId" clId="{9B00AFCF-B802-464E-AF44-A44E735D0D35}" dt="2026-10-07T13:48:40.003" v="107" actId="478"/>
          <ac:spMkLst>
            <pc:docMk/>
            <pc:sldMk cId="1727410416" sldId="372"/>
            <ac:spMk id="7" creationId="{CC34674B-D746-5B85-3BC5-ED8159042F14}"/>
          </ac:spMkLst>
        </pc:spChg>
        <pc:spChg chg="del">
          <ac:chgData name="Michael Aristodemou" userId="8f856845a52b247d" providerId="LiveId" clId="{9B00AFCF-B802-464E-AF44-A44E735D0D35}" dt="2026-10-07T13:48:40.003" v="107" actId="478"/>
          <ac:spMkLst>
            <pc:docMk/>
            <pc:sldMk cId="1727410416" sldId="372"/>
            <ac:spMk id="8" creationId="{75D6677A-2C72-168F-AA0E-A1D58C5A8A48}"/>
          </ac:spMkLst>
        </pc:spChg>
        <pc:spChg chg="del">
          <ac:chgData name="Michael Aristodemou" userId="8f856845a52b247d" providerId="LiveId" clId="{9B00AFCF-B802-464E-AF44-A44E735D0D35}" dt="2026-10-07T13:48:40.003" v="107" actId="478"/>
          <ac:spMkLst>
            <pc:docMk/>
            <pc:sldMk cId="1727410416" sldId="372"/>
            <ac:spMk id="16" creationId="{507EBFA1-C0C0-5214-903E-47FCCCA47D17}"/>
          </ac:spMkLst>
        </pc:spChg>
        <pc:spChg chg="del">
          <ac:chgData name="Michael Aristodemou" userId="8f856845a52b247d" providerId="LiveId" clId="{9B00AFCF-B802-464E-AF44-A44E735D0D35}" dt="2026-10-07T13:48:40.003" v="107" actId="478"/>
          <ac:spMkLst>
            <pc:docMk/>
            <pc:sldMk cId="1727410416" sldId="372"/>
            <ac:spMk id="17" creationId="{613F3ECC-BFC0-A66E-5F00-C67361E458EA}"/>
          </ac:spMkLst>
        </pc:spChg>
        <pc:spChg chg="add mod">
          <ac:chgData name="Michael Aristodemou" userId="8f856845a52b247d" providerId="LiveId" clId="{9B00AFCF-B802-464E-AF44-A44E735D0D35}" dt="2026-10-07T13:54:31.706" v="182" actId="207"/>
          <ac:spMkLst>
            <pc:docMk/>
            <pc:sldMk cId="1727410416" sldId="372"/>
            <ac:spMk id="21" creationId="{281EFFF2-B0C4-3FF3-E3A0-EC2270A97222}"/>
          </ac:spMkLst>
        </pc:spChg>
        <pc:spChg chg="add del mod">
          <ac:chgData name="Michael Aristodemou" userId="8f856845a52b247d" providerId="LiveId" clId="{9B00AFCF-B802-464E-AF44-A44E735D0D35}" dt="2026-10-07T13:54:58.533" v="185" actId="478"/>
          <ac:spMkLst>
            <pc:docMk/>
            <pc:sldMk cId="1727410416" sldId="372"/>
            <ac:spMk id="23" creationId="{4E6713E4-780E-EE19-73D8-88BD0BE06394}"/>
          </ac:spMkLst>
        </pc:spChg>
        <pc:picChg chg="add del mod">
          <ac:chgData name="Michael Aristodemou" userId="8f856845a52b247d" providerId="LiveId" clId="{9B00AFCF-B802-464E-AF44-A44E735D0D35}" dt="2026-10-07T13:50:27.096" v="115" actId="478"/>
          <ac:picMkLst>
            <pc:docMk/>
            <pc:sldMk cId="1727410416" sldId="372"/>
            <ac:picMk id="18" creationId="{89114170-8549-2064-F277-F7239D7B3D7C}"/>
          </ac:picMkLst>
        </pc:picChg>
        <pc:picChg chg="add mod">
          <ac:chgData name="Michael Aristodemou" userId="8f856845a52b247d" providerId="LiveId" clId="{9B00AFCF-B802-464E-AF44-A44E735D0D35}" dt="2026-10-07T13:53:25.208" v="130" actId="1076"/>
          <ac:picMkLst>
            <pc:docMk/>
            <pc:sldMk cId="1727410416" sldId="372"/>
            <ac:picMk id="20" creationId="{B1D03A0D-34A4-21A0-86F3-14D9A5FB6953}"/>
          </ac:picMkLst>
        </pc:picChg>
        <pc:cxnChg chg="del">
          <ac:chgData name="Michael Aristodemou" userId="8f856845a52b247d" providerId="LiveId" clId="{9B00AFCF-B802-464E-AF44-A44E735D0D35}" dt="2026-10-07T13:48:40.003" v="107" actId="478"/>
          <ac:cxnSpMkLst>
            <pc:docMk/>
            <pc:sldMk cId="1727410416" sldId="372"/>
            <ac:cxnSpMk id="11" creationId="{59AF3EE4-B7F5-1683-5EE1-96E5D5FC152F}"/>
          </ac:cxnSpMkLst>
        </pc:cxnChg>
        <pc:cxnChg chg="del mod">
          <ac:chgData name="Michael Aristodemou" userId="8f856845a52b247d" providerId="LiveId" clId="{9B00AFCF-B802-464E-AF44-A44E735D0D35}" dt="2026-10-07T13:48:40.003" v="107" actId="478"/>
          <ac:cxnSpMkLst>
            <pc:docMk/>
            <pc:sldMk cId="1727410416" sldId="372"/>
            <ac:cxnSpMk id="12" creationId="{870AFE03-6494-B663-DA39-A762B0D469C1}"/>
          </ac:cxnSpMkLst>
        </pc:cxnChg>
        <pc:cxnChg chg="del mod">
          <ac:chgData name="Michael Aristodemou" userId="8f856845a52b247d" providerId="LiveId" clId="{9B00AFCF-B802-464E-AF44-A44E735D0D35}" dt="2026-10-07T13:48:40.003" v="107" actId="478"/>
          <ac:cxnSpMkLst>
            <pc:docMk/>
            <pc:sldMk cId="1727410416" sldId="372"/>
            <ac:cxnSpMk id="13" creationId="{26E35283-86A5-B997-26E1-20A2CAEEAA81}"/>
          </ac:cxnSpMkLst>
        </pc:cxnChg>
      </pc:sldChg>
      <pc:sldChg chg="addSp delSp modSp add mod ord">
        <pc:chgData name="Michael Aristodemou" userId="8f856845a52b247d" providerId="LiveId" clId="{9B00AFCF-B802-464E-AF44-A44E735D0D35}" dt="2026-10-08T06:58:23.434" v="308" actId="478"/>
        <pc:sldMkLst>
          <pc:docMk/>
          <pc:sldMk cId="211249189" sldId="373"/>
        </pc:sldMkLst>
        <pc:spChg chg="del">
          <ac:chgData name="Michael Aristodemou" userId="8f856845a52b247d" providerId="LiveId" clId="{9B00AFCF-B802-464E-AF44-A44E735D0D35}" dt="2026-10-08T06:33:56.935" v="303" actId="478"/>
          <ac:spMkLst>
            <pc:docMk/>
            <pc:sldMk cId="211249189" sldId="373"/>
            <ac:spMk id="2" creationId="{029085F8-874A-0FA2-18B1-C81DAF26239F}"/>
          </ac:spMkLst>
        </pc:spChg>
        <pc:spChg chg="add del mod">
          <ac:chgData name="Michael Aristodemou" userId="8f856845a52b247d" providerId="LiveId" clId="{9B00AFCF-B802-464E-AF44-A44E735D0D35}" dt="2026-10-08T06:58:23.434" v="308" actId="478"/>
          <ac:spMkLst>
            <pc:docMk/>
            <pc:sldMk cId="211249189" sldId="373"/>
            <ac:spMk id="3" creationId="{5A977F07-0CC0-1A66-F038-41B6CA9C990B}"/>
          </ac:spMkLst>
        </pc:spChg>
        <pc:spChg chg="add del mod">
          <ac:chgData name="Michael Aristodemou" userId="8f856845a52b247d" providerId="LiveId" clId="{9B00AFCF-B802-464E-AF44-A44E735D0D35}" dt="2026-10-08T06:33:58.686" v="304" actId="478"/>
          <ac:spMkLst>
            <pc:docMk/>
            <pc:sldMk cId="211249189" sldId="373"/>
            <ac:spMk id="5" creationId="{A33941FB-94C7-D269-2FE4-5D0F448B4267}"/>
          </ac:spMkLst>
        </pc:spChg>
        <pc:spChg chg="del">
          <ac:chgData name="Michael Aristodemou" userId="8f856845a52b247d" providerId="LiveId" clId="{9B00AFCF-B802-464E-AF44-A44E735D0D35}" dt="2026-10-08T06:15:54.079" v="298" actId="478"/>
          <ac:spMkLst>
            <pc:docMk/>
            <pc:sldMk cId="211249189" sldId="373"/>
            <ac:spMk id="6" creationId="{1A1256A8-627D-5033-69A1-4E8C30C42F6B}"/>
          </ac:spMkLst>
        </pc:spChg>
        <pc:spChg chg="del">
          <ac:chgData name="Michael Aristodemou" userId="8f856845a52b247d" providerId="LiveId" clId="{9B00AFCF-B802-464E-AF44-A44E735D0D35}" dt="2026-10-08T06:15:54.079" v="298" actId="478"/>
          <ac:spMkLst>
            <pc:docMk/>
            <pc:sldMk cId="211249189" sldId="373"/>
            <ac:spMk id="7" creationId="{D8E958E6-E3A4-2692-62D9-10DCE25D3B34}"/>
          </ac:spMkLst>
        </pc:spChg>
        <pc:spChg chg="del">
          <ac:chgData name="Michael Aristodemou" userId="8f856845a52b247d" providerId="LiveId" clId="{9B00AFCF-B802-464E-AF44-A44E735D0D35}" dt="2026-10-08T06:15:54.079" v="298" actId="478"/>
          <ac:spMkLst>
            <pc:docMk/>
            <pc:sldMk cId="211249189" sldId="373"/>
            <ac:spMk id="8" creationId="{AA26810C-1CA3-2AF2-FB81-73E5992884B5}"/>
          </ac:spMkLst>
        </pc:spChg>
        <pc:spChg chg="del">
          <ac:chgData name="Michael Aristodemou" userId="8f856845a52b247d" providerId="LiveId" clId="{9B00AFCF-B802-464E-AF44-A44E735D0D35}" dt="2026-10-08T06:15:54.079" v="298" actId="478"/>
          <ac:spMkLst>
            <pc:docMk/>
            <pc:sldMk cId="211249189" sldId="373"/>
            <ac:spMk id="9" creationId="{B595F8FF-756B-755A-DB76-5E8A2AA1C6D5}"/>
          </ac:spMkLst>
        </pc:spChg>
        <pc:spChg chg="del">
          <ac:chgData name="Michael Aristodemou" userId="8f856845a52b247d" providerId="LiveId" clId="{9B00AFCF-B802-464E-AF44-A44E735D0D35}" dt="2026-10-08T06:15:54.079" v="298" actId="478"/>
          <ac:spMkLst>
            <pc:docMk/>
            <pc:sldMk cId="211249189" sldId="373"/>
            <ac:spMk id="10" creationId="{894BC1A1-FC39-A6B4-E4C2-26D339C03C78}"/>
          </ac:spMkLst>
        </pc:spChg>
        <pc:spChg chg="del">
          <ac:chgData name="Michael Aristodemou" userId="8f856845a52b247d" providerId="LiveId" clId="{9B00AFCF-B802-464E-AF44-A44E735D0D35}" dt="2026-10-08T06:15:54.079" v="298" actId="478"/>
          <ac:spMkLst>
            <pc:docMk/>
            <pc:sldMk cId="211249189" sldId="373"/>
            <ac:spMk id="11" creationId="{1F753CCA-5D2F-14F2-1A1E-4205CB1B5820}"/>
          </ac:spMkLst>
        </pc:spChg>
        <pc:cxnChg chg="del mod">
          <ac:chgData name="Michael Aristodemou" userId="8f856845a52b247d" providerId="LiveId" clId="{9B00AFCF-B802-464E-AF44-A44E735D0D35}" dt="2026-10-08T06:15:54.079" v="298" actId="478"/>
          <ac:cxnSpMkLst>
            <pc:docMk/>
            <pc:sldMk cId="211249189" sldId="373"/>
            <ac:cxnSpMk id="12" creationId="{BBDEA476-1013-A1D5-97D5-02D4FB20C1D0}"/>
          </ac:cxnSpMkLst>
        </pc:cxnChg>
        <pc:cxnChg chg="del mod">
          <ac:chgData name="Michael Aristodemou" userId="8f856845a52b247d" providerId="LiveId" clId="{9B00AFCF-B802-464E-AF44-A44E735D0D35}" dt="2026-10-08T06:15:54.079" v="298" actId="478"/>
          <ac:cxnSpMkLst>
            <pc:docMk/>
            <pc:sldMk cId="211249189" sldId="373"/>
            <ac:cxnSpMk id="13" creationId="{B29F35C2-EDC4-1E65-7B93-2843C99082A7}"/>
          </ac:cxnSpMkLst>
        </pc:cxnChg>
      </pc:sldChg>
      <pc:sldChg chg="addSp delSp modSp new mod ord">
        <pc:chgData name="Michael Aristodemou" userId="8f856845a52b247d" providerId="LiveId" clId="{9B00AFCF-B802-464E-AF44-A44E735D0D35}" dt="2026-10-08T08:14:06.407" v="356"/>
        <pc:sldMkLst>
          <pc:docMk/>
          <pc:sldMk cId="134049777" sldId="374"/>
        </pc:sldMkLst>
        <pc:spChg chg="del">
          <ac:chgData name="Michael Aristodemou" userId="8f856845a52b247d" providerId="LiveId" clId="{9B00AFCF-B802-464E-AF44-A44E735D0D35}" dt="2026-10-08T07:11:00.441" v="340" actId="478"/>
          <ac:spMkLst>
            <pc:docMk/>
            <pc:sldMk cId="134049777" sldId="374"/>
            <ac:spMk id="2" creationId="{2EF51CA5-6AED-AC99-1B39-49B6C87D4D8B}"/>
          </ac:spMkLst>
        </pc:spChg>
        <pc:spChg chg="del">
          <ac:chgData name="Michael Aristodemou" userId="8f856845a52b247d" providerId="LiveId" clId="{9B00AFCF-B802-464E-AF44-A44E735D0D35}" dt="2026-10-08T07:11:01.289" v="341" actId="478"/>
          <ac:spMkLst>
            <pc:docMk/>
            <pc:sldMk cId="134049777" sldId="374"/>
            <ac:spMk id="3" creationId="{3EA0D87F-3F93-5C2B-3FDE-320634896265}"/>
          </ac:spMkLst>
        </pc:spChg>
        <pc:picChg chg="add mod">
          <ac:chgData name="Michael Aristodemou" userId="8f856845a52b247d" providerId="LiveId" clId="{9B00AFCF-B802-464E-AF44-A44E735D0D35}" dt="2026-10-08T07:11:13.303" v="345"/>
          <ac:picMkLst>
            <pc:docMk/>
            <pc:sldMk cId="134049777" sldId="374"/>
            <ac:picMk id="5" creationId="{90069C1C-C13A-ECBE-75D2-C492E2F0F695}"/>
          </ac:picMkLst>
        </pc:picChg>
      </pc:sldChg>
      <pc:sldChg chg="addSp modSp add mod ord">
        <pc:chgData name="Michael Aristodemou" userId="8f856845a52b247d" providerId="LiveId" clId="{9B00AFCF-B802-464E-AF44-A44E735D0D35}" dt="2026-10-08T08:14:06.407" v="356"/>
        <pc:sldMkLst>
          <pc:docMk/>
          <pc:sldMk cId="1717150817" sldId="375"/>
        </pc:sldMkLst>
        <pc:picChg chg="add mod">
          <ac:chgData name="Michael Aristodemou" userId="8f856845a52b247d" providerId="LiveId" clId="{9B00AFCF-B802-464E-AF44-A44E735D0D35}" dt="2026-10-08T07:11:21.728" v="347"/>
          <ac:picMkLst>
            <pc:docMk/>
            <pc:sldMk cId="1717150817" sldId="375"/>
            <ac:picMk id="3" creationId="{53CCBD1D-8466-6ED3-D49F-4D0D15AE8F8A}"/>
          </ac:picMkLst>
        </pc:picChg>
      </pc:sldChg>
      <pc:sldChg chg="addSp modSp add mod ord">
        <pc:chgData name="Michael Aristodemou" userId="8f856845a52b247d" providerId="LiveId" clId="{9B00AFCF-B802-464E-AF44-A44E735D0D35}" dt="2026-10-08T08:14:06.407" v="356"/>
        <pc:sldMkLst>
          <pc:docMk/>
          <pc:sldMk cId="1635461151" sldId="376"/>
        </pc:sldMkLst>
        <pc:picChg chg="add mod">
          <ac:chgData name="Michael Aristodemou" userId="8f856845a52b247d" providerId="LiveId" clId="{9B00AFCF-B802-464E-AF44-A44E735D0D35}" dt="2026-10-08T07:11:56.646" v="349"/>
          <ac:picMkLst>
            <pc:docMk/>
            <pc:sldMk cId="1635461151" sldId="376"/>
            <ac:picMk id="3" creationId="{8DA75AFF-7A19-71F3-78C9-06908862D5B4}"/>
          </ac:picMkLst>
        </pc:picChg>
      </pc:sldChg>
      <pc:sldChg chg="addSp delSp modSp new del mod setBg">
        <pc:chgData name="Michael Aristodemou" userId="8f856845a52b247d" providerId="LiveId" clId="{9B00AFCF-B802-464E-AF44-A44E735D0D35}" dt="2026-10-08T16:12:36.752" v="470" actId="47"/>
        <pc:sldMkLst>
          <pc:docMk/>
          <pc:sldMk cId="1028661313" sldId="377"/>
        </pc:sldMkLst>
        <pc:spChg chg="del">
          <ac:chgData name="Michael Aristodemou" userId="8f856845a52b247d" providerId="LiveId" clId="{9B00AFCF-B802-464E-AF44-A44E735D0D35}" dt="2026-10-08T08:18:05.180" v="358" actId="478"/>
          <ac:spMkLst>
            <pc:docMk/>
            <pc:sldMk cId="1028661313" sldId="377"/>
            <ac:spMk id="2" creationId="{C3F4F716-1257-79E1-C4AC-C4AF9BAF8423}"/>
          </ac:spMkLst>
        </pc:spChg>
        <pc:spChg chg="del">
          <ac:chgData name="Michael Aristodemou" userId="8f856845a52b247d" providerId="LiveId" clId="{9B00AFCF-B802-464E-AF44-A44E735D0D35}" dt="2026-10-08T08:18:06.276" v="359" actId="478"/>
          <ac:spMkLst>
            <pc:docMk/>
            <pc:sldMk cId="1028661313" sldId="377"/>
            <ac:spMk id="3" creationId="{B010B028-5209-43D9-1DE0-86BE170FF35A}"/>
          </ac:spMkLst>
        </pc:spChg>
        <pc:spChg chg="add del">
          <ac:chgData name="Michael Aristodemou" userId="8f856845a52b247d" providerId="LiveId" clId="{9B00AFCF-B802-464E-AF44-A44E735D0D35}" dt="2026-10-08T08:20:58.669" v="372" actId="26606"/>
          <ac:spMkLst>
            <pc:docMk/>
            <pc:sldMk cId="1028661313" sldId="377"/>
            <ac:spMk id="10" creationId="{42A4FC2C-047E-45A5-965D-8E1E3BF09BC6}"/>
          </ac:spMkLst>
        </pc:spChg>
        <pc:spChg chg="add del">
          <ac:chgData name="Michael Aristodemou" userId="8f856845a52b247d" providerId="LiveId" clId="{9B00AFCF-B802-464E-AF44-A44E735D0D35}" dt="2026-10-08T08:20:59.005" v="374" actId="26606"/>
          <ac:spMkLst>
            <pc:docMk/>
            <pc:sldMk cId="1028661313" sldId="377"/>
            <ac:spMk id="12" creationId="{E2384209-CB15-4CDF-9D31-C44FD9A3F20D}"/>
          </ac:spMkLst>
        </pc:spChg>
        <pc:spChg chg="add del">
          <ac:chgData name="Michael Aristodemou" userId="8f856845a52b247d" providerId="LiveId" clId="{9B00AFCF-B802-464E-AF44-A44E735D0D35}" dt="2026-10-08T08:20:59.005" v="374" actId="26606"/>
          <ac:spMkLst>
            <pc:docMk/>
            <pc:sldMk cId="1028661313" sldId="377"/>
            <ac:spMk id="13" creationId="{AB8C311F-7253-4AED-9701-7FC0708C41C7}"/>
          </ac:spMkLst>
        </pc:spChg>
        <pc:spChg chg="add del">
          <ac:chgData name="Michael Aristodemou" userId="8f856845a52b247d" providerId="LiveId" clId="{9B00AFCF-B802-464E-AF44-A44E735D0D35}" dt="2026-10-08T08:20:59.005" v="374" actId="26606"/>
          <ac:spMkLst>
            <pc:docMk/>
            <pc:sldMk cId="1028661313" sldId="377"/>
            <ac:spMk id="14" creationId="{2633B3B5-CC90-43F0-8714-D31D1F3F0209}"/>
          </ac:spMkLst>
        </pc:spChg>
        <pc:spChg chg="add del">
          <ac:chgData name="Michael Aristodemou" userId="8f856845a52b247d" providerId="LiveId" clId="{9B00AFCF-B802-464E-AF44-A44E735D0D35}" dt="2026-10-08T08:20:59.005" v="374" actId="26606"/>
          <ac:spMkLst>
            <pc:docMk/>
            <pc:sldMk cId="1028661313" sldId="377"/>
            <ac:spMk id="16" creationId="{A8D57A06-A426-446D-B02C-A2DC6B62E45E}"/>
          </ac:spMkLst>
        </pc:spChg>
        <pc:spChg chg="add">
          <ac:chgData name="Michael Aristodemou" userId="8f856845a52b247d" providerId="LiveId" clId="{9B00AFCF-B802-464E-AF44-A44E735D0D35}" dt="2026-10-08T08:20:59.008" v="375" actId="26606"/>
          <ac:spMkLst>
            <pc:docMk/>
            <pc:sldMk cId="1028661313" sldId="377"/>
            <ac:spMk id="18" creationId="{42A4FC2C-047E-45A5-965D-8E1E3BF09BC6}"/>
          </ac:spMkLst>
        </pc:spChg>
        <pc:picChg chg="add mod">
          <ac:chgData name="Michael Aristodemou" userId="8f856845a52b247d" providerId="LiveId" clId="{9B00AFCF-B802-464E-AF44-A44E735D0D35}" dt="2026-10-08T08:20:59.008" v="375" actId="26606"/>
          <ac:picMkLst>
            <pc:docMk/>
            <pc:sldMk cId="1028661313" sldId="377"/>
            <ac:picMk id="5" creationId="{4592B1F2-9926-A3D8-40CF-FFD1D2CE7E1C}"/>
          </ac:picMkLst>
        </pc:picChg>
      </pc:sldChg>
      <pc:sldChg chg="modSp new del mod">
        <pc:chgData name="Michael Aristodemou" userId="8f856845a52b247d" providerId="LiveId" clId="{9B00AFCF-B802-464E-AF44-A44E735D0D35}" dt="2026-10-08T08:21:14.911" v="378" actId="47"/>
        <pc:sldMkLst>
          <pc:docMk/>
          <pc:sldMk cId="99066840" sldId="378"/>
        </pc:sldMkLst>
        <pc:spChg chg="mod">
          <ac:chgData name="Michael Aristodemou" userId="8f856845a52b247d" providerId="LiveId" clId="{9B00AFCF-B802-464E-AF44-A44E735D0D35}" dt="2026-10-08T08:19:01.636" v="370" actId="20577"/>
          <ac:spMkLst>
            <pc:docMk/>
            <pc:sldMk cId="99066840" sldId="378"/>
            <ac:spMk id="2" creationId="{72A5BBAA-32C3-79CB-B809-FB56C4949190}"/>
          </ac:spMkLst>
        </pc:spChg>
      </pc:sldChg>
      <pc:sldChg chg="addSp delSp modSp new mod">
        <pc:chgData name="Michael Aristodemou" userId="8f856845a52b247d" providerId="LiveId" clId="{9B00AFCF-B802-464E-AF44-A44E735D0D35}" dt="2026-10-08T08:44:26.541" v="400"/>
        <pc:sldMkLst>
          <pc:docMk/>
          <pc:sldMk cId="3295913944" sldId="378"/>
        </pc:sldMkLst>
        <pc:spChg chg="del">
          <ac:chgData name="Michael Aristodemou" userId="8f856845a52b247d" providerId="LiveId" clId="{9B00AFCF-B802-464E-AF44-A44E735D0D35}" dt="2026-10-08T08:44:12.540" v="397" actId="478"/>
          <ac:spMkLst>
            <pc:docMk/>
            <pc:sldMk cId="3295913944" sldId="378"/>
            <ac:spMk id="2" creationId="{5E2D3F98-367B-A535-575E-2212B6BE35F9}"/>
          </ac:spMkLst>
        </pc:spChg>
        <pc:spChg chg="del">
          <ac:chgData name="Michael Aristodemou" userId="8f856845a52b247d" providerId="LiveId" clId="{9B00AFCF-B802-464E-AF44-A44E735D0D35}" dt="2026-10-08T08:44:13.606" v="398" actId="478"/>
          <ac:spMkLst>
            <pc:docMk/>
            <pc:sldMk cId="3295913944" sldId="378"/>
            <ac:spMk id="3" creationId="{895A9192-0BC6-80CD-8E31-298871DA888F}"/>
          </ac:spMkLst>
        </pc:spChg>
        <pc:picChg chg="add mod">
          <ac:chgData name="Michael Aristodemou" userId="8f856845a52b247d" providerId="LiveId" clId="{9B00AFCF-B802-464E-AF44-A44E735D0D35}" dt="2026-10-08T08:44:26.541" v="400"/>
          <ac:picMkLst>
            <pc:docMk/>
            <pc:sldMk cId="3295913944" sldId="378"/>
            <ac:picMk id="5" creationId="{DEDEE0BA-2BB7-9263-6486-B2A49082187E}"/>
          </ac:picMkLst>
        </pc:picChg>
      </pc:sldChg>
      <pc:sldChg chg="addSp delSp modSp add mod ord">
        <pc:chgData name="Michael Aristodemou" userId="8f856845a52b247d" providerId="LiveId" clId="{9B00AFCF-B802-464E-AF44-A44E735D0D35}" dt="2026-10-08T08:44:43.654" v="408"/>
        <pc:sldMkLst>
          <pc:docMk/>
          <pc:sldMk cId="130107084" sldId="379"/>
        </pc:sldMkLst>
        <pc:picChg chg="add mod">
          <ac:chgData name="Michael Aristodemou" userId="8f856845a52b247d" providerId="LiveId" clId="{9B00AFCF-B802-464E-AF44-A44E735D0D35}" dt="2026-10-08T08:44:43.654" v="408"/>
          <ac:picMkLst>
            <pc:docMk/>
            <pc:sldMk cId="130107084" sldId="379"/>
            <ac:picMk id="3" creationId="{27E10489-6A20-3A14-75D4-5B81C5A1B92C}"/>
          </ac:picMkLst>
        </pc:picChg>
        <pc:picChg chg="del">
          <ac:chgData name="Michael Aristodemou" userId="8f856845a52b247d" providerId="LiveId" clId="{9B00AFCF-B802-464E-AF44-A44E735D0D35}" dt="2026-10-08T08:44:38.040" v="406" actId="478"/>
          <ac:picMkLst>
            <pc:docMk/>
            <pc:sldMk cId="130107084" sldId="379"/>
            <ac:picMk id="5" creationId="{6353AAC9-202F-555E-6275-289904F38B4F}"/>
          </ac:picMkLst>
        </pc:picChg>
      </pc:sldChg>
      <pc:sldChg chg="add del">
        <pc:chgData name="Michael Aristodemou" userId="8f856845a52b247d" providerId="LiveId" clId="{9B00AFCF-B802-464E-AF44-A44E735D0D35}" dt="2026-10-08T08:44:31.994" v="402" actId="2890"/>
        <pc:sldMkLst>
          <pc:docMk/>
          <pc:sldMk cId="1290711729" sldId="379"/>
        </pc:sldMkLst>
      </pc:sldChg>
      <pc:sldChg chg="new del">
        <pc:chgData name="Michael Aristodemou" userId="8f856845a52b247d" providerId="LiveId" clId="{9B00AFCF-B802-464E-AF44-A44E735D0D35}" dt="2026-10-08T08:21:11.755" v="377" actId="47"/>
        <pc:sldMkLst>
          <pc:docMk/>
          <pc:sldMk cId="3239206136" sldId="379"/>
        </pc:sldMkLst>
      </pc:sldChg>
      <pc:sldChg chg="addSp delSp modSp new mod">
        <pc:chgData name="Michael Aristodemou" userId="8f856845a52b247d" providerId="LiveId" clId="{9B00AFCF-B802-464E-AF44-A44E735D0D35}" dt="2026-10-08T08:46:07.901" v="416"/>
        <pc:sldMkLst>
          <pc:docMk/>
          <pc:sldMk cId="2062404340" sldId="380"/>
        </pc:sldMkLst>
        <pc:spChg chg="del">
          <ac:chgData name="Michael Aristodemou" userId="8f856845a52b247d" providerId="LiveId" clId="{9B00AFCF-B802-464E-AF44-A44E735D0D35}" dt="2026-10-08T08:45:59.021" v="413" actId="478"/>
          <ac:spMkLst>
            <pc:docMk/>
            <pc:sldMk cId="2062404340" sldId="380"/>
            <ac:spMk id="2" creationId="{922C47D0-9B06-05BD-C73D-FC5100461AA6}"/>
          </ac:spMkLst>
        </pc:spChg>
        <pc:spChg chg="del">
          <ac:chgData name="Michael Aristodemou" userId="8f856845a52b247d" providerId="LiveId" clId="{9B00AFCF-B802-464E-AF44-A44E735D0D35}" dt="2026-10-08T08:45:53.858" v="411"/>
          <ac:spMkLst>
            <pc:docMk/>
            <pc:sldMk cId="2062404340" sldId="380"/>
            <ac:spMk id="3" creationId="{3C2DC51B-A97D-B0C3-99AD-8AAA78186BE6}"/>
          </ac:spMkLst>
        </pc:spChg>
        <pc:spChg chg="add del mod">
          <ac:chgData name="Michael Aristodemou" userId="8f856845a52b247d" providerId="LiveId" clId="{9B00AFCF-B802-464E-AF44-A44E735D0D35}" dt="2026-10-08T08:46:00.270" v="414" actId="478"/>
          <ac:spMkLst>
            <pc:docMk/>
            <pc:sldMk cId="2062404340" sldId="380"/>
            <ac:spMk id="7" creationId="{B5C952D0-72E4-9976-9A29-3340342F31CB}"/>
          </ac:spMkLst>
        </pc:spChg>
        <pc:picChg chg="add del mod ord">
          <ac:chgData name="Michael Aristodemou" userId="8f856845a52b247d" providerId="LiveId" clId="{9B00AFCF-B802-464E-AF44-A44E735D0D35}" dt="2026-10-08T08:45:57.409" v="412" actId="478"/>
          <ac:picMkLst>
            <pc:docMk/>
            <pc:sldMk cId="2062404340" sldId="380"/>
            <ac:picMk id="5" creationId="{9BB01339-C95B-4B58-462C-53D08BCBCA1E}"/>
          </ac:picMkLst>
        </pc:picChg>
        <pc:picChg chg="add mod">
          <ac:chgData name="Michael Aristodemou" userId="8f856845a52b247d" providerId="LiveId" clId="{9B00AFCF-B802-464E-AF44-A44E735D0D35}" dt="2026-10-08T08:46:07.901" v="416"/>
          <ac:picMkLst>
            <pc:docMk/>
            <pc:sldMk cId="2062404340" sldId="380"/>
            <ac:picMk id="9" creationId="{2F7D9926-67A5-4B2F-B40A-ED992A8724D7}"/>
          </ac:picMkLst>
        </pc:picChg>
      </pc:sldChg>
      <pc:sldChg chg="modSp new mod">
        <pc:chgData name="Michael Aristodemou" userId="8f856845a52b247d" providerId="LiveId" clId="{9B00AFCF-B802-464E-AF44-A44E735D0D35}" dt="2026-10-08T16:16:32.309" v="481" actId="20577"/>
        <pc:sldMkLst>
          <pc:docMk/>
          <pc:sldMk cId="1321159063" sldId="381"/>
        </pc:sldMkLst>
        <pc:spChg chg="mod">
          <ac:chgData name="Michael Aristodemou" userId="8f856845a52b247d" providerId="LiveId" clId="{9B00AFCF-B802-464E-AF44-A44E735D0D35}" dt="2026-10-08T16:16:32.309" v="481" actId="20577"/>
          <ac:spMkLst>
            <pc:docMk/>
            <pc:sldMk cId="1321159063" sldId="381"/>
            <ac:spMk id="2" creationId="{D24729DC-E00E-C4F7-BBD3-F3B47D5B6313}"/>
          </ac:spMkLst>
        </pc:spChg>
        <pc:spChg chg="mod">
          <ac:chgData name="Michael Aristodemou" userId="8f856845a52b247d" providerId="LiveId" clId="{9B00AFCF-B802-464E-AF44-A44E735D0D35}" dt="2026-10-08T08:53:38.644" v="466"/>
          <ac:spMkLst>
            <pc:docMk/>
            <pc:sldMk cId="1321159063" sldId="381"/>
            <ac:spMk id="3" creationId="{72226B3B-DC93-5F63-BE20-03600A1959B0}"/>
          </ac:spMkLst>
        </pc:spChg>
      </pc:sldChg>
      <pc:sldChg chg="delSp new del mod">
        <pc:chgData name="Michael Aristodemou" userId="8f856845a52b247d" providerId="LiveId" clId="{9B00AFCF-B802-464E-AF44-A44E735D0D35}" dt="2026-10-08T16:12:37.675" v="471" actId="47"/>
        <pc:sldMkLst>
          <pc:docMk/>
          <pc:sldMk cId="1168288587" sldId="382"/>
        </pc:sldMkLst>
        <pc:spChg chg="del">
          <ac:chgData name="Michael Aristodemou" userId="8f856845a52b247d" providerId="LiveId" clId="{9B00AFCF-B802-464E-AF44-A44E735D0D35}" dt="2026-10-08T09:15:06.131" v="468" actId="478"/>
          <ac:spMkLst>
            <pc:docMk/>
            <pc:sldMk cId="1168288587" sldId="382"/>
            <ac:spMk id="2" creationId="{CAF93A23-7EB7-D624-50F1-35A516EE8B88}"/>
          </ac:spMkLst>
        </pc:spChg>
        <pc:spChg chg="del">
          <ac:chgData name="Michael Aristodemou" userId="8f856845a52b247d" providerId="LiveId" clId="{9B00AFCF-B802-464E-AF44-A44E735D0D35}" dt="2026-10-08T09:15:07.398" v="469" actId="478"/>
          <ac:spMkLst>
            <pc:docMk/>
            <pc:sldMk cId="1168288587" sldId="382"/>
            <ac:spMk id="3" creationId="{9F3DAADD-2BCE-CFC4-79DB-15B904B304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CC1D5-86D3-44DC-87EF-0B221D397A2A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31A0C-0B07-4C20-BFEE-EE0CD4B36BC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681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5E487-4208-43B4-82B3-E72BE32A6318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94440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if they are currently at 10 meters in 1-second they will be at 5, then after a second at 2.5, then 1.25 and so on. 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5E487-4208-43B4-82B3-E72BE32A6318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90105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31A0C-0B07-4C20-BFEE-EE0CD4B36BC5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8175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31A0C-0B07-4C20-BFEE-EE0CD4B36BC5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1852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0.416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31A0C-0B07-4C20-BFEE-EE0CD4B36BC5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7080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CD51B-7B2B-7F7D-BEDC-6C9A0560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6695D-902B-59AB-4315-B89806DBA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B7C03-65CE-94D8-DF68-A07C8E45C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B6722-C6E9-E7C1-2B33-9787D63DA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31A0C-0B07-4C20-BFEE-EE0CD4B36BC5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8665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4E801-048C-E718-CC19-8B9240DB2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EACEC-75C2-C751-E854-4155E1377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BC814-49EE-0F09-33F4-B311AC30A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407DE-74A6-4A59-9896-079C238D4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31A0C-0B07-4C20-BFEE-EE0CD4B36BC5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7529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31A0C-0B07-4C20-BFEE-EE0CD4B36BC5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4822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&amp; B are per unit time rates of change (e.g. B = 2 per second). This is different to a discrete time parameter which describes the </a:t>
            </a:r>
            <a:r>
              <a:rPr lang="en-US" b="0" dirty="0"/>
              <a:t>total effect over a whole sampling interval</a:t>
            </a:r>
            <a:r>
              <a:rPr lang="en-US" dirty="0"/>
              <a:t>, not an instantaneous rate.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31A0C-0B07-4C20-BFEE-EE0CD4B36BC5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649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83EF-925F-CECF-CAFC-4F57D0624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9877D-7DF5-8247-C667-4A75B8BD4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98869-53E0-0195-4983-09057D63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2A37-FFB8-3CE6-392B-BED85E45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2960F-C73E-E14D-2F4A-BEE39E8A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251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C2B38-4BB0-3B07-C6CC-E4A15F80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ECC9F-EBB2-F0F2-8519-2174F1990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6E176-830E-80F7-0662-4565A765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10DFB-074E-CA15-F8E1-79A05969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1E6B-2663-84B2-E5E6-3E69C6EC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5933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6DC8-C841-CFF5-8035-9999208E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62640-46CB-4796-25DA-4F31EE5CC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0C7AE-82E6-11B8-365A-BE92E1BA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75FA8-5B82-E5F9-7D2F-32E79D98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5500A-6216-B1D4-65BD-5C44C66A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2544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6947-1C2D-273D-EAC9-1F4DB3DF4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D60D3-775F-1549-B529-51AFAD786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A823D-40D3-330D-5109-90DEDD21E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04E7A-66C9-6BDA-307E-EDA20F4D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7A5B5-29A3-4C60-6D1E-844462BE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3AAF1-7797-A169-D46A-CB58596C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669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3745-EE83-2449-5D5C-447CBAE3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37CD7-9360-6C5C-F041-3069F58C5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9D7CE-AB24-B1DB-FE84-6F5821E4E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2C962-27CC-049D-7A2F-429C5F89E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7147D-2A61-C2FD-48FF-D550A0A47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8858BA-DA33-439F-6492-B2E614FE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74164-E64C-B4AF-5A7C-08213F95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45CB3-86C8-A45B-E0C1-811D587B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786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6687-DD9A-4A62-74F8-704BDE689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30552E-AF56-1CA0-3810-6CC70550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F0839-716D-B04B-763F-27F1463B6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2FFAE-EE12-1D47-D58E-B936C086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008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1B5B67-23E6-21A7-3F6D-7AA98835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99A0F-D2C0-F7E6-D8B3-7F387835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2D738-23EB-C979-79CC-453B088A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987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A83C-1F8B-3A5C-1442-9B9CF855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23CC6-0F93-5847-0818-3EF4BD585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A3236-22FC-6DFA-BCB0-6DC5DE389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055FB-1196-697D-884D-5B4F37C6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4A5BE-7224-B655-2931-E99885685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3F9E8-22F8-D5F9-8308-D234F8A2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710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4E15-2611-A4C0-8D52-176C8224F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2CF6D-B7D9-CE94-C4A8-5E1FE14DE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9D748-14DA-1337-FB8A-3192D2A56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9F117-A972-8889-63DB-69E04480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667AF-72DC-E883-B3F1-27D13DBC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EDE1A-6B21-F3E6-DA81-70D28436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358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44D3-21F0-E6AA-244D-D853492E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F9930-79FE-CF86-3AB9-55FFFB766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D5D8-422F-F90D-547A-C876418B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83D58-6AE0-588A-F2CC-DB600C2E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C0349-5F99-700A-DB99-C5E8AF34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806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FF5E4-CAED-D736-D6CA-F43EB3216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38A9F-3308-A579-00E7-BC9F9106D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0998C-DADA-1D9B-715B-8427B842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81FA2-0ADB-212C-80BF-2F04F28A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C3B1B-B4B4-8195-4511-3FAE39CD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051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6DCEE-FC5F-A1E2-F512-8AF1A0F13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F8980-2FF6-B77B-5E68-51D6DBD34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B866B-96AC-5909-A186-C079D6865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57542-B561-4D4C-B02E-537A40594A82}" type="datetimeFigureOut">
              <a:rPr lang="LID4096" smtClean="0"/>
              <a:t>10/08/2026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95BE7-1F73-6643-C59F-2AF15A010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E36C0-5560-F23F-0D49-79FA1006E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C2800-08AA-4BBE-9FFE-6C006EA492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205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1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0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vKqVkMQHKk" TargetMode="External"/><Relationship Id="rId2" Type="http://schemas.openxmlformats.org/officeDocument/2006/relationships/hyperlink" Target="https://www.youtube.com/watch?v=WUvTyaaNkzM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9DF468E7-5952-3FB9-1C0A-F1FBA3876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" y="0"/>
            <a:ext cx="6858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9C5BDDE-E792-D662-11ED-B539CDE8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667" y="3011276"/>
            <a:ext cx="7038567" cy="1325563"/>
          </a:xfrm>
        </p:spPr>
        <p:txBody>
          <a:bodyPr>
            <a:normAutofit/>
          </a:bodyPr>
          <a:lstStyle/>
          <a:p>
            <a:r>
              <a:rPr lang="en-US" dirty="0"/>
              <a:t>Dynamic Systems Thinking for</a:t>
            </a:r>
            <a:br>
              <a:rPr lang="en-US" dirty="0"/>
            </a:br>
            <a:r>
              <a:rPr lang="en-US" dirty="0"/>
              <a:t>Psychologists</a:t>
            </a:r>
            <a:endParaRPr lang="en-CH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AFEA554-F0BA-D7F7-B944-98D22D32361C}"/>
              </a:ext>
            </a:extLst>
          </p:cNvPr>
          <p:cNvSpPr txBox="1">
            <a:spLocks/>
          </p:cNvSpPr>
          <p:nvPr/>
        </p:nvSpPr>
        <p:spPr>
          <a:xfrm>
            <a:off x="4298667" y="4475435"/>
            <a:ext cx="55054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D0D0D"/>
                </a:solidFill>
              </a:rPr>
              <a:t>Michael E. Aristodemou</a:t>
            </a:r>
            <a:endParaRPr lang="en-CH" sz="2000" dirty="0">
              <a:solidFill>
                <a:srgbClr val="0D0D0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532BA-56D8-DE29-EAC6-D83F61E5EFE6}"/>
              </a:ext>
            </a:extLst>
          </p:cNvPr>
          <p:cNvSpPr txBox="1"/>
          <p:nvPr/>
        </p:nvSpPr>
        <p:spPr>
          <a:xfrm>
            <a:off x="4298667" y="4854471"/>
            <a:ext cx="4399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D0D0D"/>
                </a:solidFill>
              </a:rPr>
              <a:t>michael.aristodemou@psychologie.uzh.ch</a:t>
            </a:r>
            <a:endParaRPr lang="en-CH" dirty="0">
              <a:solidFill>
                <a:srgbClr val="0D0D0D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917886-7CE4-F53C-5E08-88CF04E485EA}"/>
              </a:ext>
            </a:extLst>
          </p:cNvPr>
          <p:cNvSpPr txBox="1"/>
          <p:nvPr/>
        </p:nvSpPr>
        <p:spPr>
          <a:xfrm>
            <a:off x="4298667" y="5418173"/>
            <a:ext cx="538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Lecture 4</a:t>
            </a:r>
            <a:r>
              <a:rPr lang="en-US" dirty="0">
                <a:solidFill>
                  <a:srgbClr val="FF0000"/>
                </a:solidFill>
              </a:rPr>
              <a:t>: Magic cats &amp; Continuous-time models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3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D84FA-E26E-1DCD-6B84-05F434ED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cats?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EDBF70-8F18-E59B-A016-84F5CA99E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66100" y="1690688"/>
            <a:ext cx="5859800" cy="400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6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958D-442C-0958-37BD-8375EEE9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Formalize this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66E9-10B5-E550-3242-6402D87E9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0919"/>
            <a:ext cx="10515600" cy="12480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i="1" dirty="0"/>
              <a:t>“Every 1 second, they fall by half of their current distance from the ground”</a:t>
            </a:r>
            <a:endParaRPr lang="LID4096" sz="3600" i="1" dirty="0"/>
          </a:p>
        </p:txBody>
      </p:sp>
    </p:spTree>
    <p:extLst>
      <p:ext uri="{BB962C8B-B14F-4D97-AF65-F5344CB8AC3E}">
        <p14:creationId xmlns:p14="http://schemas.microsoft.com/office/powerpoint/2010/main" val="323965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0B9DA-A02D-8449-A3A4-CC8B8D86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D268-7891-E449-1B15-15E0ECF3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Formalize this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BED84-EA42-2E16-21F3-3C9900447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0919"/>
            <a:ext cx="10515600" cy="12480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i="1" dirty="0"/>
              <a:t>“Every 1 second, they fall by half of their current distance from the ground”</a:t>
            </a:r>
            <a:endParaRPr lang="LID4096" sz="36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180465-D2CB-0D45-1AB1-CEA257E63068}"/>
                  </a:ext>
                </a:extLst>
              </p:cNvPr>
              <p:cNvSpPr txBox="1"/>
              <p:nvPr/>
            </p:nvSpPr>
            <p:spPr>
              <a:xfrm>
                <a:off x="3667899" y="4429961"/>
                <a:ext cx="4903009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180465-D2CB-0D45-1AB1-CEA257E63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99" y="4429961"/>
                <a:ext cx="4903009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04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F503-BC5A-D210-C8CB-BC9E55A3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launch some cats</a:t>
            </a:r>
            <a:endParaRPr lang="LID4096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6354694-814F-87E0-67D4-795723151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492" y="3114501"/>
            <a:ext cx="4940554" cy="3378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AE0D7F-4E5C-AE38-0E90-FB604CD0B73E}"/>
              </a:ext>
            </a:extLst>
          </p:cNvPr>
          <p:cNvSpPr txBox="1"/>
          <p:nvPr/>
        </p:nvSpPr>
        <p:spPr>
          <a:xfrm>
            <a:off x="5501175" y="1449423"/>
            <a:ext cx="66275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Launch them </a:t>
            </a:r>
            <a:r>
              <a:rPr lang="en-US" sz="2800" b="1" dirty="0"/>
              <a:t>20 meters </a:t>
            </a:r>
            <a:r>
              <a:rPr lang="en-US" sz="2800" dirty="0"/>
              <a:t>in the air (T0)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Model their fall using the AR-1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By hand calculate where they will be after 4 seconds, i.e., by time point (T4)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Draw a graph of their current height at each time point</a:t>
            </a:r>
          </a:p>
          <a:p>
            <a:endParaRPr lang="LID4096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88093D-AF68-4C52-990F-3E1BFD36CB9A}"/>
                  </a:ext>
                </a:extLst>
              </p:cNvPr>
              <p:cNvSpPr txBox="1"/>
              <p:nvPr/>
            </p:nvSpPr>
            <p:spPr>
              <a:xfrm>
                <a:off x="6051220" y="4803688"/>
                <a:ext cx="4903009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88093D-AF68-4C52-990F-3E1BFD36C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220" y="4803688"/>
                <a:ext cx="4903009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C067A0-2D30-E5FC-8CE4-0035FC2B47C2}"/>
                  </a:ext>
                </a:extLst>
              </p:cNvPr>
              <p:cNvSpPr txBox="1"/>
              <p:nvPr/>
            </p:nvSpPr>
            <p:spPr>
              <a:xfrm>
                <a:off x="6051220" y="5734597"/>
                <a:ext cx="5285101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C067A0-2D30-E5FC-8CE4-0035FC2B4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220" y="5734597"/>
                <a:ext cx="5285101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89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5AFB-0166-E685-3CAC-395C79AF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some shocks!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D7D05-9F4D-A661-3DA1-26A3CC208906}"/>
              </a:ext>
            </a:extLst>
          </p:cNvPr>
          <p:cNvSpPr txBox="1"/>
          <p:nvPr/>
        </p:nvSpPr>
        <p:spPr>
          <a:xfrm>
            <a:off x="1001486" y="2166257"/>
            <a:ext cx="9960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 people getting in an argument, John and Luca.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accent2"/>
                </a:solidFill>
              </a:rPr>
              <a:t>John</a:t>
            </a:r>
            <a:r>
              <a:rPr lang="en-US" sz="2800" dirty="0"/>
              <a:t> (reactive, composes himself quick)</a:t>
            </a:r>
          </a:p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Luca</a:t>
            </a:r>
            <a:r>
              <a:rPr lang="en-US" sz="2800" dirty="0"/>
              <a:t> (hard to shake, slow to compose himself)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0033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CE967-0AFB-726F-A422-8EECDD1B9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46CC-D73C-2139-CA99-933631A5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some shocks!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94D1E-88CB-74AF-1E5E-729B4193A6D3}"/>
              </a:ext>
            </a:extLst>
          </p:cNvPr>
          <p:cNvSpPr txBox="1"/>
          <p:nvPr/>
        </p:nvSpPr>
        <p:spPr>
          <a:xfrm>
            <a:off x="1001486" y="2166257"/>
            <a:ext cx="9960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 people getting in an argument, John and Luca.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accent2"/>
                </a:solidFill>
              </a:rPr>
              <a:t>John</a:t>
            </a:r>
            <a:r>
              <a:rPr lang="en-US" sz="2800" dirty="0"/>
              <a:t> (reactive, composes himself quick)</a:t>
            </a:r>
          </a:p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Luca</a:t>
            </a:r>
            <a:r>
              <a:rPr lang="en-US" sz="2800" dirty="0"/>
              <a:t> (hard to shake, slow to compose himself)</a:t>
            </a:r>
          </a:p>
          <a:p>
            <a:endParaRPr lang="en-US" sz="2800" dirty="0"/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7B3F49-61FB-AD0E-98C4-B07AF6F535A2}"/>
                  </a:ext>
                </a:extLst>
              </p:cNvPr>
              <p:cNvSpPr txBox="1"/>
              <p:nvPr/>
            </p:nvSpPr>
            <p:spPr>
              <a:xfrm>
                <a:off x="2538071" y="4843913"/>
                <a:ext cx="7115858" cy="706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7B3F49-61FB-AD0E-98C4-B07AF6F53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071" y="4843913"/>
                <a:ext cx="7115858" cy="7067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00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DFCF-90D2-7D45-F51F-B871B17A1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562F-EAEE-BD4C-8646-EE41BEFB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some shocks!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4A998-4C73-4792-F7D4-F41AB193FF22}"/>
              </a:ext>
            </a:extLst>
          </p:cNvPr>
          <p:cNvSpPr txBox="1"/>
          <p:nvPr/>
        </p:nvSpPr>
        <p:spPr>
          <a:xfrm>
            <a:off x="1001486" y="2166257"/>
            <a:ext cx="9960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 people getting in an argument, John and Luca.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accent2"/>
                </a:solidFill>
              </a:rPr>
              <a:t>John</a:t>
            </a:r>
            <a:r>
              <a:rPr lang="en-US" sz="2800" dirty="0"/>
              <a:t> (reactive, composes himself quick)</a:t>
            </a:r>
          </a:p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Luca</a:t>
            </a:r>
            <a:r>
              <a:rPr lang="en-US" sz="2800" dirty="0"/>
              <a:t> (hard to shake, slow to compose himself)</a:t>
            </a:r>
          </a:p>
          <a:p>
            <a:endParaRPr lang="en-US" sz="2800" dirty="0"/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5EA723-8B0A-8C58-248B-BA2A9CCA4845}"/>
                  </a:ext>
                </a:extLst>
              </p:cNvPr>
              <p:cNvSpPr txBox="1"/>
              <p:nvPr/>
            </p:nvSpPr>
            <p:spPr>
              <a:xfrm>
                <a:off x="2538071" y="4490514"/>
                <a:ext cx="7115858" cy="706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5EA723-8B0A-8C58-248B-BA2A9CCA4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071" y="4490514"/>
                <a:ext cx="7115858" cy="7067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FD4433-4150-0B87-CD70-7F48716BCEB7}"/>
                  </a:ext>
                </a:extLst>
              </p:cNvPr>
              <p:cNvSpPr txBox="1"/>
              <p:nvPr/>
            </p:nvSpPr>
            <p:spPr>
              <a:xfrm>
                <a:off x="2538071" y="5384878"/>
                <a:ext cx="1560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LID4096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FD4433-4150-0B87-CD70-7F48716BC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071" y="5384878"/>
                <a:ext cx="156087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6934BF-9F8D-FE06-0B5C-24D8A49350B7}"/>
                  </a:ext>
                </a:extLst>
              </p:cNvPr>
              <p:cNvSpPr txBox="1"/>
              <p:nvPr/>
            </p:nvSpPr>
            <p:spPr>
              <a:xfrm>
                <a:off x="2528582" y="6064888"/>
                <a:ext cx="157036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LID4096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6934BF-9F8D-FE06-0B5C-24D8A4935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82" y="6064888"/>
                <a:ext cx="157036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28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6E9C-E3B4-442D-97FF-A07A4A21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7B85-DFA9-DFCE-F30C-F036C33D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some shocks!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8C816-25FF-9394-867C-E18EA6E0BE5E}"/>
              </a:ext>
            </a:extLst>
          </p:cNvPr>
          <p:cNvSpPr txBox="1"/>
          <p:nvPr/>
        </p:nvSpPr>
        <p:spPr>
          <a:xfrm>
            <a:off x="1001486" y="2166257"/>
            <a:ext cx="9960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 people getting in an argument, John and Luca.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accent2"/>
                </a:solidFill>
              </a:rPr>
              <a:t>John</a:t>
            </a:r>
            <a:r>
              <a:rPr lang="en-US" sz="2800" dirty="0"/>
              <a:t> (reactive, composes himself quick)</a:t>
            </a:r>
          </a:p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Luca</a:t>
            </a:r>
            <a:r>
              <a:rPr lang="en-US" sz="2800" dirty="0"/>
              <a:t> (hard to shake, slow to compose himself)</a:t>
            </a:r>
          </a:p>
          <a:p>
            <a:endParaRPr lang="en-US" sz="2800" dirty="0"/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7AA81D-C570-EA75-C0CC-C98165F3F9D4}"/>
                  </a:ext>
                </a:extLst>
              </p:cNvPr>
              <p:cNvSpPr txBox="1"/>
              <p:nvPr/>
            </p:nvSpPr>
            <p:spPr>
              <a:xfrm>
                <a:off x="2538071" y="4490514"/>
                <a:ext cx="7115858" cy="706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7AA81D-C570-EA75-C0CC-C98165F3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071" y="4490514"/>
                <a:ext cx="7115858" cy="7067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8A7FB3-48ED-7EE7-2F5B-DE3A89E09456}"/>
                  </a:ext>
                </a:extLst>
              </p:cNvPr>
              <p:cNvSpPr txBox="1"/>
              <p:nvPr/>
            </p:nvSpPr>
            <p:spPr>
              <a:xfrm>
                <a:off x="2538071" y="5384878"/>
                <a:ext cx="1560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LID4096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8A7FB3-48ED-7EE7-2F5B-DE3A89E09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071" y="5384878"/>
                <a:ext cx="156087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46C5DC-4A88-2FF5-FED5-82D02789321B}"/>
                  </a:ext>
                </a:extLst>
              </p:cNvPr>
              <p:cNvSpPr txBox="1"/>
              <p:nvPr/>
            </p:nvSpPr>
            <p:spPr>
              <a:xfrm>
                <a:off x="2528582" y="6064888"/>
                <a:ext cx="157036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LID4096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46C5DC-4A88-2FF5-FED5-82D027893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82" y="6064888"/>
                <a:ext cx="157036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47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2941-0833-03A8-AE77-6127A49A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arguing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298A-E852-C4A7-4B3D-0A475E7C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86221"/>
          </a:xfrm>
        </p:spPr>
        <p:txBody>
          <a:bodyPr>
            <a:normAutofit/>
          </a:bodyPr>
          <a:lstStyle/>
          <a:p>
            <a:r>
              <a:rPr lang="en-US" dirty="0"/>
              <a:t>Draw the ebb and flow of John and Luca’s emotions as they argue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7B2214-39C6-3296-F81F-4B4C31300F31}"/>
                  </a:ext>
                </a:extLst>
              </p:cNvPr>
              <p:cNvSpPr txBox="1"/>
              <p:nvPr/>
            </p:nvSpPr>
            <p:spPr>
              <a:xfrm>
                <a:off x="2075362" y="3075601"/>
                <a:ext cx="8333884" cy="706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𝐽𝑜ℎ𝑛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=0.2∗</m:t>
                      </m:r>
                      <m:r>
                        <a:rPr lang="en-US" sz="4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sz="4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7B2214-39C6-3296-F81F-4B4C31300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62" y="3075601"/>
                <a:ext cx="8333884" cy="7067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994D20-CB9E-138A-A252-CEE7B72C5CFB}"/>
                  </a:ext>
                </a:extLst>
              </p:cNvPr>
              <p:cNvSpPr txBox="1"/>
              <p:nvPr/>
            </p:nvSpPr>
            <p:spPr>
              <a:xfrm>
                <a:off x="2075361" y="4264283"/>
                <a:ext cx="8382936" cy="706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𝐿𝑢𝑐𝑎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=0.6∗</m:t>
                      </m:r>
                      <m:r>
                        <a:rPr lang="en-US" sz="4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994D20-CB9E-138A-A252-CEE7B72C5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61" y="4264283"/>
                <a:ext cx="8382936" cy="7067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B8A456-0819-0889-ADE1-D52DA1462990}"/>
                  </a:ext>
                </a:extLst>
              </p:cNvPr>
              <p:cNvSpPr txBox="1"/>
              <p:nvPr/>
            </p:nvSpPr>
            <p:spPr>
              <a:xfrm>
                <a:off x="2075361" y="5534835"/>
                <a:ext cx="4080476" cy="7245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𝐽𝑜ℎ𝑛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=6,0,8,0 </m:t>
                      </m:r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B8A456-0819-0889-ADE1-D52DA146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61" y="5534835"/>
                <a:ext cx="4080476" cy="7245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A98EBB-5B69-86FF-24CA-32492E25B0B6}"/>
                  </a:ext>
                </a:extLst>
              </p:cNvPr>
              <p:cNvSpPr txBox="1"/>
              <p:nvPr/>
            </p:nvSpPr>
            <p:spPr>
              <a:xfrm>
                <a:off x="7033835" y="5534835"/>
                <a:ext cx="4105226" cy="706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𝐿𝑢𝑐𝑎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=0,2,0,6 </m:t>
                      </m:r>
                    </m:oMath>
                  </m:oMathPara>
                </a14:m>
                <a:endParaRPr lang="LID4096" sz="4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A98EBB-5B69-86FF-24CA-32492E25B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835" y="5534835"/>
                <a:ext cx="4105226" cy="7067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284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94A1-9BD8-233C-C8FE-E6DCC390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Albert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98BBC-FAB9-37B9-EA72-446CC48CC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387" y="1602200"/>
            <a:ext cx="9157225" cy="51535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D26633-84A1-7168-D633-4CD81CE45677}"/>
              </a:ext>
            </a:extLst>
          </p:cNvPr>
          <p:cNvSpPr txBox="1"/>
          <p:nvPr/>
        </p:nvSpPr>
        <p:spPr>
          <a:xfrm>
            <a:off x="9636919" y="1762125"/>
            <a:ext cx="2278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, 95% CI [-0.59, 0.26]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01621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5951-ADEA-4B5C-6DEA-B8E89CD05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Why are we seeing no carryover?</a:t>
            </a:r>
          </a:p>
        </p:txBody>
      </p:sp>
    </p:spTree>
    <p:extLst>
      <p:ext uri="{BB962C8B-B14F-4D97-AF65-F5344CB8AC3E}">
        <p14:creationId xmlns:p14="http://schemas.microsoft.com/office/powerpoint/2010/main" val="3426159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65A0E5-23C5-14F6-FF2B-EB3C8D9AA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31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79AA-2962-DA7E-8E5C-B5F22930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questions about these models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9DF38-9B9A-533A-E0C4-169EEC0E9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happens in between the observations?</a:t>
            </a:r>
          </a:p>
          <a:p>
            <a:r>
              <a:rPr lang="en-US" sz="3200" dirty="0"/>
              <a:t>How can we stop noise from carrying over to the next occasion?</a:t>
            </a:r>
            <a:endParaRPr lang="LID4096" sz="3200" dirty="0"/>
          </a:p>
        </p:txBody>
      </p:sp>
    </p:spTree>
    <p:extLst>
      <p:ext uri="{BB962C8B-B14F-4D97-AF65-F5344CB8AC3E}">
        <p14:creationId xmlns:p14="http://schemas.microsoft.com/office/powerpoint/2010/main" val="2347330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4CA6-94AA-120C-2EB2-C0972AB47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Break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74772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DA7264-90FB-9CBB-2C15-846F28B09664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425687" y="2802839"/>
            <a:ext cx="1928192" cy="28879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23DCAE-6B28-5312-0CA0-BCC6AEBDD10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425687" y="2802839"/>
            <a:ext cx="1928192" cy="28879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7162407-8AB1-A62E-ADC6-0616F9E6730B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6997148" y="2802839"/>
            <a:ext cx="1603514" cy="28879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A15128-339D-DDAD-54A0-D7FDEDBD462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6997148" y="2802839"/>
            <a:ext cx="1603514" cy="28879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58A68F-07DB-73EC-366C-0DFE2986BF18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3425687" y="2802839"/>
            <a:ext cx="19281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E9A4E3-8936-1480-D232-607B017B4D99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425687" y="5690771"/>
            <a:ext cx="19281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18EA4D-B8BA-E02D-9D9B-129F35CCAAB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997148" y="2802839"/>
            <a:ext cx="16035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6D7568-7949-D3B5-AA26-8F25FE981A61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6997148" y="5690771"/>
            <a:ext cx="16035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9A0F51B-B214-C994-59A3-917A7F8A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time is status-quo in psychology</a:t>
            </a:r>
            <a:endParaRPr lang="LID4096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9651A-0757-3F65-2A1C-1C379C1AFEAB}"/>
              </a:ext>
            </a:extLst>
          </p:cNvPr>
          <p:cNvSpPr/>
          <p:nvPr/>
        </p:nvSpPr>
        <p:spPr>
          <a:xfrm>
            <a:off x="1782418" y="2395335"/>
            <a:ext cx="1643269" cy="8150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A44348-861A-40CF-D500-63C6D8D6A990}"/>
              </a:ext>
            </a:extLst>
          </p:cNvPr>
          <p:cNvSpPr/>
          <p:nvPr/>
        </p:nvSpPr>
        <p:spPr>
          <a:xfrm>
            <a:off x="1782418" y="5283267"/>
            <a:ext cx="1643269" cy="8150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BB32CA-DA68-5881-030D-92C5C3733CE1}"/>
              </a:ext>
            </a:extLst>
          </p:cNvPr>
          <p:cNvSpPr/>
          <p:nvPr/>
        </p:nvSpPr>
        <p:spPr>
          <a:xfrm>
            <a:off x="5353879" y="2395335"/>
            <a:ext cx="1643269" cy="8150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35487-9986-09E5-5C77-CCDEBA2EA4C0}"/>
              </a:ext>
            </a:extLst>
          </p:cNvPr>
          <p:cNvSpPr/>
          <p:nvPr/>
        </p:nvSpPr>
        <p:spPr>
          <a:xfrm>
            <a:off x="5353879" y="5283267"/>
            <a:ext cx="1643269" cy="8150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277A22-1474-4E5A-0D30-4B91E1288C70}"/>
              </a:ext>
            </a:extLst>
          </p:cNvPr>
          <p:cNvSpPr/>
          <p:nvPr/>
        </p:nvSpPr>
        <p:spPr>
          <a:xfrm>
            <a:off x="8600662" y="2395335"/>
            <a:ext cx="1643269" cy="8150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323066-CF25-D8AC-66A1-96756E520895}"/>
              </a:ext>
            </a:extLst>
          </p:cNvPr>
          <p:cNvSpPr/>
          <p:nvPr/>
        </p:nvSpPr>
        <p:spPr>
          <a:xfrm>
            <a:off x="8600662" y="5283267"/>
            <a:ext cx="1643269" cy="8150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986BF4-F341-1A63-5ABB-1574DD744611}"/>
                  </a:ext>
                </a:extLst>
              </p:cNvPr>
              <p:cNvSpPr txBox="1"/>
              <p:nvPr/>
            </p:nvSpPr>
            <p:spPr>
              <a:xfrm>
                <a:off x="2198781" y="2556615"/>
                <a:ext cx="8105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986BF4-F341-1A63-5ABB-1574DD74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781" y="2556615"/>
                <a:ext cx="81054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A41F8D-DDDB-166A-8A45-60D1155EBA04}"/>
                  </a:ext>
                </a:extLst>
              </p:cNvPr>
              <p:cNvSpPr txBox="1"/>
              <p:nvPr/>
            </p:nvSpPr>
            <p:spPr>
              <a:xfrm>
                <a:off x="5770242" y="2556615"/>
                <a:ext cx="8105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A41F8D-DDDB-166A-8A45-60D1155EB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242" y="2556615"/>
                <a:ext cx="81054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DCAFDB-D313-AA35-2577-8E943A641034}"/>
                  </a:ext>
                </a:extLst>
              </p:cNvPr>
              <p:cNvSpPr txBox="1"/>
              <p:nvPr/>
            </p:nvSpPr>
            <p:spPr>
              <a:xfrm>
                <a:off x="9213796" y="2556616"/>
                <a:ext cx="4194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DCAFDB-D313-AA35-2577-8E943A641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796" y="2556616"/>
                <a:ext cx="41941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DDE55F-9ADF-9145-69A1-6E1DFB0DAABF}"/>
                  </a:ext>
                </a:extLst>
              </p:cNvPr>
              <p:cNvSpPr txBox="1"/>
              <p:nvPr/>
            </p:nvSpPr>
            <p:spPr>
              <a:xfrm>
                <a:off x="2198781" y="5402079"/>
                <a:ext cx="8774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DDE55F-9ADF-9145-69A1-6E1DFB0DA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781" y="5402079"/>
                <a:ext cx="87748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25EFD7-418B-6C62-CC5F-88DE2EDF61CC}"/>
                  </a:ext>
                </a:extLst>
              </p:cNvPr>
              <p:cNvSpPr txBox="1"/>
              <p:nvPr/>
            </p:nvSpPr>
            <p:spPr>
              <a:xfrm>
                <a:off x="5770242" y="5402079"/>
                <a:ext cx="8774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25EFD7-418B-6C62-CC5F-88DE2EDF6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242" y="5402079"/>
                <a:ext cx="87748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ED1BEBC-EF0E-DB6C-24D5-706E93DA2E8D}"/>
                  </a:ext>
                </a:extLst>
              </p:cNvPr>
              <p:cNvSpPr txBox="1"/>
              <p:nvPr/>
            </p:nvSpPr>
            <p:spPr>
              <a:xfrm>
                <a:off x="9213796" y="5402080"/>
                <a:ext cx="4863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ED1BEBC-EF0E-DB6C-24D5-706E93DA2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796" y="5402080"/>
                <a:ext cx="48635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235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3EF2-3EA0-F9EC-7173-BF0EFECCD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Three assumptions in discrete time models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33176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D99DB-DD03-6EED-8F41-37CDE908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A1: Time lags are equidistant</a:t>
            </a:r>
            <a:endParaRPr lang="LID40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4996A2-F1DF-0B61-BB45-BC5909540001}"/>
              </a:ext>
            </a:extLst>
          </p:cNvPr>
          <p:cNvSpPr/>
          <p:nvPr/>
        </p:nvSpPr>
        <p:spPr>
          <a:xfrm>
            <a:off x="1967824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69B601-B86F-1F43-7F15-4FC49688DBC3}"/>
              </a:ext>
            </a:extLst>
          </p:cNvPr>
          <p:cNvSpPr/>
          <p:nvPr/>
        </p:nvSpPr>
        <p:spPr>
          <a:xfrm>
            <a:off x="5094778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55985A-FB02-90E2-914D-23615AF267FA}"/>
              </a:ext>
            </a:extLst>
          </p:cNvPr>
          <p:cNvSpPr/>
          <p:nvPr/>
        </p:nvSpPr>
        <p:spPr>
          <a:xfrm>
            <a:off x="8221732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CC3209-CDD7-7902-1F10-EF47C12A0D8D}"/>
                  </a:ext>
                </a:extLst>
              </p:cNvPr>
              <p:cNvSpPr txBox="1"/>
              <p:nvPr/>
            </p:nvSpPr>
            <p:spPr>
              <a:xfrm>
                <a:off x="2352486" y="3090446"/>
                <a:ext cx="116833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CC3209-CDD7-7902-1F10-EF47C12A0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486" y="3090446"/>
                <a:ext cx="116833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4539CE-BA67-27C7-A181-50C815F9CE8B}"/>
                  </a:ext>
                </a:extLst>
              </p:cNvPr>
              <p:cNvSpPr txBox="1"/>
              <p:nvPr/>
            </p:nvSpPr>
            <p:spPr>
              <a:xfrm>
                <a:off x="5478783" y="3090446"/>
                <a:ext cx="116833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4539CE-BA67-27C7-A181-50C815F9C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783" y="3090446"/>
                <a:ext cx="1168333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C499B-5C4B-3A15-C72C-E42BA23D0ECF}"/>
                  </a:ext>
                </a:extLst>
              </p:cNvPr>
              <p:cNvSpPr txBox="1"/>
              <p:nvPr/>
            </p:nvSpPr>
            <p:spPr>
              <a:xfrm>
                <a:off x="8875698" y="3090446"/>
                <a:ext cx="62972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C499B-5C4B-3A15-C72C-E42BA23D0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5698" y="3090446"/>
                <a:ext cx="629724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F62B62-ED8D-68EF-33FC-8CACE4678C3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905481" y="3429000"/>
            <a:ext cx="118929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181EF4-37CD-5BC5-3275-D0630C5E054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32435" y="3429000"/>
            <a:ext cx="118929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169B40-03DD-2026-11E4-9E18A266E2E2}"/>
              </a:ext>
            </a:extLst>
          </p:cNvPr>
          <p:cNvSpPr txBox="1"/>
          <p:nvPr/>
        </p:nvSpPr>
        <p:spPr>
          <a:xfrm>
            <a:off x="4005943" y="2705491"/>
            <a:ext cx="96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0.5</a:t>
            </a:r>
            <a:endParaRPr lang="LID4096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E45C7B-0CC9-DD96-0D53-967415DAD7D6}"/>
              </a:ext>
            </a:extLst>
          </p:cNvPr>
          <p:cNvSpPr txBox="1"/>
          <p:nvPr/>
        </p:nvSpPr>
        <p:spPr>
          <a:xfrm>
            <a:off x="7142669" y="2705491"/>
            <a:ext cx="96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0.5</a:t>
            </a:r>
            <a:endParaRPr lang="LID4096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AC714FE-47E9-42DA-B55F-1D8FABC87CEA}"/>
                  </a:ext>
                </a:extLst>
              </p:cNvPr>
              <p:cNvSpPr txBox="1"/>
              <p:nvPr/>
            </p:nvSpPr>
            <p:spPr>
              <a:xfrm>
                <a:off x="4406983" y="4891067"/>
                <a:ext cx="3311932" cy="809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b>
                      </m:sSub>
                    </m:oMath>
                  </m:oMathPara>
                </a14:m>
                <a:endParaRPr lang="LID4096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AC714FE-47E9-42DA-B55F-1D8FABC87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983" y="4891067"/>
                <a:ext cx="3311932" cy="80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221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AE69-ECB8-F16D-9427-89D7F4F4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A1: What happens when they are not?</a:t>
            </a:r>
            <a:endParaRPr lang="LID40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B4F8B3-7E78-5BAA-D0C8-757D5C954479}"/>
              </a:ext>
            </a:extLst>
          </p:cNvPr>
          <p:cNvSpPr/>
          <p:nvPr/>
        </p:nvSpPr>
        <p:spPr>
          <a:xfrm>
            <a:off x="436481" y="2873567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F4E1D-70F9-477C-A6AE-00011CB4EE7B}"/>
              </a:ext>
            </a:extLst>
          </p:cNvPr>
          <p:cNvSpPr/>
          <p:nvPr/>
        </p:nvSpPr>
        <p:spPr>
          <a:xfrm>
            <a:off x="3563435" y="2873567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A908A-2466-3F58-65E8-A463AC9683A7}"/>
              </a:ext>
            </a:extLst>
          </p:cNvPr>
          <p:cNvSpPr/>
          <p:nvPr/>
        </p:nvSpPr>
        <p:spPr>
          <a:xfrm>
            <a:off x="6690389" y="2873567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2044CC-DAF2-9C3E-D91B-245B892853C7}"/>
                  </a:ext>
                </a:extLst>
              </p:cNvPr>
              <p:cNvSpPr txBox="1"/>
              <p:nvPr/>
            </p:nvSpPr>
            <p:spPr>
              <a:xfrm>
                <a:off x="821143" y="3068413"/>
                <a:ext cx="116833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2044CC-DAF2-9C3E-D91B-245B89285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43" y="3068413"/>
                <a:ext cx="116833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405A4D-BD5D-30F1-F1EB-2C73994F673C}"/>
                  </a:ext>
                </a:extLst>
              </p:cNvPr>
              <p:cNvSpPr txBox="1"/>
              <p:nvPr/>
            </p:nvSpPr>
            <p:spPr>
              <a:xfrm>
                <a:off x="3947440" y="3068413"/>
                <a:ext cx="116833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405A4D-BD5D-30F1-F1EB-2C73994F6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440" y="3068413"/>
                <a:ext cx="1168333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EC25C3-1D59-56FF-DF74-A82DA33F306D}"/>
                  </a:ext>
                </a:extLst>
              </p:cNvPr>
              <p:cNvSpPr txBox="1"/>
              <p:nvPr/>
            </p:nvSpPr>
            <p:spPr>
              <a:xfrm>
                <a:off x="10147710" y="3068413"/>
                <a:ext cx="116833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EC25C3-1D59-56FF-DF74-A82DA33F3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710" y="3068413"/>
                <a:ext cx="1168333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1371A-0833-74CE-729C-7D13D74E4258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74138" y="3406967"/>
            <a:ext cx="118929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9F1AAD-B244-E035-AE74-426BFCC5868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501092" y="3406967"/>
            <a:ext cx="118929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E0AE8B-77AA-69E5-1559-5055D0D7C957}"/>
              </a:ext>
            </a:extLst>
          </p:cNvPr>
          <p:cNvSpPr txBox="1"/>
          <p:nvPr/>
        </p:nvSpPr>
        <p:spPr>
          <a:xfrm>
            <a:off x="2474600" y="2683458"/>
            <a:ext cx="96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0.5</a:t>
            </a:r>
            <a:endParaRPr lang="LID4096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C1347-B215-8F34-62B2-A1A3A88AFB6E}"/>
              </a:ext>
            </a:extLst>
          </p:cNvPr>
          <p:cNvSpPr txBox="1"/>
          <p:nvPr/>
        </p:nvSpPr>
        <p:spPr>
          <a:xfrm>
            <a:off x="5611326" y="2683458"/>
            <a:ext cx="96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0.5</a:t>
            </a:r>
            <a:endParaRPr lang="LID4096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C36892-FD5A-46E8-BF34-89F27790EFBE}"/>
                  </a:ext>
                </a:extLst>
              </p:cNvPr>
              <p:cNvSpPr txBox="1"/>
              <p:nvPr/>
            </p:nvSpPr>
            <p:spPr>
              <a:xfrm>
                <a:off x="4439773" y="5461800"/>
                <a:ext cx="3311932" cy="809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b>
                      </m:sSub>
                    </m:oMath>
                  </m:oMathPara>
                </a14:m>
                <a:endParaRPr lang="LID4096" sz="4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C36892-FD5A-46E8-BF34-89F27790E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773" y="5461800"/>
                <a:ext cx="3311932" cy="80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D72EB11B-77D2-2424-36D5-38EF5E992C6D}"/>
              </a:ext>
            </a:extLst>
          </p:cNvPr>
          <p:cNvSpPr/>
          <p:nvPr/>
        </p:nvSpPr>
        <p:spPr>
          <a:xfrm>
            <a:off x="9763048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A3F646-3975-D921-BFA1-EB458D515E7A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8628046" y="3406967"/>
            <a:ext cx="1135002" cy="2203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125051-04D0-84CA-FCAA-8E7831879AF4}"/>
                  </a:ext>
                </a:extLst>
              </p:cNvPr>
              <p:cNvSpPr txBox="1"/>
              <p:nvPr/>
            </p:nvSpPr>
            <p:spPr>
              <a:xfrm>
                <a:off x="7344355" y="3028233"/>
                <a:ext cx="62972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125051-04D0-84CA-FCAA-8E7831879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55" y="3028233"/>
                <a:ext cx="629724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13EA903-2A3F-7328-DFA5-11AE0793531D}"/>
              </a:ext>
            </a:extLst>
          </p:cNvPr>
          <p:cNvSpPr txBox="1"/>
          <p:nvPr/>
        </p:nvSpPr>
        <p:spPr>
          <a:xfrm>
            <a:off x="8711133" y="2766623"/>
            <a:ext cx="96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?</a:t>
            </a:r>
            <a:endParaRPr lang="LID4096" sz="2800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ED3B8274-0C2E-7471-4E19-0878B56ED717}"/>
              </a:ext>
            </a:extLst>
          </p:cNvPr>
          <p:cNvSpPr/>
          <p:nvPr/>
        </p:nvSpPr>
        <p:spPr>
          <a:xfrm rot="5400000">
            <a:off x="2763627" y="3735211"/>
            <a:ext cx="349070" cy="112804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6D65868-DD53-B7E1-5DBB-AB19C3065772}"/>
              </a:ext>
            </a:extLst>
          </p:cNvPr>
          <p:cNvSpPr/>
          <p:nvPr/>
        </p:nvSpPr>
        <p:spPr>
          <a:xfrm rot="5400000">
            <a:off x="5921205" y="3735211"/>
            <a:ext cx="349070" cy="112804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FE91F2B0-611B-FA66-FA63-025E86E3280D}"/>
              </a:ext>
            </a:extLst>
          </p:cNvPr>
          <p:cNvSpPr/>
          <p:nvPr/>
        </p:nvSpPr>
        <p:spPr>
          <a:xfrm rot="5400000">
            <a:off x="9017534" y="3735211"/>
            <a:ext cx="349070" cy="112804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E0579B-BA13-5633-FA51-B8CAE4DEDF0C}"/>
              </a:ext>
            </a:extLst>
          </p:cNvPr>
          <p:cNvSpPr txBox="1"/>
          <p:nvPr/>
        </p:nvSpPr>
        <p:spPr>
          <a:xfrm>
            <a:off x="2216966" y="4533757"/>
            <a:ext cx="1442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 week</a:t>
            </a:r>
            <a:endParaRPr lang="LID4096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823E29-A857-F9F0-9B29-FD7ED1139A2C}"/>
              </a:ext>
            </a:extLst>
          </p:cNvPr>
          <p:cNvSpPr txBox="1"/>
          <p:nvPr/>
        </p:nvSpPr>
        <p:spPr>
          <a:xfrm>
            <a:off x="5374544" y="4533757"/>
            <a:ext cx="1442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 week</a:t>
            </a:r>
            <a:endParaRPr lang="LID4096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747225-E778-8A09-FC43-EB97AF417910}"/>
              </a:ext>
            </a:extLst>
          </p:cNvPr>
          <p:cNvSpPr txBox="1"/>
          <p:nvPr/>
        </p:nvSpPr>
        <p:spPr>
          <a:xfrm>
            <a:off x="8470873" y="4533757"/>
            <a:ext cx="1442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 weeks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365331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8CC4-9063-A3A0-389F-F0EEE16C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8BE9B5-14B6-EA1F-3DF0-77AB4F298FF3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8628046" y="3406967"/>
            <a:ext cx="1135002" cy="220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BAF6730-EA5B-113A-A202-AF818634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A1: What happens when they are not?</a:t>
            </a:r>
            <a:endParaRPr lang="LID40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4EF6EE-D9A6-1340-2758-D330C6537815}"/>
              </a:ext>
            </a:extLst>
          </p:cNvPr>
          <p:cNvSpPr/>
          <p:nvPr/>
        </p:nvSpPr>
        <p:spPr>
          <a:xfrm>
            <a:off x="436481" y="2873567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593910-A9BE-DA62-2655-17CD9BA1605B}"/>
              </a:ext>
            </a:extLst>
          </p:cNvPr>
          <p:cNvSpPr/>
          <p:nvPr/>
        </p:nvSpPr>
        <p:spPr>
          <a:xfrm>
            <a:off x="3563435" y="2873567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2E836-37EC-4526-925D-CC90D2984DF8}"/>
              </a:ext>
            </a:extLst>
          </p:cNvPr>
          <p:cNvSpPr/>
          <p:nvPr/>
        </p:nvSpPr>
        <p:spPr>
          <a:xfrm>
            <a:off x="6690389" y="2873567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199E85-7859-F727-1270-861514B231C4}"/>
                  </a:ext>
                </a:extLst>
              </p:cNvPr>
              <p:cNvSpPr txBox="1"/>
              <p:nvPr/>
            </p:nvSpPr>
            <p:spPr>
              <a:xfrm>
                <a:off x="821143" y="3068413"/>
                <a:ext cx="116833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199E85-7859-F727-1270-861514B23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43" y="3068413"/>
                <a:ext cx="1168332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E92A27-5C7C-BB08-9907-3A6EA386FFED}"/>
                  </a:ext>
                </a:extLst>
              </p:cNvPr>
              <p:cNvSpPr txBox="1"/>
              <p:nvPr/>
            </p:nvSpPr>
            <p:spPr>
              <a:xfrm>
                <a:off x="3947440" y="3068413"/>
                <a:ext cx="116833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E92A27-5C7C-BB08-9907-3A6EA386F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440" y="3068413"/>
                <a:ext cx="1168333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B40861-22CB-5BE6-B57D-7561975C8779}"/>
                  </a:ext>
                </a:extLst>
              </p:cNvPr>
              <p:cNvSpPr txBox="1"/>
              <p:nvPr/>
            </p:nvSpPr>
            <p:spPr>
              <a:xfrm>
                <a:off x="10147710" y="3068413"/>
                <a:ext cx="116833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B40861-22CB-5BE6-B57D-7561975C8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710" y="3068413"/>
                <a:ext cx="1168333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DDC9DB-DFD1-DDA1-59FA-31D4E7E2B46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74138" y="3406967"/>
            <a:ext cx="118929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77B95F-DC0F-8CA4-5329-87AAE70ABC1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501092" y="3406967"/>
            <a:ext cx="118929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EC98B5-1D20-AA08-C1D9-1EA0EC598C01}"/>
              </a:ext>
            </a:extLst>
          </p:cNvPr>
          <p:cNvSpPr txBox="1"/>
          <p:nvPr/>
        </p:nvSpPr>
        <p:spPr>
          <a:xfrm>
            <a:off x="2474600" y="2683458"/>
            <a:ext cx="96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0.5</a:t>
            </a:r>
            <a:endParaRPr lang="LID4096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4D7518-DAF5-498D-4BB2-31F8928F59C4}"/>
              </a:ext>
            </a:extLst>
          </p:cNvPr>
          <p:cNvSpPr txBox="1"/>
          <p:nvPr/>
        </p:nvSpPr>
        <p:spPr>
          <a:xfrm>
            <a:off x="5611326" y="2683458"/>
            <a:ext cx="96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0.5</a:t>
            </a:r>
            <a:endParaRPr lang="LID4096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75F7A6-C82F-60B2-4672-C91EF5DA252C}"/>
                  </a:ext>
                </a:extLst>
              </p:cNvPr>
              <p:cNvSpPr txBox="1"/>
              <p:nvPr/>
            </p:nvSpPr>
            <p:spPr>
              <a:xfrm>
                <a:off x="4440034" y="5056977"/>
                <a:ext cx="4128438" cy="809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0.42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b>
                      </m:sSub>
                    </m:oMath>
                  </m:oMathPara>
                </a14:m>
                <a:endParaRPr lang="LID4096" sz="4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75F7A6-C82F-60B2-4672-C91EF5DA2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034" y="5056977"/>
                <a:ext cx="4128438" cy="8096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B4F99C02-638E-62A9-FA9F-F38F3D4B1611}"/>
              </a:ext>
            </a:extLst>
          </p:cNvPr>
          <p:cNvSpPr/>
          <p:nvPr/>
        </p:nvSpPr>
        <p:spPr>
          <a:xfrm>
            <a:off x="9763048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F629550-3854-5EDF-F176-95EE65FECBEE}"/>
                  </a:ext>
                </a:extLst>
              </p:cNvPr>
              <p:cNvSpPr txBox="1"/>
              <p:nvPr/>
            </p:nvSpPr>
            <p:spPr>
              <a:xfrm>
                <a:off x="7344355" y="3028233"/>
                <a:ext cx="62972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F629550-3854-5EDF-F176-95EE65FEC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55" y="3028233"/>
                <a:ext cx="629724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F1C700A-01FB-5C9A-8559-C9C74933CFED}"/>
              </a:ext>
            </a:extLst>
          </p:cNvPr>
          <p:cNvSpPr txBox="1"/>
          <p:nvPr/>
        </p:nvSpPr>
        <p:spPr>
          <a:xfrm>
            <a:off x="8711133" y="2766623"/>
            <a:ext cx="96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0.25</a:t>
            </a:r>
            <a:endParaRPr lang="LID4096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045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75A5B-372B-D05A-B620-B1E931C5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B76D-3DB2-738A-1998-6DDACF668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667" y="305980"/>
            <a:ext cx="10515600" cy="1325563"/>
          </a:xfrm>
        </p:spPr>
        <p:txBody>
          <a:bodyPr/>
          <a:lstStyle/>
          <a:p>
            <a:r>
              <a:rPr lang="en-US" dirty="0"/>
              <a:t>A2: We have the correct time lag</a:t>
            </a:r>
            <a:endParaRPr lang="en-CH" dirty="0"/>
          </a:p>
        </p:txBody>
      </p:sp>
      <p:pic>
        <p:nvPicPr>
          <p:cNvPr id="5" name="Graphic 4" descr="Call center with solid fill">
            <a:extLst>
              <a:ext uri="{FF2B5EF4-FFF2-40B4-BE49-F238E27FC236}">
                <a16:creationId xmlns:a16="http://schemas.microsoft.com/office/drawing/2014/main" id="{F1FC1F10-C0B4-8A35-58CC-7D9C4EEA49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2859" y="1925369"/>
            <a:ext cx="914400" cy="914400"/>
          </a:xfrm>
          <a:prstGeom prst="rect">
            <a:avLst/>
          </a:prstGeom>
        </p:spPr>
      </p:pic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E2DA55A8-AA2E-911E-162A-6A5967A3A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2859" y="3347909"/>
            <a:ext cx="914400" cy="914400"/>
          </a:xfrm>
          <a:prstGeom prst="rect">
            <a:avLst/>
          </a:prstGeom>
        </p:spPr>
      </p:pic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127B1160-4123-049E-85F4-553B0054A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2859" y="4874187"/>
            <a:ext cx="914400" cy="914400"/>
          </a:xfrm>
          <a:prstGeom prst="rect">
            <a:avLst/>
          </a:prstGeom>
        </p:spPr>
      </p:pic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ED96E17C-3F2E-2DD2-AE54-C79BD8F918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0737" y="1925369"/>
            <a:ext cx="914400" cy="914400"/>
          </a:xfrm>
          <a:prstGeom prst="rect">
            <a:avLst/>
          </a:prstGeom>
        </p:spPr>
      </p:pic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0E0E8080-DF26-2775-327C-7B3D5B7E1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0737" y="3347909"/>
            <a:ext cx="914400" cy="914400"/>
          </a:xfrm>
          <a:prstGeom prst="rect">
            <a:avLst/>
          </a:prstGeom>
        </p:spPr>
      </p:pic>
      <p:pic>
        <p:nvPicPr>
          <p:cNvPr id="10" name="Graphic 9" descr="Call center with solid fill">
            <a:extLst>
              <a:ext uri="{FF2B5EF4-FFF2-40B4-BE49-F238E27FC236}">
                <a16:creationId xmlns:a16="http://schemas.microsoft.com/office/drawing/2014/main" id="{063905F5-7943-178F-AEA8-6003C28B7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0737" y="4874187"/>
            <a:ext cx="914400" cy="914400"/>
          </a:xfrm>
          <a:prstGeom prst="rect">
            <a:avLst/>
          </a:prstGeom>
        </p:spPr>
      </p:pic>
      <p:pic>
        <p:nvPicPr>
          <p:cNvPr id="14" name="Graphic 13" descr="Call center with solid fill">
            <a:extLst>
              <a:ext uri="{FF2B5EF4-FFF2-40B4-BE49-F238E27FC236}">
                <a16:creationId xmlns:a16="http://schemas.microsoft.com/office/drawing/2014/main" id="{908EF48E-B359-F2A5-FD9A-C06C7F97F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8615" y="1925369"/>
            <a:ext cx="914400" cy="914400"/>
          </a:xfrm>
          <a:prstGeom prst="rect">
            <a:avLst/>
          </a:prstGeom>
        </p:spPr>
      </p:pic>
      <p:pic>
        <p:nvPicPr>
          <p:cNvPr id="15" name="Graphic 14" descr="Call center with solid fill">
            <a:extLst>
              <a:ext uri="{FF2B5EF4-FFF2-40B4-BE49-F238E27FC236}">
                <a16:creationId xmlns:a16="http://schemas.microsoft.com/office/drawing/2014/main" id="{DED07FEE-F610-8C0A-0D9A-948C66CC1C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8615" y="3347909"/>
            <a:ext cx="914400" cy="914400"/>
          </a:xfrm>
          <a:prstGeom prst="rect">
            <a:avLst/>
          </a:prstGeom>
        </p:spPr>
      </p:pic>
      <p:pic>
        <p:nvPicPr>
          <p:cNvPr id="16" name="Graphic 15" descr="Call center with solid fill">
            <a:extLst>
              <a:ext uri="{FF2B5EF4-FFF2-40B4-BE49-F238E27FC236}">
                <a16:creationId xmlns:a16="http://schemas.microsoft.com/office/drawing/2014/main" id="{91864993-23B1-7727-4164-1EC7453ECD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8615" y="4874187"/>
            <a:ext cx="914400" cy="914400"/>
          </a:xfrm>
          <a:prstGeom prst="rect">
            <a:avLst/>
          </a:prstGeom>
        </p:spPr>
      </p:pic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3929D92D-6BCD-1662-3065-018AA9246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7925" y="2028178"/>
            <a:ext cx="914400" cy="914400"/>
          </a:xfrm>
          <a:prstGeom prst="rect">
            <a:avLst/>
          </a:prstGeom>
        </p:spPr>
      </p:pic>
      <p:pic>
        <p:nvPicPr>
          <p:cNvPr id="20" name="Graphic 19" descr="Envelope with solid fill">
            <a:extLst>
              <a:ext uri="{FF2B5EF4-FFF2-40B4-BE49-F238E27FC236}">
                <a16:creationId xmlns:a16="http://schemas.microsoft.com/office/drawing/2014/main" id="{BDF9B86C-F7F9-471F-827F-E075CECDD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6859" y="4977925"/>
            <a:ext cx="914400" cy="9144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F93AE6-49B1-0C34-EA80-32F3D269299A}"/>
              </a:ext>
            </a:extLst>
          </p:cNvPr>
          <p:cNvCxnSpPr/>
          <p:nvPr/>
        </p:nvCxnSpPr>
        <p:spPr>
          <a:xfrm>
            <a:off x="1716157" y="6274907"/>
            <a:ext cx="9203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B956CE0-BB22-6C02-2152-30DAB753C298}"/>
              </a:ext>
            </a:extLst>
          </p:cNvPr>
          <p:cNvCxnSpPr/>
          <p:nvPr/>
        </p:nvCxnSpPr>
        <p:spPr>
          <a:xfrm flipV="1">
            <a:off x="3266661" y="6049620"/>
            <a:ext cx="0" cy="225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51B147-4A69-F514-964A-9B10E7F1A394}"/>
              </a:ext>
            </a:extLst>
          </p:cNvPr>
          <p:cNvCxnSpPr/>
          <p:nvPr/>
        </p:nvCxnSpPr>
        <p:spPr>
          <a:xfrm flipV="1">
            <a:off x="6327913" y="6049620"/>
            <a:ext cx="0" cy="225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54FD8CD-C5D2-E582-50FE-B0AD470E9C97}"/>
              </a:ext>
            </a:extLst>
          </p:cNvPr>
          <p:cNvCxnSpPr/>
          <p:nvPr/>
        </p:nvCxnSpPr>
        <p:spPr>
          <a:xfrm flipV="1">
            <a:off x="9415669" y="6049620"/>
            <a:ext cx="0" cy="225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4097C3C-29F7-1249-2AAE-B61678F8B239}"/>
              </a:ext>
            </a:extLst>
          </p:cNvPr>
          <p:cNvSpPr txBox="1"/>
          <p:nvPr/>
        </p:nvSpPr>
        <p:spPr>
          <a:xfrm>
            <a:off x="2932093" y="6316392"/>
            <a:ext cx="66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endParaRPr lang="en-CH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B9AA4B-2AB0-B8D6-D8BC-8648057BBD73}"/>
              </a:ext>
            </a:extLst>
          </p:cNvPr>
          <p:cNvSpPr txBox="1"/>
          <p:nvPr/>
        </p:nvSpPr>
        <p:spPr>
          <a:xfrm>
            <a:off x="5993345" y="6316392"/>
            <a:ext cx="66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endParaRPr lang="en-CH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3A66E8-AFC1-7BAF-786E-F44BC57312D0}"/>
              </a:ext>
            </a:extLst>
          </p:cNvPr>
          <p:cNvSpPr txBox="1"/>
          <p:nvPr/>
        </p:nvSpPr>
        <p:spPr>
          <a:xfrm>
            <a:off x="9081101" y="6316392"/>
            <a:ext cx="66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  <a:endParaRPr lang="en-CH" dirty="0"/>
          </a:p>
        </p:txBody>
      </p:sp>
      <p:pic>
        <p:nvPicPr>
          <p:cNvPr id="17" name="Graphic 16" descr="Envelope with solid fill">
            <a:extLst>
              <a:ext uri="{FF2B5EF4-FFF2-40B4-BE49-F238E27FC236}">
                <a16:creationId xmlns:a16="http://schemas.microsoft.com/office/drawing/2014/main" id="{81BA171A-0C30-B1A0-BE8A-C4D45D416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5803" y="34385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84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292C-930E-2D9C-D651-2618DB825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4279-983E-FA2C-8959-94810899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667" y="305980"/>
            <a:ext cx="10515600" cy="1325563"/>
          </a:xfrm>
        </p:spPr>
        <p:txBody>
          <a:bodyPr/>
          <a:lstStyle/>
          <a:p>
            <a:r>
              <a:rPr lang="en-US" dirty="0"/>
              <a:t>A2: We have the correct time lag</a:t>
            </a:r>
            <a:endParaRPr lang="en-CH" dirty="0"/>
          </a:p>
        </p:txBody>
      </p:sp>
      <p:pic>
        <p:nvPicPr>
          <p:cNvPr id="5" name="Graphic 4" descr="Call center with solid fill">
            <a:extLst>
              <a:ext uri="{FF2B5EF4-FFF2-40B4-BE49-F238E27FC236}">
                <a16:creationId xmlns:a16="http://schemas.microsoft.com/office/drawing/2014/main" id="{8784F012-F0CF-6A80-E0FC-AEB9FBB059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2859" y="1925369"/>
            <a:ext cx="914400" cy="914400"/>
          </a:xfrm>
          <a:prstGeom prst="rect">
            <a:avLst/>
          </a:prstGeom>
        </p:spPr>
      </p:pic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9B3DCD26-5DCA-A287-5A40-F88BFAFE0D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2859" y="3347909"/>
            <a:ext cx="914400" cy="914400"/>
          </a:xfrm>
          <a:prstGeom prst="rect">
            <a:avLst/>
          </a:prstGeom>
        </p:spPr>
      </p:pic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3E4EE4E9-A8AE-4C86-5E43-A8493F3B6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2859" y="4874187"/>
            <a:ext cx="914400" cy="914400"/>
          </a:xfrm>
          <a:prstGeom prst="rect">
            <a:avLst/>
          </a:prstGeom>
        </p:spPr>
      </p:pic>
      <p:pic>
        <p:nvPicPr>
          <p:cNvPr id="14" name="Graphic 13" descr="Call center with solid fill">
            <a:extLst>
              <a:ext uri="{FF2B5EF4-FFF2-40B4-BE49-F238E27FC236}">
                <a16:creationId xmlns:a16="http://schemas.microsoft.com/office/drawing/2014/main" id="{A9B5F86C-367C-6674-801B-BE12C4052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8615" y="1925369"/>
            <a:ext cx="914400" cy="914400"/>
          </a:xfrm>
          <a:prstGeom prst="rect">
            <a:avLst/>
          </a:prstGeom>
        </p:spPr>
      </p:pic>
      <p:pic>
        <p:nvPicPr>
          <p:cNvPr id="15" name="Graphic 14" descr="Call center with solid fill">
            <a:extLst>
              <a:ext uri="{FF2B5EF4-FFF2-40B4-BE49-F238E27FC236}">
                <a16:creationId xmlns:a16="http://schemas.microsoft.com/office/drawing/2014/main" id="{0F943B72-BFC2-A5E7-1DCB-6FC73FC50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8615" y="3347909"/>
            <a:ext cx="914400" cy="914400"/>
          </a:xfrm>
          <a:prstGeom prst="rect">
            <a:avLst/>
          </a:prstGeom>
        </p:spPr>
      </p:pic>
      <p:pic>
        <p:nvPicPr>
          <p:cNvPr id="16" name="Graphic 15" descr="Call center with solid fill">
            <a:extLst>
              <a:ext uri="{FF2B5EF4-FFF2-40B4-BE49-F238E27FC236}">
                <a16:creationId xmlns:a16="http://schemas.microsoft.com/office/drawing/2014/main" id="{D0A997BE-81BB-D0EF-FB31-0F30274E9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8615" y="4874187"/>
            <a:ext cx="914400" cy="914400"/>
          </a:xfrm>
          <a:prstGeom prst="rect">
            <a:avLst/>
          </a:prstGeom>
        </p:spPr>
      </p:pic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C5202BBE-AF3B-F81E-05A5-FDBB233A0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7925" y="2028178"/>
            <a:ext cx="914400" cy="914400"/>
          </a:xfrm>
          <a:prstGeom prst="rect">
            <a:avLst/>
          </a:prstGeom>
        </p:spPr>
      </p:pic>
      <p:pic>
        <p:nvPicPr>
          <p:cNvPr id="20" name="Graphic 19" descr="Envelope with solid fill">
            <a:extLst>
              <a:ext uri="{FF2B5EF4-FFF2-40B4-BE49-F238E27FC236}">
                <a16:creationId xmlns:a16="http://schemas.microsoft.com/office/drawing/2014/main" id="{2FC3B4CF-3AC0-FC8F-4946-F75A60DFF9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6859" y="4977925"/>
            <a:ext cx="914400" cy="9144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238ED8-6C4C-57B8-1D48-12797F2AC580}"/>
              </a:ext>
            </a:extLst>
          </p:cNvPr>
          <p:cNvCxnSpPr/>
          <p:nvPr/>
        </p:nvCxnSpPr>
        <p:spPr>
          <a:xfrm>
            <a:off x="1716157" y="6274907"/>
            <a:ext cx="9203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E0DC670-FD1B-4DF6-289B-D56AE6F74DC3}"/>
              </a:ext>
            </a:extLst>
          </p:cNvPr>
          <p:cNvCxnSpPr/>
          <p:nvPr/>
        </p:nvCxnSpPr>
        <p:spPr>
          <a:xfrm flipV="1">
            <a:off x="3266661" y="6049620"/>
            <a:ext cx="0" cy="225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284EE0-1429-EF41-7819-A2F18FC51180}"/>
              </a:ext>
            </a:extLst>
          </p:cNvPr>
          <p:cNvCxnSpPr/>
          <p:nvPr/>
        </p:nvCxnSpPr>
        <p:spPr>
          <a:xfrm flipV="1">
            <a:off x="6327913" y="6049620"/>
            <a:ext cx="0" cy="225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B42C021-D23F-8E67-95B8-25B235DDEA57}"/>
              </a:ext>
            </a:extLst>
          </p:cNvPr>
          <p:cNvCxnSpPr/>
          <p:nvPr/>
        </p:nvCxnSpPr>
        <p:spPr>
          <a:xfrm flipV="1">
            <a:off x="9415669" y="6049620"/>
            <a:ext cx="0" cy="225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F478EC9-0E34-EE65-0700-8293728281DF}"/>
              </a:ext>
            </a:extLst>
          </p:cNvPr>
          <p:cNvSpPr txBox="1"/>
          <p:nvPr/>
        </p:nvSpPr>
        <p:spPr>
          <a:xfrm>
            <a:off x="2932093" y="6316392"/>
            <a:ext cx="66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endParaRPr lang="en-CH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E3DC7-C60B-E9C8-E8C7-B243A2F6B492}"/>
              </a:ext>
            </a:extLst>
          </p:cNvPr>
          <p:cNvSpPr txBox="1"/>
          <p:nvPr/>
        </p:nvSpPr>
        <p:spPr>
          <a:xfrm>
            <a:off x="5993345" y="6316392"/>
            <a:ext cx="66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endParaRPr lang="en-CH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B0684B-8B21-4632-1741-32BE0DDE95B1}"/>
              </a:ext>
            </a:extLst>
          </p:cNvPr>
          <p:cNvSpPr txBox="1"/>
          <p:nvPr/>
        </p:nvSpPr>
        <p:spPr>
          <a:xfrm>
            <a:off x="9081101" y="6316392"/>
            <a:ext cx="66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03576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8C448-D961-549D-98B2-C3BB0E989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A3.1: Processes only change and interact when observations occur</a:t>
            </a:r>
            <a:endParaRPr lang="LID4096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F47EAE8-F059-99EA-D635-A8B7E7AC4193}"/>
              </a:ext>
            </a:extLst>
          </p:cNvPr>
          <p:cNvSpPr/>
          <p:nvPr/>
        </p:nvSpPr>
        <p:spPr>
          <a:xfrm>
            <a:off x="2359304" y="2607882"/>
            <a:ext cx="251792" cy="2517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CA691AD-1BFB-7F1E-F56C-D917A9B3F50B}"/>
              </a:ext>
            </a:extLst>
          </p:cNvPr>
          <p:cNvSpPr/>
          <p:nvPr/>
        </p:nvSpPr>
        <p:spPr>
          <a:xfrm>
            <a:off x="4042330" y="3608421"/>
            <a:ext cx="251792" cy="2517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2F03542-B9AE-05DA-239C-742FCBEF303F}"/>
              </a:ext>
            </a:extLst>
          </p:cNvPr>
          <p:cNvSpPr/>
          <p:nvPr/>
        </p:nvSpPr>
        <p:spPr>
          <a:xfrm>
            <a:off x="5712103" y="4403551"/>
            <a:ext cx="251792" cy="2517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7153DD2-E666-ABE5-DA30-23D05A7BF08E}"/>
              </a:ext>
            </a:extLst>
          </p:cNvPr>
          <p:cNvSpPr/>
          <p:nvPr/>
        </p:nvSpPr>
        <p:spPr>
          <a:xfrm>
            <a:off x="7686677" y="4648717"/>
            <a:ext cx="251792" cy="2517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E6F17F5-C13A-3834-2DF9-285D95890C37}"/>
              </a:ext>
            </a:extLst>
          </p:cNvPr>
          <p:cNvSpPr/>
          <p:nvPr/>
        </p:nvSpPr>
        <p:spPr>
          <a:xfrm>
            <a:off x="9535355" y="4648717"/>
            <a:ext cx="251792" cy="2517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2A90D2-AF2E-04C9-2DF4-A65587E3EA3E}"/>
              </a:ext>
            </a:extLst>
          </p:cNvPr>
          <p:cNvCxnSpPr>
            <a:cxnSpLocks/>
            <a:stCxn id="4" idx="6"/>
          </p:cNvCxnSpPr>
          <p:nvPr/>
        </p:nvCxnSpPr>
        <p:spPr>
          <a:xfrm flipV="1">
            <a:off x="2611096" y="2720526"/>
            <a:ext cx="1557130" cy="132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7843B6-C439-FEB8-4941-DC01679267DE}"/>
              </a:ext>
            </a:extLst>
          </p:cNvPr>
          <p:cNvCxnSpPr>
            <a:cxnSpLocks/>
          </p:cNvCxnSpPr>
          <p:nvPr/>
        </p:nvCxnSpPr>
        <p:spPr>
          <a:xfrm flipV="1">
            <a:off x="4300748" y="3727691"/>
            <a:ext cx="1537251" cy="6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637575-7298-58DE-1D81-2F25F07889B0}"/>
              </a:ext>
            </a:extLst>
          </p:cNvPr>
          <p:cNvCxnSpPr>
            <a:cxnSpLocks/>
          </p:cNvCxnSpPr>
          <p:nvPr/>
        </p:nvCxnSpPr>
        <p:spPr>
          <a:xfrm>
            <a:off x="5963895" y="4509569"/>
            <a:ext cx="18486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E867D4-1372-4E48-67C9-C2D11E4B55F8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7938469" y="4774613"/>
            <a:ext cx="1596886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C8D524-3217-DA53-8E9F-ED1B947828D3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168226" y="2720526"/>
            <a:ext cx="0" cy="88789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2F2318-773D-6FB7-6732-5DB958434115}"/>
              </a:ext>
            </a:extLst>
          </p:cNvPr>
          <p:cNvCxnSpPr>
            <a:cxnSpLocks/>
          </p:cNvCxnSpPr>
          <p:nvPr/>
        </p:nvCxnSpPr>
        <p:spPr>
          <a:xfrm>
            <a:off x="5837999" y="3727691"/>
            <a:ext cx="0" cy="62285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503F01-F88F-29AB-68C1-E1D68174D01F}"/>
              </a:ext>
            </a:extLst>
          </p:cNvPr>
          <p:cNvCxnSpPr>
            <a:endCxn id="7" idx="0"/>
          </p:cNvCxnSpPr>
          <p:nvPr/>
        </p:nvCxnSpPr>
        <p:spPr>
          <a:xfrm>
            <a:off x="7812573" y="4529447"/>
            <a:ext cx="0" cy="1192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F3D477B-2BD8-B231-A3F0-D1D116D5279E}"/>
                  </a:ext>
                </a:extLst>
              </p:cNvPr>
              <p:cNvSpPr txBox="1"/>
              <p:nvPr/>
            </p:nvSpPr>
            <p:spPr>
              <a:xfrm>
                <a:off x="4626537" y="5324577"/>
                <a:ext cx="3311932" cy="809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b>
                      </m:sSub>
                    </m:oMath>
                  </m:oMathPara>
                </a14:m>
                <a:endParaRPr lang="LID4096" sz="4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F3D477B-2BD8-B231-A3F0-D1D116D52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7" y="5324577"/>
                <a:ext cx="3311932" cy="809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460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7BD3-A7DE-AA27-6AB4-1A70E3B7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have a continuous process?</a:t>
            </a:r>
            <a:endParaRPr lang="en-CH" dirty="0"/>
          </a:p>
        </p:txBody>
      </p:sp>
      <p:pic>
        <p:nvPicPr>
          <p:cNvPr id="7" name="Content Placeholder 6" descr="A graph of a graph&#10;&#10;AI-generated content may be incorrect.">
            <a:extLst>
              <a:ext uri="{FF2B5EF4-FFF2-40B4-BE49-F238E27FC236}">
                <a16:creationId xmlns:a16="http://schemas.microsoft.com/office/drawing/2014/main" id="{EBA75CA8-29A2-4F6C-DDBA-AADF71AF9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585" y="1690688"/>
            <a:ext cx="67068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33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E3440-8063-7E18-EA5B-81D98A96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0EDA-2F29-EE5B-A2C1-B01FB62A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94979"/>
          </a:xfrm>
        </p:spPr>
        <p:txBody>
          <a:bodyPr>
            <a:normAutofit fontScale="90000"/>
          </a:bodyPr>
          <a:lstStyle/>
          <a:p>
            <a:r>
              <a:rPr lang="en-US" dirty="0"/>
              <a:t>A3.2: The DT model represents the total effect of the system’s underlying changes over each model interval</a:t>
            </a:r>
            <a:endParaRPr lang="en-CH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1D03A0D-34A4-21A0-86F3-14D9A5FB6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138" y="2160104"/>
            <a:ext cx="7822406" cy="43805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81EFFF2-B0C4-3FF3-E3A0-EC2270A97222}"/>
              </a:ext>
            </a:extLst>
          </p:cNvPr>
          <p:cNvSpPr txBox="1"/>
          <p:nvPr/>
        </p:nvSpPr>
        <p:spPr>
          <a:xfrm>
            <a:off x="1041797" y="2550319"/>
            <a:ext cx="2521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sz="3200" dirty="0">
                <a:sym typeface="Wingdings" panose="05000000000000000000" pitchFamily="2" charset="2"/>
              </a:rPr>
              <a:t> </a:t>
            </a:r>
            <a:r>
              <a:rPr lang="en-US" sz="3200" dirty="0">
                <a:solidFill>
                  <a:srgbClr val="21766A"/>
                </a:solidFill>
              </a:rPr>
              <a:t>R </a:t>
            </a:r>
            <a:r>
              <a:rPr lang="en-US" sz="3200" dirty="0">
                <a:solidFill>
                  <a:srgbClr val="21766A"/>
                </a:solidFill>
                <a:sym typeface="Wingdings" panose="05000000000000000000" pitchFamily="2" charset="2"/>
              </a:rPr>
              <a:t></a:t>
            </a:r>
            <a:r>
              <a:rPr lang="en-US" sz="3200" dirty="0">
                <a:sym typeface="Wingdings" panose="05000000000000000000" pitchFamily="2" charset="2"/>
              </a:rPr>
              <a:t> </a:t>
            </a:r>
            <a:r>
              <a:rPr lang="en-US" sz="3200" dirty="0">
                <a:solidFill>
                  <a:srgbClr val="BF6532"/>
                </a:solidFill>
              </a:rPr>
              <a:t>A</a:t>
            </a:r>
            <a:endParaRPr lang="en-CH" sz="3200" dirty="0">
              <a:solidFill>
                <a:srgbClr val="BF65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410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66C8-1B8A-911F-0399-DF7BA1DD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977F07-0CC0-1A66-F038-41B6CA9C990B}"/>
              </a:ext>
            </a:extLst>
          </p:cNvPr>
          <p:cNvSpPr txBox="1"/>
          <p:nvPr/>
        </p:nvSpPr>
        <p:spPr>
          <a:xfrm>
            <a:off x="1627970" y="2828835"/>
            <a:ext cx="8936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Continuous-time models formalize the </a:t>
            </a:r>
            <a:r>
              <a:rPr lang="en-US" sz="3600" i="1" dirty="0"/>
              <a:t>instantaneous</a:t>
            </a:r>
            <a:r>
              <a:rPr lang="en-US" sz="3600" dirty="0"/>
              <a:t> rate of change</a:t>
            </a:r>
            <a:endParaRPr lang="en-CH" sz="3600" dirty="0"/>
          </a:p>
        </p:txBody>
      </p:sp>
    </p:spTree>
    <p:extLst>
      <p:ext uri="{BB962C8B-B14F-4D97-AF65-F5344CB8AC3E}">
        <p14:creationId xmlns:p14="http://schemas.microsoft.com/office/powerpoint/2010/main" val="211249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069C1C-C13A-ECBE-75D2-C492E2F0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9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5DCDF-9F40-7C50-283A-5047E011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CBD1D-8466-6ED3-D49F-4D0D15AE8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50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AABAC-CDD6-3068-82A2-5D7CC3AC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75AFF-7A19-71F3-78C9-06908862D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61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47D8-3EDC-4B17-611E-7123B7D5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models</a:t>
            </a:r>
            <a:endParaRPr lang="en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D78836-6C78-AD96-DBE9-80A36896ED60}"/>
              </a:ext>
            </a:extLst>
          </p:cNvPr>
          <p:cNvSpPr/>
          <p:nvPr/>
        </p:nvSpPr>
        <p:spPr>
          <a:xfrm>
            <a:off x="838200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BF51F1-1552-B91C-AFDB-9751D92592FA}"/>
              </a:ext>
            </a:extLst>
          </p:cNvPr>
          <p:cNvSpPr/>
          <p:nvPr/>
        </p:nvSpPr>
        <p:spPr>
          <a:xfrm>
            <a:off x="5177427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3A8EED-823C-C80E-121C-C13B6363F8D2}"/>
              </a:ext>
            </a:extLst>
          </p:cNvPr>
          <p:cNvSpPr/>
          <p:nvPr/>
        </p:nvSpPr>
        <p:spPr>
          <a:xfrm>
            <a:off x="9516654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8E5CAE-8125-EB97-43E6-7284090193AF}"/>
                  </a:ext>
                </a:extLst>
              </p:cNvPr>
              <p:cNvSpPr txBox="1"/>
              <p:nvPr/>
            </p:nvSpPr>
            <p:spPr>
              <a:xfrm>
                <a:off x="1222862" y="3090446"/>
                <a:ext cx="116833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8E5CAE-8125-EB97-43E6-728409019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862" y="3090446"/>
                <a:ext cx="116833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D39565-E45A-80EC-3A4E-2932F760E3A3}"/>
                  </a:ext>
                </a:extLst>
              </p:cNvPr>
              <p:cNvSpPr txBox="1"/>
              <p:nvPr/>
            </p:nvSpPr>
            <p:spPr>
              <a:xfrm>
                <a:off x="5561432" y="3090446"/>
                <a:ext cx="116833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D39565-E45A-80EC-3A4E-2932F760E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432" y="3090446"/>
                <a:ext cx="1168333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D33500-11F2-C989-C8BB-5200B6656B0C}"/>
                  </a:ext>
                </a:extLst>
              </p:cNvPr>
              <p:cNvSpPr txBox="1"/>
              <p:nvPr/>
            </p:nvSpPr>
            <p:spPr>
              <a:xfrm>
                <a:off x="10170620" y="3090446"/>
                <a:ext cx="62972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D33500-11F2-C989-C8BB-5200B6656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620" y="3090446"/>
                <a:ext cx="629724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3BCFBC-5B63-3FEA-69B7-1639E81884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775857" y="3429000"/>
            <a:ext cx="240157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A12412-131C-8B28-8368-8D13F4F19A4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115084" y="3429000"/>
            <a:ext cx="240157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37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DEE0BA-2BB7-9263-6486-B2A490821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13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5B741-8103-0DCF-2BA5-2C106227A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23B4-0DD1-B7AB-E0E0-DB94BCCF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models</a:t>
            </a:r>
            <a:endParaRPr lang="en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A7D49-0A16-0227-19B2-168361BE7FD9}"/>
              </a:ext>
            </a:extLst>
          </p:cNvPr>
          <p:cNvSpPr/>
          <p:nvPr/>
        </p:nvSpPr>
        <p:spPr>
          <a:xfrm>
            <a:off x="838200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EE036F-5E48-28D1-1605-A3F9E0FDB2CF}"/>
              </a:ext>
            </a:extLst>
          </p:cNvPr>
          <p:cNvSpPr/>
          <p:nvPr/>
        </p:nvSpPr>
        <p:spPr>
          <a:xfrm>
            <a:off x="5177427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7805C4-68CD-9D62-9A01-5D2DDA754F9B}"/>
              </a:ext>
            </a:extLst>
          </p:cNvPr>
          <p:cNvSpPr/>
          <p:nvPr/>
        </p:nvSpPr>
        <p:spPr>
          <a:xfrm>
            <a:off x="9516654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A2A52A-4B0A-336A-14CE-237FD7002E79}"/>
                  </a:ext>
                </a:extLst>
              </p:cNvPr>
              <p:cNvSpPr txBox="1"/>
              <p:nvPr/>
            </p:nvSpPr>
            <p:spPr>
              <a:xfrm>
                <a:off x="1222862" y="3090446"/>
                <a:ext cx="116833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A2A52A-4B0A-336A-14CE-237FD7002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862" y="3090446"/>
                <a:ext cx="1168332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24557D-5870-0F42-CDFA-CA3C1AA5EED0}"/>
                  </a:ext>
                </a:extLst>
              </p:cNvPr>
              <p:cNvSpPr txBox="1"/>
              <p:nvPr/>
            </p:nvSpPr>
            <p:spPr>
              <a:xfrm>
                <a:off x="5561432" y="3090446"/>
                <a:ext cx="116833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24557D-5870-0F42-CDFA-CA3C1AA5E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432" y="3090446"/>
                <a:ext cx="1168333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4C4F6E-8AFA-2DE6-BEB7-C0C8B9C29021}"/>
                  </a:ext>
                </a:extLst>
              </p:cNvPr>
              <p:cNvSpPr txBox="1"/>
              <p:nvPr/>
            </p:nvSpPr>
            <p:spPr>
              <a:xfrm>
                <a:off x="10170620" y="3090446"/>
                <a:ext cx="62972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4C4F6E-8AFA-2DE6-BEB7-C0C8B9C29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620" y="3090446"/>
                <a:ext cx="629724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EA20F0-1284-B699-381F-97EEE41D1F9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775857" y="3429000"/>
            <a:ext cx="240157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FCD5FA-F3B8-E4DD-BF46-6865E4B9123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115084" y="3429000"/>
            <a:ext cx="240157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9EFEF2B-6FDB-1129-A785-7B432072A706}"/>
              </a:ext>
            </a:extLst>
          </p:cNvPr>
          <p:cNvSpPr/>
          <p:nvPr/>
        </p:nvSpPr>
        <p:spPr>
          <a:xfrm>
            <a:off x="2775857" y="3900054"/>
            <a:ext cx="4661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319097-D7F2-6357-305E-6F358210BB4E}"/>
              </a:ext>
            </a:extLst>
          </p:cNvPr>
          <p:cNvSpPr/>
          <p:nvPr/>
        </p:nvSpPr>
        <p:spPr>
          <a:xfrm>
            <a:off x="3725830" y="3900054"/>
            <a:ext cx="4661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1B1B13-492F-D5D3-646A-5B66AC97B219}"/>
              </a:ext>
            </a:extLst>
          </p:cNvPr>
          <p:cNvSpPr/>
          <p:nvPr/>
        </p:nvSpPr>
        <p:spPr>
          <a:xfrm>
            <a:off x="4675803" y="3900054"/>
            <a:ext cx="4661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87C92B-70F2-0FC1-DFF5-7BC9AB851E0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3241964" y="4433454"/>
            <a:ext cx="48386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591A23-CF84-0838-2E96-E53B31F5169D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191937" y="4433454"/>
            <a:ext cx="48386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A0E0C81-711D-8BF4-18C5-CA1C768D88BA}"/>
              </a:ext>
            </a:extLst>
          </p:cNvPr>
          <p:cNvSpPr/>
          <p:nvPr/>
        </p:nvSpPr>
        <p:spPr>
          <a:xfrm>
            <a:off x="7150601" y="3900054"/>
            <a:ext cx="4661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4B9DAC-CF93-D0AD-B959-B0E4EAD6DEE2}"/>
              </a:ext>
            </a:extLst>
          </p:cNvPr>
          <p:cNvSpPr/>
          <p:nvPr/>
        </p:nvSpPr>
        <p:spPr>
          <a:xfrm>
            <a:off x="8100574" y="3900054"/>
            <a:ext cx="4661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5A115E-E49E-73F4-0A2C-28CBFCC8DBC1}"/>
              </a:ext>
            </a:extLst>
          </p:cNvPr>
          <p:cNvSpPr/>
          <p:nvPr/>
        </p:nvSpPr>
        <p:spPr>
          <a:xfrm>
            <a:off x="9050547" y="3900054"/>
            <a:ext cx="4661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276826-C284-66D0-0A38-223799D48D51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616708" y="4433454"/>
            <a:ext cx="48386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024447E-EECC-4269-458A-F056E35BDC73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8566681" y="4433454"/>
            <a:ext cx="48386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256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2EAE4-A808-5054-4E80-4547F0EA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10489-6A20-3A14-75D4-5B81C5A1B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7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8D0B-3ADA-5FF5-D8E3-1FA51F4F1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FB1C445-556D-4B5F-0FF3-9CFBB000EF4C}"/>
              </a:ext>
            </a:extLst>
          </p:cNvPr>
          <p:cNvSpPr/>
          <p:nvPr/>
        </p:nvSpPr>
        <p:spPr>
          <a:xfrm>
            <a:off x="2752950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B5BBBD-C7A2-9F95-0524-D1735A83B77B}"/>
              </a:ext>
            </a:extLst>
          </p:cNvPr>
          <p:cNvSpPr/>
          <p:nvPr/>
        </p:nvSpPr>
        <p:spPr>
          <a:xfrm>
            <a:off x="3224391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3DAC64-DC37-39BC-792E-21EE4A869413}"/>
              </a:ext>
            </a:extLst>
          </p:cNvPr>
          <p:cNvSpPr/>
          <p:nvPr/>
        </p:nvSpPr>
        <p:spPr>
          <a:xfrm>
            <a:off x="3457444" y="3900054"/>
            <a:ext cx="143549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EF5584-C6F7-1C38-642A-C57BE7CBE5A4}"/>
              </a:ext>
            </a:extLst>
          </p:cNvPr>
          <p:cNvSpPr/>
          <p:nvPr/>
        </p:nvSpPr>
        <p:spPr>
          <a:xfrm>
            <a:off x="2991338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EC88B-5766-50A3-1842-31CDF2C1290A}"/>
              </a:ext>
            </a:extLst>
          </p:cNvPr>
          <p:cNvSpPr/>
          <p:nvPr/>
        </p:nvSpPr>
        <p:spPr>
          <a:xfrm>
            <a:off x="3649402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519D1-3FCA-FC3C-016A-88F88E0659E0}"/>
              </a:ext>
            </a:extLst>
          </p:cNvPr>
          <p:cNvSpPr/>
          <p:nvPr/>
        </p:nvSpPr>
        <p:spPr>
          <a:xfrm>
            <a:off x="4106989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933DD3-5ABE-65C4-F7AD-4B75BB61A107}"/>
              </a:ext>
            </a:extLst>
          </p:cNvPr>
          <p:cNvSpPr/>
          <p:nvPr/>
        </p:nvSpPr>
        <p:spPr>
          <a:xfrm>
            <a:off x="4340042" y="3900054"/>
            <a:ext cx="143549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0616C9-E375-EB0D-2C91-F543807DDBC2}"/>
              </a:ext>
            </a:extLst>
          </p:cNvPr>
          <p:cNvSpPr/>
          <p:nvPr/>
        </p:nvSpPr>
        <p:spPr>
          <a:xfrm>
            <a:off x="3873936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E832A3-8E5B-9859-55E3-E531FCA8A14B}"/>
              </a:ext>
            </a:extLst>
          </p:cNvPr>
          <p:cNvSpPr/>
          <p:nvPr/>
        </p:nvSpPr>
        <p:spPr>
          <a:xfrm>
            <a:off x="4552314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9E0ECA-AA4F-5052-C199-FC49490F229F}"/>
              </a:ext>
            </a:extLst>
          </p:cNvPr>
          <p:cNvSpPr/>
          <p:nvPr/>
        </p:nvSpPr>
        <p:spPr>
          <a:xfrm>
            <a:off x="5016828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1A4F9E-3575-F2CB-00EE-21DF1A07A465}"/>
              </a:ext>
            </a:extLst>
          </p:cNvPr>
          <p:cNvSpPr/>
          <p:nvPr/>
        </p:nvSpPr>
        <p:spPr>
          <a:xfrm>
            <a:off x="4783775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31F9B-9E5B-3461-05CA-487ACCFB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models</a:t>
            </a:r>
            <a:endParaRPr lang="en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6C1A4-C8C9-8857-C22A-3CDBAF136308}"/>
              </a:ext>
            </a:extLst>
          </p:cNvPr>
          <p:cNvSpPr/>
          <p:nvPr/>
        </p:nvSpPr>
        <p:spPr>
          <a:xfrm>
            <a:off x="838200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BDF512-B921-A298-D006-C54EE8BD8A2F}"/>
              </a:ext>
            </a:extLst>
          </p:cNvPr>
          <p:cNvSpPr/>
          <p:nvPr/>
        </p:nvSpPr>
        <p:spPr>
          <a:xfrm>
            <a:off x="9516654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B757AD-6E64-9685-630D-0C853110240B}"/>
                  </a:ext>
                </a:extLst>
              </p:cNvPr>
              <p:cNvSpPr txBox="1"/>
              <p:nvPr/>
            </p:nvSpPr>
            <p:spPr>
              <a:xfrm>
                <a:off x="1222862" y="3090446"/>
                <a:ext cx="116833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B757AD-6E64-9685-630D-0C8531102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862" y="3090446"/>
                <a:ext cx="116833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240534-A2C3-C348-50BA-A90C07BF3A21}"/>
                  </a:ext>
                </a:extLst>
              </p:cNvPr>
              <p:cNvSpPr txBox="1"/>
              <p:nvPr/>
            </p:nvSpPr>
            <p:spPr>
              <a:xfrm>
                <a:off x="5561432" y="3090446"/>
                <a:ext cx="116833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240534-A2C3-C348-50BA-A90C07BF3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432" y="3090446"/>
                <a:ext cx="1168333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BA6B93-D89D-EB1D-3B52-FBF3821E63B4}"/>
                  </a:ext>
                </a:extLst>
              </p:cNvPr>
              <p:cNvSpPr txBox="1"/>
              <p:nvPr/>
            </p:nvSpPr>
            <p:spPr>
              <a:xfrm>
                <a:off x="10170620" y="3090446"/>
                <a:ext cx="62972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BA6B93-D89D-EB1D-3B52-FBF3821E6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620" y="3090446"/>
                <a:ext cx="629724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CE1DAD-3327-701B-633C-2D86358475CA}"/>
              </a:ext>
            </a:extLst>
          </p:cNvPr>
          <p:cNvCxnSpPr>
            <a:cxnSpLocks/>
          </p:cNvCxnSpPr>
          <p:nvPr/>
        </p:nvCxnSpPr>
        <p:spPr>
          <a:xfrm>
            <a:off x="2752950" y="3429000"/>
            <a:ext cx="240157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A16722-CE27-E01B-5A09-47602AEEED5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115084" y="3429000"/>
            <a:ext cx="240157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6560EC8-F52C-6B11-8BC5-3EB5E893771B}"/>
              </a:ext>
            </a:extLst>
          </p:cNvPr>
          <p:cNvSpPr/>
          <p:nvPr/>
        </p:nvSpPr>
        <p:spPr>
          <a:xfrm>
            <a:off x="5177427" y="2895600"/>
            <a:ext cx="193765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B31A46-A49C-8698-2A72-C80EC00498EB}"/>
              </a:ext>
            </a:extLst>
          </p:cNvPr>
          <p:cNvSpPr/>
          <p:nvPr/>
        </p:nvSpPr>
        <p:spPr>
          <a:xfrm>
            <a:off x="7099813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767596-EE38-F06C-7E17-BDD9B308D8EA}"/>
              </a:ext>
            </a:extLst>
          </p:cNvPr>
          <p:cNvSpPr/>
          <p:nvPr/>
        </p:nvSpPr>
        <p:spPr>
          <a:xfrm>
            <a:off x="7571254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9C4024-FDA2-AD86-8E6B-E3147F495688}"/>
              </a:ext>
            </a:extLst>
          </p:cNvPr>
          <p:cNvSpPr/>
          <p:nvPr/>
        </p:nvSpPr>
        <p:spPr>
          <a:xfrm>
            <a:off x="7804307" y="3900054"/>
            <a:ext cx="143549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E36115-9137-65E9-5E96-EA549B8A3CAA}"/>
              </a:ext>
            </a:extLst>
          </p:cNvPr>
          <p:cNvSpPr/>
          <p:nvPr/>
        </p:nvSpPr>
        <p:spPr>
          <a:xfrm>
            <a:off x="7338201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C72062-F479-6CE6-A14A-EB8385BC378D}"/>
              </a:ext>
            </a:extLst>
          </p:cNvPr>
          <p:cNvSpPr/>
          <p:nvPr/>
        </p:nvSpPr>
        <p:spPr>
          <a:xfrm>
            <a:off x="7996265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C845EA-1AF9-6BBB-96C3-EF6473E5DE64}"/>
              </a:ext>
            </a:extLst>
          </p:cNvPr>
          <p:cNvSpPr/>
          <p:nvPr/>
        </p:nvSpPr>
        <p:spPr>
          <a:xfrm>
            <a:off x="8453852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BF9694-CA42-C106-3EAE-C6A2817AD6BC}"/>
              </a:ext>
            </a:extLst>
          </p:cNvPr>
          <p:cNvSpPr/>
          <p:nvPr/>
        </p:nvSpPr>
        <p:spPr>
          <a:xfrm>
            <a:off x="8686905" y="3900054"/>
            <a:ext cx="143549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339573-62C9-8161-D224-42CE3BBCE1A1}"/>
              </a:ext>
            </a:extLst>
          </p:cNvPr>
          <p:cNvSpPr/>
          <p:nvPr/>
        </p:nvSpPr>
        <p:spPr>
          <a:xfrm>
            <a:off x="8220799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580256-DADD-4B3E-1BEE-64CA0EA35564}"/>
              </a:ext>
            </a:extLst>
          </p:cNvPr>
          <p:cNvSpPr/>
          <p:nvPr/>
        </p:nvSpPr>
        <p:spPr>
          <a:xfrm>
            <a:off x="8899177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CC4BC5-C083-A640-4565-C62A2E828EBD}"/>
              </a:ext>
            </a:extLst>
          </p:cNvPr>
          <p:cNvSpPr/>
          <p:nvPr/>
        </p:nvSpPr>
        <p:spPr>
          <a:xfrm>
            <a:off x="9370618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F3B53B-878E-7B51-E53A-83ADBCDB2CEF}"/>
              </a:ext>
            </a:extLst>
          </p:cNvPr>
          <p:cNvSpPr/>
          <p:nvPr/>
        </p:nvSpPr>
        <p:spPr>
          <a:xfrm>
            <a:off x="9137565" y="3900054"/>
            <a:ext cx="161307" cy="10668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3018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F7D9926-67A5-4B2F-B40A-ED992A872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04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8609-34BE-CC81-D122-EA866850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Euler-Maruyama approximation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19613-7255-FA1C-E843-EFB28E8E7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4048"/>
          </a:xfrm>
        </p:spPr>
        <p:txBody>
          <a:bodyPr/>
          <a:lstStyle/>
          <a:p>
            <a:r>
              <a:rPr lang="en-US" dirty="0"/>
              <a:t>We break continuous time into small time slices</a:t>
            </a:r>
          </a:p>
          <a:p>
            <a:r>
              <a:rPr lang="en-US" dirty="0"/>
              <a:t>We update the state of our growth process at each step based on the dynamics of our model</a:t>
            </a:r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CB7360-C97E-F80E-7968-8B5130BF5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350" y="3404610"/>
            <a:ext cx="6379299" cy="333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852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4CFE-62CB-125D-FA19-B93A139C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 for yourself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A9080-0045-7E7E-CDD8-3F5379F8A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code on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GitHub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Lecture04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euler_W4.R</a:t>
            </a:r>
            <a:endParaRPr lang="en-US" dirty="0"/>
          </a:p>
          <a:p>
            <a:r>
              <a:rPr lang="en-US" dirty="0"/>
              <a:t>Increase the number of steps to 50, then back to 1. Observe the difference</a:t>
            </a:r>
          </a:p>
          <a:p>
            <a:r>
              <a:rPr lang="en-US" dirty="0"/>
              <a:t>Adapt the model to represent a constant rate of change</a:t>
            </a:r>
          </a:p>
          <a:p>
            <a:r>
              <a:rPr lang="en-US" dirty="0"/>
              <a:t>Add measurement error</a:t>
            </a:r>
          </a:p>
        </p:txBody>
      </p:sp>
    </p:spTree>
    <p:extLst>
      <p:ext uri="{BB962C8B-B14F-4D97-AF65-F5344CB8AC3E}">
        <p14:creationId xmlns:p14="http://schemas.microsoft.com/office/powerpoint/2010/main" val="12229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29DC-E00E-C4F7-BBD3-F3B47D5B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derivatives (extra)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26B3B-DC93-5F63-BE20-03600A195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>
                <a:hlinkClick r:id="rId2"/>
              </a:rPr>
              <a:t>https://www.youtube.com/watch?v=WUvTyaaNkzM</a:t>
            </a:r>
            <a:endParaRPr lang="en-US" dirty="0"/>
          </a:p>
          <a:p>
            <a:r>
              <a:rPr lang="en-CH" dirty="0">
                <a:hlinkClick r:id="rId3"/>
              </a:rPr>
              <a:t>https://www.youtube.com/watch?v=9vKqVkMQHKk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21159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05C9-A075-C0A8-D57E-1F0C8450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213039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768</Words>
  <Application>Microsoft Office PowerPoint</Application>
  <PresentationFormat>Widescreen</PresentationFormat>
  <Paragraphs>144</Paragraphs>
  <Slides>39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Cambria Math</vt:lpstr>
      <vt:lpstr>Wingdings</vt:lpstr>
      <vt:lpstr>Office Theme</vt:lpstr>
      <vt:lpstr>Dynamic Systems Thinking for Psychologists</vt:lpstr>
      <vt:lpstr>Magic cats?</vt:lpstr>
      <vt:lpstr>Formalize this model</vt:lpstr>
      <vt:lpstr>Formalize this model</vt:lpstr>
      <vt:lpstr>Let’s launch some cats</vt:lpstr>
      <vt:lpstr>Let’s add some shocks!</vt:lpstr>
      <vt:lpstr>Let’s add some shocks!</vt:lpstr>
      <vt:lpstr>Let’s add some shocks!</vt:lpstr>
      <vt:lpstr>Let’s add some shocks!</vt:lpstr>
      <vt:lpstr>Simulated arguing</vt:lpstr>
      <vt:lpstr>Back to Albert</vt:lpstr>
      <vt:lpstr>Why are we seeing no carryover?</vt:lpstr>
      <vt:lpstr>PowerPoint Presentation</vt:lpstr>
      <vt:lpstr>Two questions about these models</vt:lpstr>
      <vt:lpstr>Break</vt:lpstr>
      <vt:lpstr>Discrete time is status-quo in psychology</vt:lpstr>
      <vt:lpstr>Three assumptions in discrete time models</vt:lpstr>
      <vt:lpstr>A1: Time lags are equidistant</vt:lpstr>
      <vt:lpstr>A1: What happens when they are not?</vt:lpstr>
      <vt:lpstr>A1: What happens when they are not?</vt:lpstr>
      <vt:lpstr>A2: We have the correct time lag</vt:lpstr>
      <vt:lpstr>A2: We have the correct time lag</vt:lpstr>
      <vt:lpstr>A3.1: Processes only change and interact when observations occur</vt:lpstr>
      <vt:lpstr>What if we have a continuous process?</vt:lpstr>
      <vt:lpstr>A3.2: The DT model represents the total effect of the system’s underlying changes over each model interval</vt:lpstr>
      <vt:lpstr>PowerPoint Presentation</vt:lpstr>
      <vt:lpstr>PowerPoint Presentation</vt:lpstr>
      <vt:lpstr>PowerPoint Presentation</vt:lpstr>
      <vt:lpstr>PowerPoint Presentation</vt:lpstr>
      <vt:lpstr>Continuous-time models</vt:lpstr>
      <vt:lpstr>PowerPoint Presentation</vt:lpstr>
      <vt:lpstr>Continuous-time models</vt:lpstr>
      <vt:lpstr>PowerPoint Presentation</vt:lpstr>
      <vt:lpstr>Continuous-time models</vt:lpstr>
      <vt:lpstr>PowerPoint Presentation</vt:lpstr>
      <vt:lpstr>Euler-Maruyama approximation</vt:lpstr>
      <vt:lpstr>Simulate for yourself</vt:lpstr>
      <vt:lpstr>Learn more about derivatives (extra)</vt:lpstr>
      <vt:lpstr>Thank you for listening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Aristodemou</dc:creator>
  <cp:lastModifiedBy>Michael Aristodemou</cp:lastModifiedBy>
  <cp:revision>5</cp:revision>
  <dcterms:created xsi:type="dcterms:W3CDTF">2025-10-07T11:58:28Z</dcterms:created>
  <dcterms:modified xsi:type="dcterms:W3CDTF">2026-10-08T16:16:44Z</dcterms:modified>
</cp:coreProperties>
</file>