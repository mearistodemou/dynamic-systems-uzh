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311" r:id="rId2"/>
    <p:sldId id="338" r:id="rId3"/>
    <p:sldId id="342" r:id="rId4"/>
    <p:sldId id="340" r:id="rId5"/>
    <p:sldId id="341" r:id="rId6"/>
    <p:sldId id="343" r:id="rId7"/>
    <p:sldId id="346" r:id="rId8"/>
    <p:sldId id="347" r:id="rId9"/>
    <p:sldId id="344" r:id="rId10"/>
    <p:sldId id="348" r:id="rId11"/>
    <p:sldId id="350" r:id="rId12"/>
    <p:sldId id="351" r:id="rId13"/>
    <p:sldId id="358" r:id="rId14"/>
    <p:sldId id="352" r:id="rId15"/>
    <p:sldId id="353" r:id="rId16"/>
    <p:sldId id="354" r:id="rId17"/>
    <p:sldId id="355" r:id="rId18"/>
    <p:sldId id="356" r:id="rId19"/>
    <p:sldId id="357" r:id="rId20"/>
    <p:sldId id="359" r:id="rId21"/>
    <p:sldId id="360" r:id="rId2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95D9"/>
    <a:srgbClr val="A02B93"/>
    <a:srgbClr val="A8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7BC484-CC31-4A13-8C5E-74549BA7B157}" v="1" dt="2026-10-15T09:10:25.894"/>
    <p1510:client id="{6065E868-6BBF-4DDE-97AA-8D306628B95E}" v="56" dt="2026-10-14T13:33:54.0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98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Aristodemou" userId="8f856845a52b247d" providerId="LiveId" clId="{C154C21A-E434-4F66-B5AD-9BF8E6CFD023}"/>
    <pc:docChg chg="undo custSel addSld delSld modSld">
      <pc:chgData name="Michael Aristodemou" userId="8f856845a52b247d" providerId="LiveId" clId="{C154C21A-E434-4F66-B5AD-9BF8E6CFD023}" dt="2026-10-16T08:55:12.327" v="1172" actId="47"/>
      <pc:docMkLst>
        <pc:docMk/>
      </pc:docMkLst>
      <pc:sldChg chg="modSp mod">
        <pc:chgData name="Michael Aristodemou" userId="8f856845a52b247d" providerId="LiveId" clId="{C154C21A-E434-4F66-B5AD-9BF8E6CFD023}" dt="2026-10-13T14:11:53.877" v="7" actId="20577"/>
        <pc:sldMkLst>
          <pc:docMk/>
          <pc:sldMk cId="2870236714" sldId="311"/>
        </pc:sldMkLst>
        <pc:spChg chg="mod">
          <ac:chgData name="Michael Aristodemou" userId="8f856845a52b247d" providerId="LiveId" clId="{C154C21A-E434-4F66-B5AD-9BF8E6CFD023}" dt="2026-10-13T14:11:53.877" v="7" actId="20577"/>
          <ac:spMkLst>
            <pc:docMk/>
            <pc:sldMk cId="2870236714" sldId="311"/>
            <ac:spMk id="2" creationId="{3C917886-7CE4-F53C-5E08-88CF04E485EA}"/>
          </ac:spMkLst>
        </pc:spChg>
      </pc:sldChg>
      <pc:sldChg chg="del">
        <pc:chgData name="Michael Aristodemou" userId="8f856845a52b247d" providerId="LiveId" clId="{C154C21A-E434-4F66-B5AD-9BF8E6CFD023}" dt="2026-10-16T08:55:12.327" v="1172" actId="47"/>
        <pc:sldMkLst>
          <pc:docMk/>
          <pc:sldMk cId="2325646969" sldId="313"/>
        </pc:sldMkLst>
      </pc:sldChg>
      <pc:sldChg chg="del">
        <pc:chgData name="Michael Aristodemou" userId="8f856845a52b247d" providerId="LiveId" clId="{C154C21A-E434-4F66-B5AD-9BF8E6CFD023}" dt="2026-10-16T08:55:12.327" v="1172" actId="47"/>
        <pc:sldMkLst>
          <pc:docMk/>
          <pc:sldMk cId="1191988350" sldId="314"/>
        </pc:sldMkLst>
      </pc:sldChg>
      <pc:sldChg chg="del">
        <pc:chgData name="Michael Aristodemou" userId="8f856845a52b247d" providerId="LiveId" clId="{C154C21A-E434-4F66-B5AD-9BF8E6CFD023}" dt="2026-10-16T08:55:12.327" v="1172" actId="47"/>
        <pc:sldMkLst>
          <pc:docMk/>
          <pc:sldMk cId="625281194" sldId="315"/>
        </pc:sldMkLst>
      </pc:sldChg>
      <pc:sldChg chg="del">
        <pc:chgData name="Michael Aristodemou" userId="8f856845a52b247d" providerId="LiveId" clId="{C154C21A-E434-4F66-B5AD-9BF8E6CFD023}" dt="2026-10-16T08:55:12.327" v="1172" actId="47"/>
        <pc:sldMkLst>
          <pc:docMk/>
          <pc:sldMk cId="2739631174" sldId="316"/>
        </pc:sldMkLst>
      </pc:sldChg>
      <pc:sldChg chg="del">
        <pc:chgData name="Michael Aristodemou" userId="8f856845a52b247d" providerId="LiveId" clId="{C154C21A-E434-4F66-B5AD-9BF8E6CFD023}" dt="2026-10-16T08:55:12.327" v="1172" actId="47"/>
        <pc:sldMkLst>
          <pc:docMk/>
          <pc:sldMk cId="3097405225" sldId="317"/>
        </pc:sldMkLst>
      </pc:sldChg>
      <pc:sldChg chg="del">
        <pc:chgData name="Michael Aristodemou" userId="8f856845a52b247d" providerId="LiveId" clId="{C154C21A-E434-4F66-B5AD-9BF8E6CFD023}" dt="2026-10-16T08:55:12.327" v="1172" actId="47"/>
        <pc:sldMkLst>
          <pc:docMk/>
          <pc:sldMk cId="4040398554" sldId="318"/>
        </pc:sldMkLst>
      </pc:sldChg>
      <pc:sldChg chg="del">
        <pc:chgData name="Michael Aristodemou" userId="8f856845a52b247d" providerId="LiveId" clId="{C154C21A-E434-4F66-B5AD-9BF8E6CFD023}" dt="2026-10-16T08:55:12.327" v="1172" actId="47"/>
        <pc:sldMkLst>
          <pc:docMk/>
          <pc:sldMk cId="1821198201" sldId="319"/>
        </pc:sldMkLst>
      </pc:sldChg>
      <pc:sldChg chg="del">
        <pc:chgData name="Michael Aristodemou" userId="8f856845a52b247d" providerId="LiveId" clId="{C154C21A-E434-4F66-B5AD-9BF8E6CFD023}" dt="2026-10-16T08:55:12.327" v="1172" actId="47"/>
        <pc:sldMkLst>
          <pc:docMk/>
          <pc:sldMk cId="3927700665" sldId="320"/>
        </pc:sldMkLst>
      </pc:sldChg>
      <pc:sldChg chg="del">
        <pc:chgData name="Michael Aristodemou" userId="8f856845a52b247d" providerId="LiveId" clId="{C154C21A-E434-4F66-B5AD-9BF8E6CFD023}" dt="2026-10-16T08:55:12.327" v="1172" actId="47"/>
        <pc:sldMkLst>
          <pc:docMk/>
          <pc:sldMk cId="4262340204" sldId="321"/>
        </pc:sldMkLst>
      </pc:sldChg>
      <pc:sldChg chg="del">
        <pc:chgData name="Michael Aristodemou" userId="8f856845a52b247d" providerId="LiveId" clId="{C154C21A-E434-4F66-B5AD-9BF8E6CFD023}" dt="2026-10-16T08:55:12.327" v="1172" actId="47"/>
        <pc:sldMkLst>
          <pc:docMk/>
          <pc:sldMk cId="1720987652" sldId="322"/>
        </pc:sldMkLst>
      </pc:sldChg>
      <pc:sldChg chg="del">
        <pc:chgData name="Michael Aristodemou" userId="8f856845a52b247d" providerId="LiveId" clId="{C154C21A-E434-4F66-B5AD-9BF8E6CFD023}" dt="2026-10-16T08:55:12.327" v="1172" actId="47"/>
        <pc:sldMkLst>
          <pc:docMk/>
          <pc:sldMk cId="3649253076" sldId="324"/>
        </pc:sldMkLst>
      </pc:sldChg>
      <pc:sldChg chg="del">
        <pc:chgData name="Michael Aristodemou" userId="8f856845a52b247d" providerId="LiveId" clId="{C154C21A-E434-4F66-B5AD-9BF8E6CFD023}" dt="2026-10-16T08:55:12.327" v="1172" actId="47"/>
        <pc:sldMkLst>
          <pc:docMk/>
          <pc:sldMk cId="638790970" sldId="325"/>
        </pc:sldMkLst>
      </pc:sldChg>
      <pc:sldChg chg="del">
        <pc:chgData name="Michael Aristodemou" userId="8f856845a52b247d" providerId="LiveId" clId="{C154C21A-E434-4F66-B5AD-9BF8E6CFD023}" dt="2026-10-16T08:55:12.327" v="1172" actId="47"/>
        <pc:sldMkLst>
          <pc:docMk/>
          <pc:sldMk cId="4248748569" sldId="336"/>
        </pc:sldMkLst>
      </pc:sldChg>
      <pc:sldChg chg="del">
        <pc:chgData name="Michael Aristodemou" userId="8f856845a52b247d" providerId="LiveId" clId="{C154C21A-E434-4F66-B5AD-9BF8E6CFD023}" dt="2026-10-16T08:55:12.327" v="1172" actId="47"/>
        <pc:sldMkLst>
          <pc:docMk/>
          <pc:sldMk cId="1006797804" sldId="337"/>
        </pc:sldMkLst>
      </pc:sldChg>
      <pc:sldChg chg="addSp delSp modSp mod">
        <pc:chgData name="Michael Aristodemou" userId="8f856845a52b247d" providerId="LiveId" clId="{C154C21A-E434-4F66-B5AD-9BF8E6CFD023}" dt="2026-10-13T14:20:21.073" v="107" actId="1076"/>
        <pc:sldMkLst>
          <pc:docMk/>
          <pc:sldMk cId="3431161436" sldId="343"/>
        </pc:sldMkLst>
        <pc:spChg chg="mod">
          <ac:chgData name="Michael Aristodemou" userId="8f856845a52b247d" providerId="LiveId" clId="{C154C21A-E434-4F66-B5AD-9BF8E6CFD023}" dt="2026-10-13T14:12:18.733" v="70" actId="20577"/>
          <ac:spMkLst>
            <pc:docMk/>
            <pc:sldMk cId="3431161436" sldId="343"/>
            <ac:spMk id="2" creationId="{8E63F285-B9FD-44BB-D4B7-E9274C5DDD3A}"/>
          </ac:spMkLst>
        </pc:spChg>
        <pc:spChg chg="add mod">
          <ac:chgData name="Michael Aristodemou" userId="8f856845a52b247d" providerId="LiveId" clId="{C154C21A-E434-4F66-B5AD-9BF8E6CFD023}" dt="2026-10-13T14:14:18.406" v="101" actId="1076"/>
          <ac:spMkLst>
            <pc:docMk/>
            <pc:sldMk cId="3431161436" sldId="343"/>
            <ac:spMk id="4" creationId="{461B7F5D-3E24-B418-87CE-8F97AEBB5F25}"/>
          </ac:spMkLst>
        </pc:spChg>
        <pc:picChg chg="add mod">
          <ac:chgData name="Michael Aristodemou" userId="8f856845a52b247d" providerId="LiveId" clId="{C154C21A-E434-4F66-B5AD-9BF8E6CFD023}" dt="2026-10-13T14:20:21.073" v="107" actId="1076"/>
          <ac:picMkLst>
            <pc:docMk/>
            <pc:sldMk cId="3431161436" sldId="343"/>
            <ac:picMk id="6" creationId="{EDEB7173-F543-57D5-033A-47165614C3C0}"/>
          </ac:picMkLst>
        </pc:picChg>
      </pc:sldChg>
      <pc:sldChg chg="modSp new mod">
        <pc:chgData name="Michael Aristodemou" userId="8f856845a52b247d" providerId="LiveId" clId="{C154C21A-E434-4F66-B5AD-9BF8E6CFD023}" dt="2026-10-14T12:04:21.594" v="493" actId="20577"/>
        <pc:sldMkLst>
          <pc:docMk/>
          <pc:sldMk cId="105375150" sldId="344"/>
        </pc:sldMkLst>
        <pc:spChg chg="mod">
          <ac:chgData name="Michael Aristodemou" userId="8f856845a52b247d" providerId="LiveId" clId="{C154C21A-E434-4F66-B5AD-9BF8E6CFD023}" dt="2026-10-14T09:13:18.212" v="238" actId="20577"/>
          <ac:spMkLst>
            <pc:docMk/>
            <pc:sldMk cId="105375150" sldId="344"/>
            <ac:spMk id="2" creationId="{E627DEB0-C734-DFAF-97F6-C812968F76A6}"/>
          </ac:spMkLst>
        </pc:spChg>
        <pc:spChg chg="mod">
          <ac:chgData name="Michael Aristodemou" userId="8f856845a52b247d" providerId="LiveId" clId="{C154C21A-E434-4F66-B5AD-9BF8E6CFD023}" dt="2026-10-14T12:04:21.594" v="493" actId="20577"/>
          <ac:spMkLst>
            <pc:docMk/>
            <pc:sldMk cId="105375150" sldId="344"/>
            <ac:spMk id="3" creationId="{C802346C-3A87-23D4-E0EA-E66261EBDDED}"/>
          </ac:spMkLst>
        </pc:spChg>
      </pc:sldChg>
      <pc:sldChg chg="addSp delSp modSp add mod">
        <pc:chgData name="Michael Aristodemou" userId="8f856845a52b247d" providerId="LiveId" clId="{C154C21A-E434-4F66-B5AD-9BF8E6CFD023}" dt="2026-10-13T14:22:31.153" v="127" actId="478"/>
        <pc:sldMkLst>
          <pc:docMk/>
          <pc:sldMk cId="323546964" sldId="346"/>
        </pc:sldMkLst>
        <pc:spChg chg="mod">
          <ac:chgData name="Michael Aristodemou" userId="8f856845a52b247d" providerId="LiveId" clId="{C154C21A-E434-4F66-B5AD-9BF8E6CFD023}" dt="2026-10-13T14:20:33.838" v="109" actId="20577"/>
          <ac:spMkLst>
            <pc:docMk/>
            <pc:sldMk cId="323546964" sldId="346"/>
            <ac:spMk id="4" creationId="{C415B23E-35AD-21F6-FB65-793CE3469D43}"/>
          </ac:spMkLst>
        </pc:spChg>
      </pc:sldChg>
      <pc:sldChg chg="modSp add mod">
        <pc:chgData name="Michael Aristodemou" userId="8f856845a52b247d" providerId="LiveId" clId="{C154C21A-E434-4F66-B5AD-9BF8E6CFD023}" dt="2026-10-13T14:22:44.150" v="130" actId="1076"/>
        <pc:sldMkLst>
          <pc:docMk/>
          <pc:sldMk cId="2984236481" sldId="347"/>
        </pc:sldMkLst>
        <pc:spChg chg="mod">
          <ac:chgData name="Michael Aristodemou" userId="8f856845a52b247d" providerId="LiveId" clId="{C154C21A-E434-4F66-B5AD-9BF8E6CFD023}" dt="2026-10-13T14:22:44.150" v="130" actId="1076"/>
          <ac:spMkLst>
            <pc:docMk/>
            <pc:sldMk cId="2984236481" sldId="347"/>
            <ac:spMk id="5" creationId="{6162F2EE-91D4-A36A-D0B0-81A0E1A2405A}"/>
          </ac:spMkLst>
        </pc:spChg>
      </pc:sldChg>
      <pc:sldChg chg="addSp delSp modSp new mod">
        <pc:chgData name="Michael Aristodemou" userId="8f856845a52b247d" providerId="LiveId" clId="{C154C21A-E434-4F66-B5AD-9BF8E6CFD023}" dt="2026-10-14T10:01:47.660" v="449" actId="14100"/>
        <pc:sldMkLst>
          <pc:docMk/>
          <pc:sldMk cId="1878137141" sldId="348"/>
        </pc:sldMkLst>
        <pc:spChg chg="mod">
          <ac:chgData name="Michael Aristodemou" userId="8f856845a52b247d" providerId="LiveId" clId="{C154C21A-E434-4F66-B5AD-9BF8E6CFD023}" dt="2026-10-14T09:16:02.206" v="436" actId="20577"/>
          <ac:spMkLst>
            <pc:docMk/>
            <pc:sldMk cId="1878137141" sldId="348"/>
            <ac:spMk id="2" creationId="{B46D362B-2F2A-7ED0-1826-B75DC3B153A3}"/>
          </ac:spMkLst>
        </pc:spChg>
        <pc:spChg chg="add mod">
          <ac:chgData name="Michael Aristodemou" userId="8f856845a52b247d" providerId="LiveId" clId="{C154C21A-E434-4F66-B5AD-9BF8E6CFD023}" dt="2026-10-14T10:01:47.660" v="449" actId="14100"/>
          <ac:spMkLst>
            <pc:docMk/>
            <pc:sldMk cId="1878137141" sldId="348"/>
            <ac:spMk id="5" creationId="{D368EB4F-2C8D-B6A2-5102-E408696F2A54}"/>
          </ac:spMkLst>
        </pc:spChg>
        <pc:spChg chg="add mod">
          <ac:chgData name="Michael Aristodemou" userId="8f856845a52b247d" providerId="LiveId" clId="{C154C21A-E434-4F66-B5AD-9BF8E6CFD023}" dt="2026-10-14T10:00:36.046" v="439" actId="1076"/>
          <ac:spMkLst>
            <pc:docMk/>
            <pc:sldMk cId="1878137141" sldId="348"/>
            <ac:spMk id="7" creationId="{67FA9297-E303-2450-D6BC-1E8A59C8D1F3}"/>
          </ac:spMkLst>
        </pc:spChg>
      </pc:sldChg>
      <pc:sldChg chg="addSp modSp add mod">
        <pc:chgData name="Michael Aristodemou" userId="8f856845a52b247d" providerId="LiveId" clId="{C154C21A-E434-4F66-B5AD-9BF8E6CFD023}" dt="2026-10-14T10:08:00.095" v="474" actId="1076"/>
        <pc:sldMkLst>
          <pc:docMk/>
          <pc:sldMk cId="3177275941" sldId="350"/>
        </pc:sldMkLst>
        <pc:spChg chg="mod">
          <ac:chgData name="Michael Aristodemou" userId="8f856845a52b247d" providerId="LiveId" clId="{C154C21A-E434-4F66-B5AD-9BF8E6CFD023}" dt="2026-10-14T10:07:56.630" v="473" actId="1076"/>
          <ac:spMkLst>
            <pc:docMk/>
            <pc:sldMk cId="3177275941" sldId="350"/>
            <ac:spMk id="5" creationId="{6CDB9AE5-F0D4-721D-3EE6-AC89CAC258FF}"/>
          </ac:spMkLst>
        </pc:spChg>
        <pc:spChg chg="mod">
          <ac:chgData name="Michael Aristodemou" userId="8f856845a52b247d" providerId="LiveId" clId="{C154C21A-E434-4F66-B5AD-9BF8E6CFD023}" dt="2026-10-14T10:07:56.630" v="473" actId="1076"/>
          <ac:spMkLst>
            <pc:docMk/>
            <pc:sldMk cId="3177275941" sldId="350"/>
            <ac:spMk id="7" creationId="{3B905F29-C1CC-D54B-EBCD-4087F64067AB}"/>
          </ac:spMkLst>
        </pc:spChg>
        <pc:picChg chg="add mod">
          <ac:chgData name="Michael Aristodemou" userId="8f856845a52b247d" providerId="LiveId" clId="{C154C21A-E434-4F66-B5AD-9BF8E6CFD023}" dt="2026-10-14T10:08:00.095" v="474" actId="1076"/>
          <ac:picMkLst>
            <pc:docMk/>
            <pc:sldMk cId="3177275941" sldId="350"/>
            <ac:picMk id="4" creationId="{A57F1E81-2699-B38D-0A34-D0D5C4DC2E81}"/>
          </ac:picMkLst>
        </pc:picChg>
      </pc:sldChg>
      <pc:sldChg chg="modSp new mod">
        <pc:chgData name="Michael Aristodemou" userId="8f856845a52b247d" providerId="LiveId" clId="{C154C21A-E434-4F66-B5AD-9BF8E6CFD023}" dt="2026-10-14T13:31:06.713" v="979" actId="20577"/>
        <pc:sldMkLst>
          <pc:docMk/>
          <pc:sldMk cId="3680805211" sldId="351"/>
        </pc:sldMkLst>
        <pc:spChg chg="mod">
          <ac:chgData name="Michael Aristodemou" userId="8f856845a52b247d" providerId="LiveId" clId="{C154C21A-E434-4F66-B5AD-9BF8E6CFD023}" dt="2026-10-14T12:15:45.085" v="562" actId="20577"/>
          <ac:spMkLst>
            <pc:docMk/>
            <pc:sldMk cId="3680805211" sldId="351"/>
            <ac:spMk id="2" creationId="{AC407007-2417-D4AE-76B8-C7A514F285C2}"/>
          </ac:spMkLst>
        </pc:spChg>
        <pc:spChg chg="mod">
          <ac:chgData name="Michael Aristodemou" userId="8f856845a52b247d" providerId="LiveId" clId="{C154C21A-E434-4F66-B5AD-9BF8E6CFD023}" dt="2026-10-14T13:31:06.713" v="979" actId="20577"/>
          <ac:spMkLst>
            <pc:docMk/>
            <pc:sldMk cId="3680805211" sldId="351"/>
            <ac:spMk id="3" creationId="{A3EB0814-1E28-BE80-F0D2-3EFDB83C6D87}"/>
          </ac:spMkLst>
        </pc:spChg>
      </pc:sldChg>
      <pc:sldChg chg="addSp delSp modSp new mod">
        <pc:chgData name="Michael Aristodemou" userId="8f856845a52b247d" providerId="LiveId" clId="{C154C21A-E434-4F66-B5AD-9BF8E6CFD023}" dt="2026-10-14T13:12:26.361" v="643"/>
        <pc:sldMkLst>
          <pc:docMk/>
          <pc:sldMk cId="2673673063" sldId="352"/>
        </pc:sldMkLst>
        <pc:picChg chg="add mod">
          <ac:chgData name="Michael Aristodemou" userId="8f856845a52b247d" providerId="LiveId" clId="{C154C21A-E434-4F66-B5AD-9BF8E6CFD023}" dt="2026-10-14T13:12:26.361" v="643"/>
          <ac:picMkLst>
            <pc:docMk/>
            <pc:sldMk cId="2673673063" sldId="352"/>
            <ac:picMk id="5" creationId="{D6560E10-27E9-355C-D566-BC6EAFA58146}"/>
          </ac:picMkLst>
        </pc:picChg>
      </pc:sldChg>
      <pc:sldChg chg="addSp delSp modSp add mod">
        <pc:chgData name="Michael Aristodemou" userId="8f856845a52b247d" providerId="LiveId" clId="{C154C21A-E434-4F66-B5AD-9BF8E6CFD023}" dt="2026-10-14T13:12:47.827" v="650"/>
        <pc:sldMkLst>
          <pc:docMk/>
          <pc:sldMk cId="2292495166" sldId="353"/>
        </pc:sldMkLst>
        <pc:picChg chg="add mod">
          <ac:chgData name="Michael Aristodemou" userId="8f856845a52b247d" providerId="LiveId" clId="{C154C21A-E434-4F66-B5AD-9BF8E6CFD023}" dt="2026-10-14T13:12:47.827" v="650"/>
          <ac:picMkLst>
            <pc:docMk/>
            <pc:sldMk cId="2292495166" sldId="353"/>
            <ac:picMk id="3" creationId="{6B6430E8-CA99-6420-1CF0-AED2C08FB365}"/>
          </ac:picMkLst>
        </pc:picChg>
      </pc:sldChg>
      <pc:sldChg chg="addSp modSp add mod">
        <pc:chgData name="Michael Aristodemou" userId="8f856845a52b247d" providerId="LiveId" clId="{C154C21A-E434-4F66-B5AD-9BF8E6CFD023}" dt="2026-10-14T13:12:52.241" v="652"/>
        <pc:sldMkLst>
          <pc:docMk/>
          <pc:sldMk cId="2992072746" sldId="354"/>
        </pc:sldMkLst>
        <pc:picChg chg="add mod">
          <ac:chgData name="Michael Aristodemou" userId="8f856845a52b247d" providerId="LiveId" clId="{C154C21A-E434-4F66-B5AD-9BF8E6CFD023}" dt="2026-10-14T13:12:52.241" v="652"/>
          <ac:picMkLst>
            <pc:docMk/>
            <pc:sldMk cId="2992072746" sldId="354"/>
            <ac:picMk id="3" creationId="{8610AD9F-3FFD-9AFD-7419-2E638681CC74}"/>
          </ac:picMkLst>
        </pc:picChg>
      </pc:sldChg>
      <pc:sldChg chg="addSp modSp add mod">
        <pc:chgData name="Michael Aristodemou" userId="8f856845a52b247d" providerId="LiveId" clId="{C154C21A-E434-4F66-B5AD-9BF8E6CFD023}" dt="2026-10-14T13:12:57.058" v="654"/>
        <pc:sldMkLst>
          <pc:docMk/>
          <pc:sldMk cId="3862660726" sldId="355"/>
        </pc:sldMkLst>
        <pc:picChg chg="add mod">
          <ac:chgData name="Michael Aristodemou" userId="8f856845a52b247d" providerId="LiveId" clId="{C154C21A-E434-4F66-B5AD-9BF8E6CFD023}" dt="2026-10-14T13:12:57.058" v="654"/>
          <ac:picMkLst>
            <pc:docMk/>
            <pc:sldMk cId="3862660726" sldId="355"/>
            <ac:picMk id="3" creationId="{871538B9-CD24-0200-17C8-0AEE42545F86}"/>
          </ac:picMkLst>
        </pc:picChg>
      </pc:sldChg>
      <pc:sldChg chg="addSp modSp add mod">
        <pc:chgData name="Michael Aristodemou" userId="8f856845a52b247d" providerId="LiveId" clId="{C154C21A-E434-4F66-B5AD-9BF8E6CFD023}" dt="2026-10-14T13:13:10.724" v="657"/>
        <pc:sldMkLst>
          <pc:docMk/>
          <pc:sldMk cId="2214432490" sldId="356"/>
        </pc:sldMkLst>
        <pc:picChg chg="add mod">
          <ac:chgData name="Michael Aristodemou" userId="8f856845a52b247d" providerId="LiveId" clId="{C154C21A-E434-4F66-B5AD-9BF8E6CFD023}" dt="2026-10-14T13:13:10.724" v="657"/>
          <ac:picMkLst>
            <pc:docMk/>
            <pc:sldMk cId="2214432490" sldId="356"/>
            <ac:picMk id="3" creationId="{11BBA991-002D-97CC-3055-68FD1B810179}"/>
          </ac:picMkLst>
        </pc:picChg>
      </pc:sldChg>
      <pc:sldChg chg="addSp modSp add mod">
        <pc:chgData name="Michael Aristodemou" userId="8f856845a52b247d" providerId="LiveId" clId="{C154C21A-E434-4F66-B5AD-9BF8E6CFD023}" dt="2026-10-14T13:13:21.526" v="659"/>
        <pc:sldMkLst>
          <pc:docMk/>
          <pc:sldMk cId="1475845592" sldId="357"/>
        </pc:sldMkLst>
        <pc:picChg chg="add mod">
          <ac:chgData name="Michael Aristodemou" userId="8f856845a52b247d" providerId="LiveId" clId="{C154C21A-E434-4F66-B5AD-9BF8E6CFD023}" dt="2026-10-14T13:13:21.526" v="659"/>
          <ac:picMkLst>
            <pc:docMk/>
            <pc:sldMk cId="1475845592" sldId="357"/>
            <ac:picMk id="3" creationId="{8D710D85-4E54-C9A9-2E0C-FC7543206432}"/>
          </ac:picMkLst>
        </pc:picChg>
      </pc:sldChg>
      <pc:sldChg chg="addSp delSp modSp new mod">
        <pc:chgData name="Michael Aristodemou" userId="8f856845a52b247d" providerId="LiveId" clId="{C154C21A-E434-4F66-B5AD-9BF8E6CFD023}" dt="2026-10-14T13:28:54.022" v="901" actId="1076"/>
        <pc:sldMkLst>
          <pc:docMk/>
          <pc:sldMk cId="1182366000" sldId="358"/>
        </pc:sldMkLst>
        <pc:picChg chg="add mod">
          <ac:chgData name="Michael Aristodemou" userId="8f856845a52b247d" providerId="LiveId" clId="{C154C21A-E434-4F66-B5AD-9BF8E6CFD023}" dt="2026-10-14T13:28:54.022" v="901" actId="1076"/>
          <ac:picMkLst>
            <pc:docMk/>
            <pc:sldMk cId="1182366000" sldId="358"/>
            <ac:picMk id="7" creationId="{7F0878D7-2BFD-CCCB-9EA5-2637CF40E34F}"/>
          </ac:picMkLst>
        </pc:picChg>
      </pc:sldChg>
      <pc:sldChg chg="modSp new mod">
        <pc:chgData name="Michael Aristodemou" userId="8f856845a52b247d" providerId="LiveId" clId="{C154C21A-E434-4F66-B5AD-9BF8E6CFD023}" dt="2026-10-14T13:36:46.480" v="1171" actId="20577"/>
        <pc:sldMkLst>
          <pc:docMk/>
          <pc:sldMk cId="1571125270" sldId="359"/>
        </pc:sldMkLst>
        <pc:spChg chg="mod">
          <ac:chgData name="Michael Aristodemou" userId="8f856845a52b247d" providerId="LiveId" clId="{C154C21A-E434-4F66-B5AD-9BF8E6CFD023}" dt="2026-10-14T13:30:49.258" v="953" actId="20577"/>
          <ac:spMkLst>
            <pc:docMk/>
            <pc:sldMk cId="1571125270" sldId="359"/>
            <ac:spMk id="2" creationId="{128973E5-E7B1-FE3B-20F2-253B202EDB7C}"/>
          </ac:spMkLst>
        </pc:spChg>
        <pc:spChg chg="mod">
          <ac:chgData name="Michael Aristodemou" userId="8f856845a52b247d" providerId="LiveId" clId="{C154C21A-E434-4F66-B5AD-9BF8E6CFD023}" dt="2026-10-14T13:36:46.480" v="1171" actId="20577"/>
          <ac:spMkLst>
            <pc:docMk/>
            <pc:sldMk cId="1571125270" sldId="359"/>
            <ac:spMk id="3" creationId="{3CA7C48B-FB87-9BDD-510C-44D3D2091011}"/>
          </ac:spMkLst>
        </pc:spChg>
      </pc:sldChg>
    </pc:docChg>
  </pc:docChgLst>
  <pc:docChgLst>
    <pc:chgData name="Michael Aristodemou" userId="8f856845a52b247d" providerId="LiveId" clId="{9B00AFCF-B802-464E-AF44-A44E735D0D35}"/>
    <pc:docChg chg="custSel addSld delSld modSld sldOrd">
      <pc:chgData name="Michael Aristodemou" userId="8f856845a52b247d" providerId="LiveId" clId="{9B00AFCF-B802-464E-AF44-A44E735D0D35}" dt="2026-10-15T10:09:44.589" v="565" actId="20577"/>
      <pc:docMkLst>
        <pc:docMk/>
      </pc:docMkLst>
      <pc:sldChg chg="modSp mod">
        <pc:chgData name="Michael Aristodemou" userId="8f856845a52b247d" providerId="LiveId" clId="{9B00AFCF-B802-464E-AF44-A44E735D0D35}" dt="2026-10-15T10:09:44.589" v="565" actId="20577"/>
        <pc:sldMkLst>
          <pc:docMk/>
          <pc:sldMk cId="2870236714" sldId="311"/>
        </pc:sldMkLst>
        <pc:spChg chg="mod">
          <ac:chgData name="Michael Aristodemou" userId="8f856845a52b247d" providerId="LiveId" clId="{9B00AFCF-B802-464E-AF44-A44E735D0D35}" dt="2026-10-15T10:09:44.589" v="565" actId="20577"/>
          <ac:spMkLst>
            <pc:docMk/>
            <pc:sldMk cId="2870236714" sldId="311"/>
            <ac:spMk id="2" creationId="{3C917886-7CE4-F53C-5E08-88CF04E485EA}"/>
          </ac:spMkLst>
        </pc:spChg>
      </pc:sldChg>
      <pc:sldChg chg="delSp modSp new mod">
        <pc:chgData name="Michael Aristodemou" userId="8f856845a52b247d" providerId="LiveId" clId="{9B00AFCF-B802-464E-AF44-A44E735D0D35}" dt="2026-10-13T08:14:44.341" v="131" actId="1076"/>
        <pc:sldMkLst>
          <pc:docMk/>
          <pc:sldMk cId="680090872" sldId="338"/>
        </pc:sldMkLst>
        <pc:spChg chg="mod">
          <ac:chgData name="Michael Aristodemou" userId="8f856845a52b247d" providerId="LiveId" clId="{9B00AFCF-B802-464E-AF44-A44E735D0D35}" dt="2026-10-13T08:14:44.341" v="131" actId="1076"/>
          <ac:spMkLst>
            <pc:docMk/>
            <pc:sldMk cId="680090872" sldId="338"/>
            <ac:spMk id="2" creationId="{3D2DCA2F-318C-C0A1-C6DA-10060120B95D}"/>
          </ac:spMkLst>
        </pc:spChg>
      </pc:sldChg>
      <pc:sldChg chg="addSp delSp modSp new mod">
        <pc:chgData name="Michael Aristodemou" userId="8f856845a52b247d" providerId="LiveId" clId="{9B00AFCF-B802-464E-AF44-A44E735D0D35}" dt="2026-10-13T09:37:51.378" v="542" actId="1076"/>
        <pc:sldMkLst>
          <pc:docMk/>
          <pc:sldMk cId="1145905329" sldId="340"/>
        </pc:sldMkLst>
        <pc:spChg chg="mod">
          <ac:chgData name="Michael Aristodemou" userId="8f856845a52b247d" providerId="LiveId" clId="{9B00AFCF-B802-464E-AF44-A44E735D0D35}" dt="2026-10-13T08:37:14.255" v="521" actId="20577"/>
          <ac:spMkLst>
            <pc:docMk/>
            <pc:sldMk cId="1145905329" sldId="340"/>
            <ac:spMk id="2" creationId="{F8FDE104-2B95-C575-62FE-3C300A26A546}"/>
          </ac:spMkLst>
        </pc:spChg>
        <pc:picChg chg="add mod ord">
          <ac:chgData name="Michael Aristodemou" userId="8f856845a52b247d" providerId="LiveId" clId="{9B00AFCF-B802-464E-AF44-A44E735D0D35}" dt="2026-10-13T09:37:51.378" v="542" actId="1076"/>
          <ac:picMkLst>
            <pc:docMk/>
            <pc:sldMk cId="1145905329" sldId="340"/>
            <ac:picMk id="5" creationId="{1E281376-1E07-31E9-EDC0-0734413C0B81}"/>
          </ac:picMkLst>
        </pc:picChg>
      </pc:sldChg>
      <pc:sldChg chg="addSp delSp modSp new mod">
        <pc:chgData name="Michael Aristodemou" userId="8f856845a52b247d" providerId="LiveId" clId="{9B00AFCF-B802-464E-AF44-A44E735D0D35}" dt="2026-10-13T09:38:10.431" v="546" actId="1076"/>
        <pc:sldMkLst>
          <pc:docMk/>
          <pc:sldMk cId="2854310670" sldId="341"/>
        </pc:sldMkLst>
        <pc:spChg chg="mod">
          <ac:chgData name="Michael Aristodemou" userId="8f856845a52b247d" providerId="LiveId" clId="{9B00AFCF-B802-464E-AF44-A44E735D0D35}" dt="2026-10-13T08:37:18.565" v="528" actId="20577"/>
          <ac:spMkLst>
            <pc:docMk/>
            <pc:sldMk cId="2854310670" sldId="341"/>
            <ac:spMk id="2" creationId="{F39CABA4-2978-B81A-20E8-70DA19296893}"/>
          </ac:spMkLst>
        </pc:spChg>
        <pc:picChg chg="add mod ord">
          <ac:chgData name="Michael Aristodemou" userId="8f856845a52b247d" providerId="LiveId" clId="{9B00AFCF-B802-464E-AF44-A44E735D0D35}" dt="2026-10-13T09:38:10.431" v="546" actId="1076"/>
          <ac:picMkLst>
            <pc:docMk/>
            <pc:sldMk cId="2854310670" sldId="341"/>
            <ac:picMk id="5" creationId="{28A79086-D1C4-4A18-9409-4C049982DF24}"/>
          </ac:picMkLst>
        </pc:picChg>
      </pc:sldChg>
      <pc:sldChg chg="addSp delSp modSp add mod ord">
        <pc:chgData name="Michael Aristodemou" userId="8f856845a52b247d" providerId="LiveId" clId="{9B00AFCF-B802-464E-AF44-A44E735D0D35}" dt="2026-10-13T09:37:24.078" v="538" actId="1076"/>
        <pc:sldMkLst>
          <pc:docMk/>
          <pc:sldMk cId="1318650008" sldId="342"/>
        </pc:sldMkLst>
        <pc:spChg chg="mod">
          <ac:chgData name="Michael Aristodemou" userId="8f856845a52b247d" providerId="LiveId" clId="{9B00AFCF-B802-464E-AF44-A44E735D0D35}" dt="2026-10-13T08:38:59.548" v="533"/>
          <ac:spMkLst>
            <pc:docMk/>
            <pc:sldMk cId="1318650008" sldId="342"/>
            <ac:spMk id="2" creationId="{34E7E92A-15A4-FBAE-2A84-8183EC996021}"/>
          </ac:spMkLst>
        </pc:spChg>
        <pc:picChg chg="add mod ord">
          <ac:chgData name="Michael Aristodemou" userId="8f856845a52b247d" providerId="LiveId" clId="{9B00AFCF-B802-464E-AF44-A44E735D0D35}" dt="2026-10-13T09:37:24.078" v="538" actId="1076"/>
          <ac:picMkLst>
            <pc:docMk/>
            <pc:sldMk cId="1318650008" sldId="342"/>
            <ac:picMk id="5" creationId="{402B93BB-0E29-BDAB-D687-66609DACDF22}"/>
          </ac:picMkLst>
        </pc:picChg>
      </pc:sldChg>
      <pc:sldChg chg="new">
        <pc:chgData name="Michael Aristodemou" userId="8f856845a52b247d" providerId="LiveId" clId="{9B00AFCF-B802-464E-AF44-A44E735D0D35}" dt="2026-10-13T10:00:14.280" v="547" actId="680"/>
        <pc:sldMkLst>
          <pc:docMk/>
          <pc:sldMk cId="3431161436" sldId="343"/>
        </pc:sldMkLst>
      </pc:sldChg>
      <pc:sldChg chg="modSp mod">
        <pc:chgData name="Michael Aristodemou" userId="8f856845a52b247d" providerId="LiveId" clId="{9B00AFCF-B802-464E-AF44-A44E735D0D35}" dt="2026-10-15T09:50:45.216" v="551" actId="207"/>
        <pc:sldMkLst>
          <pc:docMk/>
          <pc:sldMk cId="3680805211" sldId="351"/>
        </pc:sldMkLst>
        <pc:spChg chg="mod">
          <ac:chgData name="Michael Aristodemou" userId="8f856845a52b247d" providerId="LiveId" clId="{9B00AFCF-B802-464E-AF44-A44E735D0D35}" dt="2026-10-15T09:50:45.216" v="551" actId="207"/>
          <ac:spMkLst>
            <pc:docMk/>
            <pc:sldMk cId="3680805211" sldId="351"/>
            <ac:spMk id="3" creationId="{A3EB0814-1E28-BE80-F0D2-3EFDB83C6D87}"/>
          </ac:spMkLst>
        </pc:spChg>
      </pc:sldChg>
      <pc:sldChg chg="add">
        <pc:chgData name="Michael Aristodemou" userId="8f856845a52b247d" providerId="LiveId" clId="{9B00AFCF-B802-464E-AF44-A44E735D0D35}" dt="2026-10-15T09:10:25.888" v="548"/>
        <pc:sldMkLst>
          <pc:docMk/>
          <pc:sldMk cId="3150555607" sldId="3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AB40B-61D0-42EC-BDC4-C40C35AFEB63}" type="datetimeFigureOut">
              <a:rPr lang="en-CH" smtClean="0"/>
              <a:t>10/16/2026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038F1-911B-478C-AEEC-04DA877EF7A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51353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FFBBD-1198-5CE9-7C35-410BCB5923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BA7E60-F76F-3832-3553-71F2F4985B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6E28D-15E5-CE61-F0D2-3792F6264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AA28C-7C5C-4E09-AD37-A606D553EE46}" type="datetimeFigureOut">
              <a:rPr lang="en-CH" smtClean="0"/>
              <a:t>10/16/2026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A848E-6016-1E05-0A0F-524405B66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9B392-21AC-971F-42CC-197899393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D2CD0-1D52-40B6-8AE7-2E47CFAF32B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20235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ABF41-951B-F35A-1161-C24B941DE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0C788-4BB2-54A4-6C99-BFF7E4C0D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B723F-265C-AB67-9986-FA2CF5ED9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AA28C-7C5C-4E09-AD37-A606D553EE46}" type="datetimeFigureOut">
              <a:rPr lang="en-CH" smtClean="0"/>
              <a:t>10/16/2026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22F38-56A1-19BA-F84D-1DDDB6CFF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79539-717E-B1BC-4D61-4F02FD08C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D2CD0-1D52-40B6-8AE7-2E47CFAF32B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68299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8D81F-32FC-C203-8B2C-94D6C1468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E8BDD1-6F79-1256-1116-E5A404175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12904-E35B-AF53-7182-857AA62AA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AA28C-7C5C-4E09-AD37-A606D553EE46}" type="datetimeFigureOut">
              <a:rPr lang="en-CH" smtClean="0"/>
              <a:t>10/16/2026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952D4-13DD-B323-0168-F5037ABDA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BAD35-E3C8-6F75-0599-52ADF5D7B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D2CD0-1D52-40B6-8AE7-2E47CFAF32B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99287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F8005-E244-EC13-C008-F734F62EE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F1013-46AE-57B3-86AD-BB370EE738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6F7191-E191-6E85-008D-D9711A9D98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318ACD-8680-F82D-9E4B-2FDF46EC5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AA28C-7C5C-4E09-AD37-A606D553EE46}" type="datetimeFigureOut">
              <a:rPr lang="en-CH" smtClean="0"/>
              <a:t>10/16/2026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C00DC-BEE4-17E5-4E39-4E5ADB697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61DB19-21D1-C2FE-1669-DC7868B00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D2CD0-1D52-40B6-8AE7-2E47CFAF32B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7172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9A7E9-241C-27AF-12A2-A50F2A31F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AB27B-8BFF-5111-D0BF-2F4BEF444D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EDFF0A-AB37-4CD0-0326-A9E617F914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20617-3F5B-8285-51E9-FCDA63684A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5EE01F-33B7-7657-D3E1-EDAF1F26EE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F9F7B9-E9DD-BA98-9AC0-B688E5368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AA28C-7C5C-4E09-AD37-A606D553EE46}" type="datetimeFigureOut">
              <a:rPr lang="en-CH" smtClean="0"/>
              <a:t>10/16/2026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4166BB-3CDD-70CC-F666-6D9410D53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BD8F-F1B4-F5D3-FAFF-14C9852BD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D2CD0-1D52-40B6-8AE7-2E47CFAF32B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50052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BF926-6361-E5E1-AC11-4347D745F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86F60F-3356-E067-EBA8-E60C2233F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AA28C-7C5C-4E09-AD37-A606D553EE46}" type="datetimeFigureOut">
              <a:rPr lang="en-CH" smtClean="0"/>
              <a:t>10/16/2026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3E63B0-1CA5-AEC8-FFB0-AAB995F4D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2C3609-56EF-4E9B-0D05-D26B05C6F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D2CD0-1D52-40B6-8AE7-2E47CFAF32B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18507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FD78F4-2A9D-A232-B322-B1C42D88A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AA28C-7C5C-4E09-AD37-A606D553EE46}" type="datetimeFigureOut">
              <a:rPr lang="en-CH" smtClean="0"/>
              <a:t>10/16/2026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92C2D9-CFD9-D7AF-F0D0-5C80FFC0A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8A3DC-1C53-DACD-1609-E6387385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D2CD0-1D52-40B6-8AE7-2E47CFAF32B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35797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4F6C2-5A70-7403-0AA2-B915B11D7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A9710-EFE0-4316-2585-5EF55E9A8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61F63-016A-7F86-2629-C6AA9035B9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04A351-6382-3C8E-B8EF-49E073EB8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AA28C-7C5C-4E09-AD37-A606D553EE46}" type="datetimeFigureOut">
              <a:rPr lang="en-CH" smtClean="0"/>
              <a:t>10/16/2026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BB3F39-D0FB-525A-1F2C-324BDE18F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C89E60-BC6F-9E69-B5C5-0C9D96631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D2CD0-1D52-40B6-8AE7-2E47CFAF32B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97225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CDB9D-85B2-FE84-A339-0BB41DFAA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7346DE-3214-8FAD-4539-2162525B77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0E2437-3F0E-95F6-F99F-18B4A9807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CCBCF4-7043-E291-F681-80AB1EB41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AA28C-7C5C-4E09-AD37-A606D553EE46}" type="datetimeFigureOut">
              <a:rPr lang="en-CH" smtClean="0"/>
              <a:t>10/16/2026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4DE54-BC25-BE86-C8BB-185AA51A9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51FBB-0593-B5AB-12D3-230A0B77E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D2CD0-1D52-40B6-8AE7-2E47CFAF32B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89854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AB252-4328-0D96-2355-FD4836E71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AFD3C0-05DA-CC8B-D059-9FAAD8AD5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A68EC-5C19-32AC-9773-D508D36E4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AA28C-7C5C-4E09-AD37-A606D553EE46}" type="datetimeFigureOut">
              <a:rPr lang="en-CH" smtClean="0"/>
              <a:t>10/16/2026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1DC35-DC6A-6523-CE45-8FF5B367A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0EC6B-52AC-8BAD-75F7-C7A5C2045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D2CD0-1D52-40B6-8AE7-2E47CFAF32B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77253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A8542D-E0E4-9E66-29F8-001DB00C88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252643-E593-93F7-CF10-86589A73D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ECF43-CA83-2092-D2D9-6C2BF5894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AA28C-7C5C-4E09-AD37-A606D553EE46}" type="datetimeFigureOut">
              <a:rPr lang="en-CH" smtClean="0"/>
              <a:t>10/16/2026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724A6-C448-08D5-6EFE-2DD0FF5F4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C9A6D-5BA7-D3CD-05F4-319A3347D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D2CD0-1D52-40B6-8AE7-2E47CFAF32B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61688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345337-647E-60DC-4BB5-15606B5C9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A8F7A-B977-4619-FE2A-D50B3F60B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84C1E-1A28-5BA8-6617-A60FEAD9C7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8AA28C-7C5C-4E09-AD37-A606D553EE46}" type="datetimeFigureOut">
              <a:rPr lang="en-CH" smtClean="0"/>
              <a:t>10/16/2026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E8715-8B94-E47B-C94E-B5C02BA2B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F279C-5A28-8F88-6960-6FE9DC2E0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DD2CD0-1D52-40B6-8AE7-2E47CFAF32B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24476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diagram of a graph&#10;&#10;AI-generated content may be incorrect.">
            <a:extLst>
              <a:ext uri="{FF2B5EF4-FFF2-40B4-BE49-F238E27FC236}">
                <a16:creationId xmlns:a16="http://schemas.microsoft.com/office/drawing/2014/main" id="{9DF468E7-5952-3FB9-1C0A-F1FBA3876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" y="0"/>
            <a:ext cx="6858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99C5BDDE-E792-D662-11ED-B539CDE8D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8667" y="3011276"/>
            <a:ext cx="7038567" cy="1325563"/>
          </a:xfrm>
        </p:spPr>
        <p:txBody>
          <a:bodyPr>
            <a:normAutofit/>
          </a:bodyPr>
          <a:lstStyle/>
          <a:p>
            <a:r>
              <a:rPr lang="en-US" dirty="0"/>
              <a:t>Dynamic Systems Thinking for</a:t>
            </a:r>
            <a:br>
              <a:rPr lang="en-US" dirty="0"/>
            </a:br>
            <a:r>
              <a:rPr lang="en-US" dirty="0"/>
              <a:t>Psychologists</a:t>
            </a:r>
            <a:endParaRPr lang="en-CH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AFEA554-F0BA-D7F7-B944-98D22D32361C}"/>
              </a:ext>
            </a:extLst>
          </p:cNvPr>
          <p:cNvSpPr txBox="1">
            <a:spLocks/>
          </p:cNvSpPr>
          <p:nvPr/>
        </p:nvSpPr>
        <p:spPr>
          <a:xfrm>
            <a:off x="4298667" y="4475435"/>
            <a:ext cx="5505449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rgbClr val="0D0D0D"/>
                </a:solidFill>
              </a:rPr>
              <a:t>Michael E. Aristodemou</a:t>
            </a:r>
            <a:endParaRPr lang="en-CH" sz="2000" dirty="0">
              <a:solidFill>
                <a:srgbClr val="0D0D0D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D532BA-56D8-DE29-EAC6-D83F61E5EFE6}"/>
              </a:ext>
            </a:extLst>
          </p:cNvPr>
          <p:cNvSpPr txBox="1"/>
          <p:nvPr/>
        </p:nvSpPr>
        <p:spPr>
          <a:xfrm>
            <a:off x="4298667" y="4854471"/>
            <a:ext cx="4399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D0D0D"/>
                </a:solidFill>
              </a:rPr>
              <a:t>michael.aristodemou@psychologie.uzh.ch</a:t>
            </a:r>
            <a:endParaRPr lang="en-CH" dirty="0">
              <a:solidFill>
                <a:srgbClr val="0D0D0D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917886-7CE4-F53C-5E08-88CF04E485EA}"/>
              </a:ext>
            </a:extLst>
          </p:cNvPr>
          <p:cNvSpPr txBox="1"/>
          <p:nvPr/>
        </p:nvSpPr>
        <p:spPr>
          <a:xfrm>
            <a:off x="4298667" y="5418173"/>
            <a:ext cx="5388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Lecture 5</a:t>
            </a:r>
            <a:r>
              <a:rPr lang="en-US" dirty="0">
                <a:solidFill>
                  <a:srgbClr val="FF0000"/>
                </a:solidFill>
              </a:rPr>
              <a:t>: Continuous-Time Systems &amp; Therapy</a:t>
            </a:r>
            <a:endParaRPr lang="en-CH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236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DCA2F-318C-C0A1-C6DA-10060120B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Three things you need to know about continuous-time models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680090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3FC68-F58E-34CC-B0FA-89673F408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7E92A-15A4-FBAE-2A84-8183EC996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Continuous-time models fill in the gaps between observations</a:t>
            </a:r>
            <a:endParaRPr lang="en-C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2B93BB-0E29-BDAB-D687-66609DACDF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768" y="1750618"/>
            <a:ext cx="8426463" cy="474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650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DE104-2B95-C575-62FE-3C300A26A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By splitting intervals into small time steps</a:t>
            </a:r>
            <a:endParaRPr lang="en-C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281376-1E07-31E9-EDC0-0734413C0B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770" y="1690688"/>
            <a:ext cx="8316460" cy="4680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905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CABA4-2978-B81A-20E8-70DA19296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Computing the change over each small step using a rule</a:t>
            </a:r>
            <a:endParaRPr lang="en-C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A79086-D1C4-4A18-9409-4C049982DF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580" y="1731272"/>
            <a:ext cx="8460839" cy="476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310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3F285-B9FD-44BB-D4B7-E9274C5DD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Albert in a (continuous) linear world 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61B7F5D-3E24-B418-87CE-8F97AEBB5F25}"/>
                  </a:ext>
                </a:extLst>
              </p:cNvPr>
              <p:cNvSpPr txBox="1"/>
              <p:nvPr/>
            </p:nvSpPr>
            <p:spPr>
              <a:xfrm>
                <a:off x="838200" y="2139436"/>
                <a:ext cx="2533650" cy="11562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4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8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sz="48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4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4800" dirty="0"/>
                  <a:t> 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61B7F5D-3E24-B418-87CE-8F97AEBB5F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39436"/>
                <a:ext cx="2533650" cy="1156214"/>
              </a:xfrm>
              <a:prstGeom prst="rect">
                <a:avLst/>
              </a:prstGeom>
              <a:blipFill>
                <a:blip r:embed="rId2"/>
                <a:stretch>
                  <a:fillRect b="-14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EDEB7173-F543-57D5-033A-47165614C3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4220" y="1690688"/>
            <a:ext cx="8308187" cy="4675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161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34588-BE5A-40FB-2D36-CAFCFAC47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3B5B4-5647-7BD8-94A3-CCEF40A32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Albert in a (continuous) linear world 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415B23E-35AD-21F6-FB65-793CE3469D43}"/>
                  </a:ext>
                </a:extLst>
              </p:cNvPr>
              <p:cNvSpPr txBox="1"/>
              <p:nvPr/>
            </p:nvSpPr>
            <p:spPr>
              <a:xfrm>
                <a:off x="838200" y="2139436"/>
                <a:ext cx="2533650" cy="11562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4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8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sz="48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4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4800" dirty="0"/>
                  <a:t> B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415B23E-35AD-21F6-FB65-793CE3469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39436"/>
                <a:ext cx="2533650" cy="1156214"/>
              </a:xfrm>
              <a:prstGeom prst="rect">
                <a:avLst/>
              </a:prstGeom>
              <a:blipFill>
                <a:blip r:embed="rId2"/>
                <a:stretch>
                  <a:fillRect b="-14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ECF57121-76F6-395C-1CB3-CA882856DB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4220" y="1690688"/>
            <a:ext cx="8308187" cy="4675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46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3A46A-EB4E-0E96-3378-18BFD8706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5F703-1D5F-316A-2883-56EF7825F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Albert in a (continuous) linear world 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CBB6543-0BDD-4110-427D-954BD0D5583B}"/>
                  </a:ext>
                </a:extLst>
              </p:cNvPr>
              <p:cNvSpPr txBox="1"/>
              <p:nvPr/>
            </p:nvSpPr>
            <p:spPr>
              <a:xfrm>
                <a:off x="838200" y="2139436"/>
                <a:ext cx="2533650" cy="11562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4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8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sz="48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4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4800" dirty="0"/>
                  <a:t> B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CBB6543-0BDD-4110-427D-954BD0D558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39436"/>
                <a:ext cx="2533650" cy="1156214"/>
              </a:xfrm>
              <a:prstGeom prst="rect">
                <a:avLst/>
              </a:prstGeom>
              <a:blipFill>
                <a:blip r:embed="rId2"/>
                <a:stretch>
                  <a:fillRect b="-14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2E7C4565-F8DA-54A4-C3DC-D6C683A233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4220" y="1690688"/>
            <a:ext cx="8308187" cy="46756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162F2EE-91D4-A36A-D0B0-81A0E1A2405A}"/>
                  </a:ext>
                </a:extLst>
              </p:cNvPr>
              <p:cNvSpPr txBox="1"/>
              <p:nvPr/>
            </p:nvSpPr>
            <p:spPr>
              <a:xfrm>
                <a:off x="838200" y="3744398"/>
                <a:ext cx="253365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0" dirty="0"/>
                  <a:t>y(0)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4000" dirty="0"/>
                  <a:t> C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162F2EE-91D4-A36A-D0B0-81A0E1A24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744398"/>
                <a:ext cx="2533650" cy="707886"/>
              </a:xfrm>
              <a:prstGeom prst="rect">
                <a:avLst/>
              </a:prstGeom>
              <a:blipFill>
                <a:blip r:embed="rId4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4236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7DEB0-C734-DFAF-97F6-C812968F7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Let’s make the growth plateau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2346C-3A87-23D4-E0EA-E66261EBD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Progress slows down as Albert gets better (higher mood)</a:t>
            </a:r>
          </a:p>
        </p:txBody>
      </p:sp>
    </p:spTree>
    <p:extLst>
      <p:ext uri="{BB962C8B-B14F-4D97-AF65-F5344CB8AC3E}">
        <p14:creationId xmlns:p14="http://schemas.microsoft.com/office/powerpoint/2010/main" val="105375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D362B-2F2A-7ED0-1826-B75DC3B15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rate of change depends on the current 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68EB4F-2C8D-B6A2-5102-E408696F2A54}"/>
                  </a:ext>
                </a:extLst>
              </p:cNvPr>
              <p:cNvSpPr txBox="1"/>
              <p:nvPr/>
            </p:nvSpPr>
            <p:spPr>
              <a:xfrm>
                <a:off x="838199" y="2425186"/>
                <a:ext cx="3190875" cy="11562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4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8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sz="48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4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4800" dirty="0"/>
                  <a:t> B + ?  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68EB4F-2C8D-B6A2-5102-E408696F2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2425186"/>
                <a:ext cx="3190875" cy="1156214"/>
              </a:xfrm>
              <a:prstGeom prst="rect">
                <a:avLst/>
              </a:prstGeom>
              <a:blipFill>
                <a:blip r:embed="rId2"/>
                <a:stretch>
                  <a:fillRect r="-13359" b="-14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FA9297-E303-2450-D6BC-1E8A59C8D1F3}"/>
                  </a:ext>
                </a:extLst>
              </p:cNvPr>
              <p:cNvSpPr txBox="1"/>
              <p:nvPr/>
            </p:nvSpPr>
            <p:spPr>
              <a:xfrm>
                <a:off x="838200" y="4030148"/>
                <a:ext cx="253365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0" dirty="0"/>
                  <a:t>y(0)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4000" dirty="0"/>
                  <a:t> C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FA9297-E303-2450-D6BC-1E8A59C8D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030148"/>
                <a:ext cx="2533650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8137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06E10-3583-6A33-E757-6C657CD3B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F5FE7-07BA-E12A-FA83-7A74CD1B6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rate of change depends on the current 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DB9AE5-F0D4-721D-3EE6-AC89CAC258FF}"/>
                  </a:ext>
                </a:extLst>
              </p:cNvPr>
              <p:cNvSpPr txBox="1"/>
              <p:nvPr/>
            </p:nvSpPr>
            <p:spPr>
              <a:xfrm>
                <a:off x="590549" y="2125148"/>
                <a:ext cx="4600576" cy="11562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4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8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sz="48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4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4800" dirty="0"/>
                  <a:t> B + A*y(t)  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DB9AE5-F0D4-721D-3EE6-AC89CAC258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49" y="2125148"/>
                <a:ext cx="4600576" cy="1156214"/>
              </a:xfrm>
              <a:prstGeom prst="rect">
                <a:avLst/>
              </a:prstGeom>
              <a:blipFill>
                <a:blip r:embed="rId2"/>
                <a:stretch>
                  <a:fillRect b="-153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B905F29-C1CC-D54B-EBCD-4087F64067AB}"/>
                  </a:ext>
                </a:extLst>
              </p:cNvPr>
              <p:cNvSpPr txBox="1"/>
              <p:nvPr/>
            </p:nvSpPr>
            <p:spPr>
              <a:xfrm>
                <a:off x="590550" y="3730110"/>
                <a:ext cx="253365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0" dirty="0"/>
                  <a:t>y(0)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4000" dirty="0"/>
                  <a:t> C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B905F29-C1CC-D54B-EBCD-4087F6406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50" y="3730110"/>
                <a:ext cx="2533650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57F1E81-2699-B38D-0A34-D0D5C4DC2E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125" y="1825110"/>
            <a:ext cx="6769947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275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07007-2417-D4AE-76B8-C7A514F28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 at the code and write down every question you have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B0814-1E28-BE80-F0D2-3EFDB83C6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to </a:t>
            </a:r>
            <a:r>
              <a:rPr lang="en-US" b="1" dirty="0">
                <a:solidFill>
                  <a:srgbClr val="4E95D9"/>
                </a:solidFill>
              </a:rPr>
              <a:t>GitHub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rgbClr val="4E95D9"/>
                </a:solidFill>
                <a:sym typeface="Wingdings" panose="05000000000000000000" pitchFamily="2" charset="2"/>
              </a:rPr>
              <a:t>Lecture05</a:t>
            </a:r>
            <a:r>
              <a:rPr lang="en-US" dirty="0">
                <a:sym typeface="Wingdings" panose="05000000000000000000" pitchFamily="2" charset="2"/>
              </a:rPr>
              <a:t>  </a:t>
            </a:r>
            <a:r>
              <a:rPr lang="en-US" b="1" dirty="0">
                <a:solidFill>
                  <a:srgbClr val="4E95D9"/>
                </a:solidFill>
              </a:rPr>
              <a:t>simulate_statedep_w5.R</a:t>
            </a:r>
          </a:p>
          <a:p>
            <a:r>
              <a:rPr lang="en-US" dirty="0"/>
              <a:t>Take 10 minutes to write all your questions about the code</a:t>
            </a:r>
          </a:p>
          <a:p>
            <a:r>
              <a:rPr lang="en-US" dirty="0"/>
              <a:t>Then we can go through the code together</a:t>
            </a:r>
          </a:p>
        </p:txBody>
      </p:sp>
    </p:spTree>
    <p:extLst>
      <p:ext uri="{BB962C8B-B14F-4D97-AF65-F5344CB8AC3E}">
        <p14:creationId xmlns:p14="http://schemas.microsoft.com/office/powerpoint/2010/main" val="3680805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F0878D7-2BFD-CCCB-9EA5-2637CF40E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818" y="0"/>
            <a:ext cx="11416364" cy="6849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366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560E10-27E9-355C-D566-BC6EAFA581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" y="0"/>
            <a:ext cx="121859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673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9054A-74EA-1F82-B395-35ABD392F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6430E8-CA99-6420-1CF0-AED2C08FB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" y="0"/>
            <a:ext cx="121859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495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DE77C-AF26-3E94-F199-67181AAD8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10AD9F-3FFD-9AFD-7419-2E638681CC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" y="0"/>
            <a:ext cx="121859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0727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56ABB-C846-F048-D46E-9ECB213BB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1538B9-CD24-0200-17C8-0AEE42545F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" y="0"/>
            <a:ext cx="121859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660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0FBB1-9A50-8C2A-57F9-6F7F9D23B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BBA991-002D-97CC-3055-68FD1B810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" y="0"/>
            <a:ext cx="121859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4324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B4225-055F-A1A8-2A51-54ACA6314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710D85-4E54-C9A9-2E0C-FC75432064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" y="0"/>
            <a:ext cx="121859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8455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973E5-E7B1-FE3B-20F2-253B202ED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sheet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7C48B-FB87-9BDD-510C-44D3D2091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GitHub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rgbClr val="00B0F0"/>
                </a:solidFill>
                <a:sym typeface="Wingdings" panose="05000000000000000000" pitchFamily="2" charset="2"/>
              </a:rPr>
              <a:t>Lecture05</a:t>
            </a:r>
            <a:r>
              <a:rPr lang="en-US" dirty="0">
                <a:sym typeface="Wingdings" panose="05000000000000000000" pitchFamily="2" charset="2"/>
              </a:rPr>
              <a:t>  </a:t>
            </a:r>
            <a:r>
              <a:rPr lang="en-US" b="1" dirty="0">
                <a:sym typeface="Wingdings" panose="05000000000000000000" pitchFamily="2" charset="2"/>
              </a:rPr>
              <a:t>lecture05_therapy_exercises.Rmd</a:t>
            </a:r>
          </a:p>
          <a:p>
            <a:r>
              <a:rPr lang="en-US" b="1" dirty="0">
                <a:sym typeface="Wingdings" panose="05000000000000000000" pitchFamily="2" charset="2"/>
              </a:rPr>
              <a:t>for(</a:t>
            </a:r>
            <a:r>
              <a:rPr lang="en-US" b="1" dirty="0" err="1">
                <a:sym typeface="Wingdings" panose="05000000000000000000" pitchFamily="2" charset="2"/>
              </a:rPr>
              <a:t>i</a:t>
            </a:r>
            <a:r>
              <a:rPr lang="en-US" b="1" dirty="0">
                <a:sym typeface="Wingdings" panose="05000000000000000000" pitchFamily="2" charset="2"/>
              </a:rPr>
              <a:t> in 1:3) {</a:t>
            </a:r>
          </a:p>
          <a:p>
            <a:pPr marL="457200" lvl="1" indent="0">
              <a:buNone/>
            </a:pPr>
            <a:r>
              <a:rPr lang="en-US" b="1" dirty="0">
                <a:sym typeface="Wingdings" panose="05000000000000000000" pitchFamily="2" charset="2"/>
              </a:rPr>
              <a:t>Solve Exercise[</a:t>
            </a:r>
            <a:r>
              <a:rPr lang="en-US" b="1" dirty="0" err="1">
                <a:sym typeface="Wingdings" panose="05000000000000000000" pitchFamily="2" charset="2"/>
              </a:rPr>
              <a:t>i</a:t>
            </a:r>
            <a:r>
              <a:rPr lang="en-US" b="1" dirty="0">
                <a:sym typeface="Wingdings" panose="05000000000000000000" pitchFamily="2" charset="2"/>
              </a:rPr>
              <a:t>]</a:t>
            </a:r>
          </a:p>
          <a:p>
            <a:pPr marL="457200" lvl="1" indent="0">
              <a:buNone/>
            </a:pPr>
            <a:r>
              <a:rPr lang="en-US" b="1" dirty="0">
                <a:sym typeface="Wingdings" panose="05000000000000000000" pitchFamily="2" charset="2"/>
              </a:rPr>
              <a:t>Discuss Exercise[</a:t>
            </a:r>
            <a:r>
              <a:rPr lang="en-US" b="1" dirty="0" err="1">
                <a:sym typeface="Wingdings" panose="05000000000000000000" pitchFamily="2" charset="2"/>
              </a:rPr>
              <a:t>i</a:t>
            </a:r>
            <a:r>
              <a:rPr lang="en-US" b="1" dirty="0">
                <a:sym typeface="Wingdings" panose="05000000000000000000" pitchFamily="2" charset="2"/>
              </a:rPr>
              <a:t>] together</a:t>
            </a:r>
          </a:p>
          <a:p>
            <a:pPr marL="0" indent="0">
              <a:buNone/>
            </a:pPr>
            <a:r>
              <a:rPr lang="en-US" b="1" dirty="0">
                <a:sym typeface="Wingdings" panose="05000000000000000000" pitchFamily="2" charset="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711252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8178C-1CC6-AC81-DE6C-9E7B87577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D7247-8394-428E-30B4-33454BF10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for listening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150555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2634</TotalTime>
  <Words>246</Words>
  <Application>Microsoft Office PowerPoint</Application>
  <PresentationFormat>Widescreen</PresentationFormat>
  <Paragraphs>34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Cambria Math</vt:lpstr>
      <vt:lpstr>Wingdings</vt:lpstr>
      <vt:lpstr>Office Theme</vt:lpstr>
      <vt:lpstr>Dynamic Systems Thinking for Psychologists</vt:lpstr>
      <vt:lpstr>Three things you need to know about continuous-time models</vt:lpstr>
      <vt:lpstr>1. Continuous-time models fill in the gaps between observations</vt:lpstr>
      <vt:lpstr>2. By splitting intervals into small time steps</vt:lpstr>
      <vt:lpstr>3. Computing the change over each small step using a rule</vt:lpstr>
      <vt:lpstr>Albert in a (continuous) linear world </vt:lpstr>
      <vt:lpstr>Albert in a (continuous) linear world </vt:lpstr>
      <vt:lpstr>Albert in a (continuous) linear world </vt:lpstr>
      <vt:lpstr>Let’s make the growth plateau</vt:lpstr>
      <vt:lpstr>The rate of change depends on the current state</vt:lpstr>
      <vt:lpstr>The rate of change depends on the current state</vt:lpstr>
      <vt:lpstr>Look at the code and write down every question you have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Exercise sheet</vt:lpstr>
      <vt:lpstr>Thank you for listening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Aristodemou</dc:creator>
  <cp:lastModifiedBy>Michael Aristodemou</cp:lastModifiedBy>
  <cp:revision>2</cp:revision>
  <dcterms:created xsi:type="dcterms:W3CDTF">2025-10-13T08:22:45Z</dcterms:created>
  <dcterms:modified xsi:type="dcterms:W3CDTF">2026-10-16T08:55:15Z</dcterms:modified>
</cp:coreProperties>
</file>