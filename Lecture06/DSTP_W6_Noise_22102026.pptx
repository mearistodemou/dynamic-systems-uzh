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11" r:id="rId2"/>
    <p:sldId id="328" r:id="rId3"/>
    <p:sldId id="312" r:id="rId4"/>
    <p:sldId id="344" r:id="rId5"/>
    <p:sldId id="329" r:id="rId6"/>
    <p:sldId id="330" r:id="rId7"/>
    <p:sldId id="331" r:id="rId8"/>
    <p:sldId id="332" r:id="rId9"/>
    <p:sldId id="337" r:id="rId10"/>
    <p:sldId id="338" r:id="rId11"/>
    <p:sldId id="334" r:id="rId12"/>
    <p:sldId id="335" r:id="rId13"/>
    <p:sldId id="336" r:id="rId14"/>
    <p:sldId id="339" r:id="rId15"/>
    <p:sldId id="340" r:id="rId16"/>
    <p:sldId id="341" r:id="rId17"/>
    <p:sldId id="343" r:id="rId1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DC09D7-3E36-421A-A3A4-AE317BBCF095}" v="97" dt="2026-10-21T14:49:26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Aristodemou" userId="8f856845a52b247d" providerId="LiveId" clId="{C154C21A-E434-4F66-B5AD-9BF8E6CFD023}"/>
    <pc:docChg chg="undo custSel addSld delSld modSld">
      <pc:chgData name="Michael Aristodemou" userId="8f856845a52b247d" providerId="LiveId" clId="{C154C21A-E434-4F66-B5AD-9BF8E6CFD023}" dt="2026-10-23T15:23:50.947" v="1983" actId="47"/>
      <pc:docMkLst>
        <pc:docMk/>
      </pc:docMkLst>
      <pc:sldChg chg="modSp mod">
        <pc:chgData name="Michael Aristodemou" userId="8f856845a52b247d" providerId="LiveId" clId="{C154C21A-E434-4F66-B5AD-9BF8E6CFD023}" dt="2026-10-21T08:36:27.323" v="1" actId="20577"/>
        <pc:sldMkLst>
          <pc:docMk/>
          <pc:sldMk cId="2870236714" sldId="311"/>
        </pc:sldMkLst>
        <pc:spChg chg="mod">
          <ac:chgData name="Michael Aristodemou" userId="8f856845a52b247d" providerId="LiveId" clId="{C154C21A-E434-4F66-B5AD-9BF8E6CFD023}" dt="2026-10-21T08:36:27.323" v="1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addSp delSp modSp mod">
        <pc:chgData name="Michael Aristodemou" userId="8f856845a52b247d" providerId="LiveId" clId="{C154C21A-E434-4F66-B5AD-9BF8E6CFD023}" dt="2026-10-21T14:33:54.319" v="1903" actId="20577"/>
        <pc:sldMkLst>
          <pc:docMk/>
          <pc:sldMk cId="1750143209" sldId="312"/>
        </pc:sldMkLst>
        <pc:spChg chg="mod">
          <ac:chgData name="Michael Aristodemou" userId="8f856845a52b247d" providerId="LiveId" clId="{C154C21A-E434-4F66-B5AD-9BF8E6CFD023}" dt="2026-10-21T10:15:05.531" v="50" actId="20577"/>
          <ac:spMkLst>
            <pc:docMk/>
            <pc:sldMk cId="1750143209" sldId="312"/>
            <ac:spMk id="2" creationId="{46B5E6C4-5476-7983-C6FF-A7AA2741CEF1}"/>
          </ac:spMkLst>
        </pc:spChg>
        <pc:spChg chg="add mod">
          <ac:chgData name="Michael Aristodemou" userId="8f856845a52b247d" providerId="LiveId" clId="{C154C21A-E434-4F66-B5AD-9BF8E6CFD023}" dt="2026-10-21T10:19:59.892" v="80" actId="1076"/>
          <ac:spMkLst>
            <pc:docMk/>
            <pc:sldMk cId="1750143209" sldId="312"/>
            <ac:spMk id="7" creationId="{27D34A1A-69AE-0181-FEC7-A19F6D7D1740}"/>
          </ac:spMkLst>
        </pc:spChg>
        <pc:spChg chg="add mod">
          <ac:chgData name="Michael Aristodemou" userId="8f856845a52b247d" providerId="LiveId" clId="{C154C21A-E434-4F66-B5AD-9BF8E6CFD023}" dt="2026-10-21T14:33:54.319" v="1903" actId="20577"/>
          <ac:spMkLst>
            <pc:docMk/>
            <pc:sldMk cId="1750143209" sldId="312"/>
            <ac:spMk id="9" creationId="{73F1E1D5-4740-1D6F-D94A-B911F85D9900}"/>
          </ac:spMkLst>
        </pc:spChg>
        <pc:picChg chg="add mod">
          <ac:chgData name="Michael Aristodemou" userId="8f856845a52b247d" providerId="LiveId" clId="{C154C21A-E434-4F66-B5AD-9BF8E6CFD023}" dt="2026-10-21T10:24:37.585" v="81" actId="1076"/>
          <ac:picMkLst>
            <pc:docMk/>
            <pc:sldMk cId="1750143209" sldId="312"/>
            <ac:picMk id="5" creationId="{5E283CF6-AB48-D585-BAAF-C547C37B6E06}"/>
          </ac:picMkLst>
        </pc:picChg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2325646969" sldId="313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1191988350" sldId="314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625281194" sldId="315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2739631174" sldId="316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3097405225" sldId="317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4040398554" sldId="318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1821198201" sldId="319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3927700665" sldId="320"/>
        </pc:sldMkLst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4262340204" sldId="321"/>
        </pc:sldMkLst>
      </pc:sldChg>
      <pc:sldChg chg="addSp delSp modSp new mod">
        <pc:chgData name="Michael Aristodemou" userId="8f856845a52b247d" providerId="LiveId" clId="{C154C21A-E434-4F66-B5AD-9BF8E6CFD023}" dt="2026-10-21T10:26:58.972" v="264" actId="1076"/>
        <pc:sldMkLst>
          <pc:docMk/>
          <pc:sldMk cId="3721197188" sldId="329"/>
        </pc:sldMkLst>
        <pc:spChg chg="mod">
          <ac:chgData name="Michael Aristodemou" userId="8f856845a52b247d" providerId="LiveId" clId="{C154C21A-E434-4F66-B5AD-9BF8E6CFD023}" dt="2026-10-21T10:26:58.972" v="264" actId="1076"/>
          <ac:spMkLst>
            <pc:docMk/>
            <pc:sldMk cId="3721197188" sldId="329"/>
            <ac:spMk id="2" creationId="{8536AFA7-C949-0110-A85B-D87ED7C3FD0F}"/>
          </ac:spMkLst>
        </pc:spChg>
      </pc:sldChg>
      <pc:sldChg chg="modSp add mod">
        <pc:chgData name="Michael Aristodemou" userId="8f856845a52b247d" providerId="LiveId" clId="{C154C21A-E434-4F66-B5AD-9BF8E6CFD023}" dt="2026-10-21T10:26:47.886" v="261" actId="14"/>
        <pc:sldMkLst>
          <pc:docMk/>
          <pc:sldMk cId="1643139784" sldId="330"/>
        </pc:sldMkLst>
        <pc:spChg chg="mod">
          <ac:chgData name="Michael Aristodemou" userId="8f856845a52b247d" providerId="LiveId" clId="{C154C21A-E434-4F66-B5AD-9BF8E6CFD023}" dt="2026-10-21T10:26:30.065" v="254" actId="5793"/>
          <ac:spMkLst>
            <pc:docMk/>
            <pc:sldMk cId="1643139784" sldId="330"/>
            <ac:spMk id="2" creationId="{D3D766BE-F731-3473-8CF3-1A6D16CC4ED3}"/>
          </ac:spMkLst>
        </pc:spChg>
        <pc:spChg chg="mod">
          <ac:chgData name="Michael Aristodemou" userId="8f856845a52b247d" providerId="LiveId" clId="{C154C21A-E434-4F66-B5AD-9BF8E6CFD023}" dt="2026-10-21T10:26:47.886" v="261" actId="14"/>
          <ac:spMkLst>
            <pc:docMk/>
            <pc:sldMk cId="1643139784" sldId="330"/>
            <ac:spMk id="3" creationId="{B8186AA9-3E98-C8D3-AD6D-79D24710B05B}"/>
          </ac:spMkLst>
        </pc:spChg>
      </pc:sldChg>
      <pc:sldChg chg="modSp new mod">
        <pc:chgData name="Michael Aristodemou" userId="8f856845a52b247d" providerId="LiveId" clId="{C154C21A-E434-4F66-B5AD-9BF8E6CFD023}" dt="2026-10-21T10:28:29.586" v="407" actId="403"/>
        <pc:sldMkLst>
          <pc:docMk/>
          <pc:sldMk cId="1775059900" sldId="331"/>
        </pc:sldMkLst>
        <pc:spChg chg="mod">
          <ac:chgData name="Michael Aristodemou" userId="8f856845a52b247d" providerId="LiveId" clId="{C154C21A-E434-4F66-B5AD-9BF8E6CFD023}" dt="2026-10-21T10:27:30.913" v="342" actId="20577"/>
          <ac:spMkLst>
            <pc:docMk/>
            <pc:sldMk cId="1775059900" sldId="331"/>
            <ac:spMk id="2" creationId="{5DDC0F93-0CE1-50A4-FDB6-D0AB7DAD7104}"/>
          </ac:spMkLst>
        </pc:spChg>
        <pc:spChg chg="mod">
          <ac:chgData name="Michael Aristodemou" userId="8f856845a52b247d" providerId="LiveId" clId="{C154C21A-E434-4F66-B5AD-9BF8E6CFD023}" dt="2026-10-21T10:28:29.586" v="407" actId="403"/>
          <ac:spMkLst>
            <pc:docMk/>
            <pc:sldMk cId="1775059900" sldId="331"/>
            <ac:spMk id="3" creationId="{3DA80D99-FBE2-4ABA-95F3-FA281A28FC6E}"/>
          </ac:spMkLst>
        </pc:spChg>
      </pc:sldChg>
      <pc:sldChg chg="modSp new mod">
        <pc:chgData name="Michael Aristodemou" userId="8f856845a52b247d" providerId="LiveId" clId="{C154C21A-E434-4F66-B5AD-9BF8E6CFD023}" dt="2026-10-21T13:25:33.412" v="1186" actId="20577"/>
        <pc:sldMkLst>
          <pc:docMk/>
          <pc:sldMk cId="2178588054" sldId="332"/>
        </pc:sldMkLst>
        <pc:spChg chg="mod">
          <ac:chgData name="Michael Aristodemou" userId="8f856845a52b247d" providerId="LiveId" clId="{C154C21A-E434-4F66-B5AD-9BF8E6CFD023}" dt="2026-10-21T10:29:00.446" v="439" actId="20577"/>
          <ac:spMkLst>
            <pc:docMk/>
            <pc:sldMk cId="2178588054" sldId="332"/>
            <ac:spMk id="2" creationId="{6A481584-D6E9-E400-C7D0-3F1188317766}"/>
          </ac:spMkLst>
        </pc:spChg>
        <pc:spChg chg="mod">
          <ac:chgData name="Michael Aristodemou" userId="8f856845a52b247d" providerId="LiveId" clId="{C154C21A-E434-4F66-B5AD-9BF8E6CFD023}" dt="2026-10-21T13:25:33.412" v="1186" actId="20577"/>
          <ac:spMkLst>
            <pc:docMk/>
            <pc:sldMk cId="2178588054" sldId="332"/>
            <ac:spMk id="3" creationId="{83F665C3-8862-3A1E-6CC7-732DAAE2115E}"/>
          </ac:spMkLst>
        </pc:spChg>
      </pc:sldChg>
      <pc:sldChg chg="modSp new del mod modShow">
        <pc:chgData name="Michael Aristodemou" userId="8f856845a52b247d" providerId="LiveId" clId="{C154C21A-E434-4F66-B5AD-9BF8E6CFD023}" dt="2026-10-23T15:23:50.947" v="1983" actId="47"/>
        <pc:sldMkLst>
          <pc:docMk/>
          <pc:sldMk cId="3664752289" sldId="333"/>
        </pc:sldMkLst>
        <pc:spChg chg="mod">
          <ac:chgData name="Michael Aristodemou" userId="8f856845a52b247d" providerId="LiveId" clId="{C154C21A-E434-4F66-B5AD-9BF8E6CFD023}" dt="2026-10-21T10:31:20.960" v="663" actId="20577"/>
          <ac:spMkLst>
            <pc:docMk/>
            <pc:sldMk cId="3664752289" sldId="333"/>
            <ac:spMk id="2" creationId="{86CC8AC4-385E-661A-DEAA-98468E6789E9}"/>
          </ac:spMkLst>
        </pc:spChg>
        <pc:spChg chg="mod">
          <ac:chgData name="Michael Aristodemou" userId="8f856845a52b247d" providerId="LiveId" clId="{C154C21A-E434-4F66-B5AD-9BF8E6CFD023}" dt="2026-10-21T10:33:58.625" v="1185" actId="20577"/>
          <ac:spMkLst>
            <pc:docMk/>
            <pc:sldMk cId="3664752289" sldId="333"/>
            <ac:spMk id="3" creationId="{EC85BB7C-5171-18F4-F70A-010836F714E5}"/>
          </ac:spMkLst>
        </pc:spChg>
      </pc:sldChg>
      <pc:sldChg chg="addSp delSp modSp new mod">
        <pc:chgData name="Michael Aristodemou" userId="8f856845a52b247d" providerId="LiveId" clId="{C154C21A-E434-4F66-B5AD-9BF8E6CFD023}" dt="2026-10-21T14:11:29.071" v="1359" actId="1076"/>
        <pc:sldMkLst>
          <pc:docMk/>
          <pc:sldMk cId="3574846860" sldId="334"/>
        </pc:sldMkLst>
        <pc:spChg chg="mod">
          <ac:chgData name="Michael Aristodemou" userId="8f856845a52b247d" providerId="LiveId" clId="{C154C21A-E434-4F66-B5AD-9BF8E6CFD023}" dt="2026-10-21T13:58:31.343" v="1344" actId="1076"/>
          <ac:spMkLst>
            <pc:docMk/>
            <pc:sldMk cId="3574846860" sldId="334"/>
            <ac:spMk id="2" creationId="{E30E0364-61B8-24D5-D876-39F5046FCE43}"/>
          </ac:spMkLst>
        </pc:spChg>
        <pc:picChg chg="add mod">
          <ac:chgData name="Michael Aristodemou" userId="8f856845a52b247d" providerId="LiveId" clId="{C154C21A-E434-4F66-B5AD-9BF8E6CFD023}" dt="2026-10-21T14:10:39.183" v="1355" actId="1076"/>
          <ac:picMkLst>
            <pc:docMk/>
            <pc:sldMk cId="3574846860" sldId="334"/>
            <ac:picMk id="5" creationId="{B6043ECD-03C7-008F-D5B3-4B4B012E5FD1}"/>
          </ac:picMkLst>
        </pc:picChg>
        <pc:picChg chg="add mod">
          <ac:chgData name="Michael Aristodemou" userId="8f856845a52b247d" providerId="LiveId" clId="{C154C21A-E434-4F66-B5AD-9BF8E6CFD023}" dt="2026-10-21T14:11:29.071" v="1359" actId="1076"/>
          <ac:picMkLst>
            <pc:docMk/>
            <pc:sldMk cId="3574846860" sldId="334"/>
            <ac:picMk id="7" creationId="{E2069B32-843F-2FE7-F849-44FB65151B22}"/>
          </ac:picMkLst>
        </pc:picChg>
      </pc:sldChg>
      <pc:sldChg chg="addSp delSp modSp new mod">
        <pc:chgData name="Michael Aristodemou" userId="8f856845a52b247d" providerId="LiveId" clId="{C154C21A-E434-4F66-B5AD-9BF8E6CFD023}" dt="2026-10-21T14:33:43.888" v="1900" actId="20577"/>
        <pc:sldMkLst>
          <pc:docMk/>
          <pc:sldMk cId="3264733468" sldId="335"/>
        </pc:sldMkLst>
        <pc:spChg chg="mod">
          <ac:chgData name="Michael Aristodemou" userId="8f856845a52b247d" providerId="LiveId" clId="{C154C21A-E434-4F66-B5AD-9BF8E6CFD023}" dt="2026-10-21T14:11:44.681" v="1386" actId="20577"/>
          <ac:spMkLst>
            <pc:docMk/>
            <pc:sldMk cId="3264733468" sldId="335"/>
            <ac:spMk id="2" creationId="{E85ABD4F-9423-7DBC-B6C3-0859280BA660}"/>
          </ac:spMkLst>
        </pc:spChg>
        <pc:spChg chg="add mod">
          <ac:chgData name="Michael Aristodemou" userId="8f856845a52b247d" providerId="LiveId" clId="{C154C21A-E434-4F66-B5AD-9BF8E6CFD023}" dt="2026-10-21T14:12:10.380" v="1393" actId="1076"/>
          <ac:spMkLst>
            <pc:docMk/>
            <pc:sldMk cId="3264733468" sldId="335"/>
            <ac:spMk id="5" creationId="{CED49335-0C59-46B8-07D3-8BE4068E45C1}"/>
          </ac:spMkLst>
        </pc:spChg>
        <pc:spChg chg="add mod">
          <ac:chgData name="Michael Aristodemou" userId="8f856845a52b247d" providerId="LiveId" clId="{C154C21A-E434-4F66-B5AD-9BF8E6CFD023}" dt="2026-10-21T14:33:43.888" v="1900" actId="20577"/>
          <ac:spMkLst>
            <pc:docMk/>
            <pc:sldMk cId="3264733468" sldId="335"/>
            <ac:spMk id="7" creationId="{6F2F3661-B8A7-AFEA-1EC7-6FA86EEB3338}"/>
          </ac:spMkLst>
        </pc:spChg>
        <pc:spChg chg="add mod">
          <ac:chgData name="Michael Aristodemou" userId="8f856845a52b247d" providerId="LiveId" clId="{C154C21A-E434-4F66-B5AD-9BF8E6CFD023}" dt="2026-10-21T14:13:08.611" v="1405" actId="207"/>
          <ac:spMkLst>
            <pc:docMk/>
            <pc:sldMk cId="3264733468" sldId="335"/>
            <ac:spMk id="8" creationId="{E38FF2BA-8445-77A4-5664-2963347AAC8E}"/>
          </ac:spMkLst>
        </pc:spChg>
      </pc:sldChg>
      <pc:sldChg chg="addSp delSp modSp add mod">
        <pc:chgData name="Michael Aristodemou" userId="8f856845a52b247d" providerId="LiveId" clId="{C154C21A-E434-4F66-B5AD-9BF8E6CFD023}" dt="2026-10-22T05:33:17.613" v="1981" actId="1035"/>
        <pc:sldMkLst>
          <pc:docMk/>
          <pc:sldMk cId="3827810843" sldId="336"/>
        </pc:sldMkLst>
        <pc:spChg chg="add mod">
          <ac:chgData name="Michael Aristodemou" userId="8f856845a52b247d" providerId="LiveId" clId="{C154C21A-E434-4F66-B5AD-9BF8E6CFD023}" dt="2026-10-21T14:23:09.834" v="1635" actId="1076"/>
          <ac:spMkLst>
            <pc:docMk/>
            <pc:sldMk cId="3827810843" sldId="336"/>
            <ac:spMk id="3" creationId="{64683BBD-DC83-CA5A-7768-773E155BDA1B}"/>
          </ac:spMkLst>
        </pc:spChg>
        <pc:spChg chg="mod">
          <ac:chgData name="Michael Aristodemou" userId="8f856845a52b247d" providerId="LiveId" clId="{C154C21A-E434-4F66-B5AD-9BF8E6CFD023}" dt="2026-10-22T05:33:17.613" v="1981" actId="1035"/>
          <ac:spMkLst>
            <pc:docMk/>
            <pc:sldMk cId="3827810843" sldId="336"/>
            <ac:spMk id="5" creationId="{6A2A9274-1E58-1666-B3C9-BD91D70693C6}"/>
          </ac:spMkLst>
        </pc:spChg>
        <pc:spChg chg="add mod">
          <ac:chgData name="Michael Aristodemou" userId="8f856845a52b247d" providerId="LiveId" clId="{C154C21A-E434-4F66-B5AD-9BF8E6CFD023}" dt="2026-10-21T14:21:51.974" v="1634" actId="1076"/>
          <ac:spMkLst>
            <pc:docMk/>
            <pc:sldMk cId="3827810843" sldId="336"/>
            <ac:spMk id="6" creationId="{695795EC-24DC-C0B9-D4DC-32FA1A51EBBA}"/>
          </ac:spMkLst>
        </pc:spChg>
        <pc:spChg chg="mod">
          <ac:chgData name="Michael Aristodemou" userId="8f856845a52b247d" providerId="LiveId" clId="{C154C21A-E434-4F66-B5AD-9BF8E6CFD023}" dt="2026-10-22T05:33:17.613" v="1981" actId="1035"/>
          <ac:spMkLst>
            <pc:docMk/>
            <pc:sldMk cId="3827810843" sldId="336"/>
            <ac:spMk id="7" creationId="{B8817637-0EBA-10E4-E1DD-D645866CB329}"/>
          </ac:spMkLst>
        </pc:spChg>
        <pc:spChg chg="add mod">
          <ac:chgData name="Michael Aristodemou" userId="8f856845a52b247d" providerId="LiveId" clId="{C154C21A-E434-4F66-B5AD-9BF8E6CFD023}" dt="2026-10-21T14:20:25.172" v="1600" actId="1035"/>
          <ac:spMkLst>
            <pc:docMk/>
            <pc:sldMk cId="3827810843" sldId="336"/>
            <ac:spMk id="9" creationId="{C3E81400-3DC7-EFC9-72D6-1986D7AD4FA2}"/>
          </ac:spMkLst>
        </pc:spChg>
        <pc:spChg chg="add mod">
          <ac:chgData name="Michael Aristodemou" userId="8f856845a52b247d" providerId="LiveId" clId="{C154C21A-E434-4F66-B5AD-9BF8E6CFD023}" dt="2026-10-22T05:33:17.613" v="1981" actId="1035"/>
          <ac:spMkLst>
            <pc:docMk/>
            <pc:sldMk cId="3827810843" sldId="336"/>
            <ac:spMk id="11" creationId="{58699B5B-B815-21E9-DCFE-FA1B320C6D5C}"/>
          </ac:spMkLst>
        </pc:spChg>
        <pc:spChg chg="add mod">
          <ac:chgData name="Michael Aristodemou" userId="8f856845a52b247d" providerId="LiveId" clId="{C154C21A-E434-4F66-B5AD-9BF8E6CFD023}" dt="2026-10-22T05:33:17.613" v="1981" actId="1035"/>
          <ac:spMkLst>
            <pc:docMk/>
            <pc:sldMk cId="3827810843" sldId="336"/>
            <ac:spMk id="12" creationId="{EBC4C2C2-3330-0FC7-391C-59E79BF31794}"/>
          </ac:spMkLst>
        </pc:spChg>
        <pc:spChg chg="add mod">
          <ac:chgData name="Michael Aristodemou" userId="8f856845a52b247d" providerId="LiveId" clId="{C154C21A-E434-4F66-B5AD-9BF8E6CFD023}" dt="2026-10-21T14:23:25.660" v="1636" actId="113"/>
          <ac:spMkLst>
            <pc:docMk/>
            <pc:sldMk cId="3827810843" sldId="336"/>
            <ac:spMk id="14" creationId="{D63AECAC-3A19-030B-EC41-FBE7BC229A40}"/>
          </ac:spMkLst>
        </pc:spChg>
      </pc:sldChg>
      <pc:sldChg chg="delSp modSp new mod">
        <pc:chgData name="Michael Aristodemou" userId="8f856845a52b247d" providerId="LiveId" clId="{C154C21A-E434-4F66-B5AD-9BF8E6CFD023}" dt="2026-10-21T14:24:02.614" v="1672" actId="1076"/>
        <pc:sldMkLst>
          <pc:docMk/>
          <pc:sldMk cId="1453945367" sldId="337"/>
        </pc:sldMkLst>
        <pc:spChg chg="mod">
          <ac:chgData name="Michael Aristodemou" userId="8f856845a52b247d" providerId="LiveId" clId="{C154C21A-E434-4F66-B5AD-9BF8E6CFD023}" dt="2026-10-21T14:24:02.614" v="1672" actId="1076"/>
          <ac:spMkLst>
            <pc:docMk/>
            <pc:sldMk cId="1453945367" sldId="337"/>
            <ac:spMk id="2" creationId="{8EE050A6-4479-64FB-B5C0-7402E7FA65B5}"/>
          </ac:spMkLst>
        </pc:spChg>
      </pc:sldChg>
      <pc:sldChg chg="delSp modSp new mod">
        <pc:chgData name="Michael Aristodemou" userId="8f856845a52b247d" providerId="LiveId" clId="{C154C21A-E434-4F66-B5AD-9BF8E6CFD023}" dt="2026-10-22T05:30:35.963" v="1964" actId="20577"/>
        <pc:sldMkLst>
          <pc:docMk/>
          <pc:sldMk cId="637755828" sldId="338"/>
        </pc:sldMkLst>
        <pc:spChg chg="mod">
          <ac:chgData name="Michael Aristodemou" userId="8f856845a52b247d" providerId="LiveId" clId="{C154C21A-E434-4F66-B5AD-9BF8E6CFD023}" dt="2026-10-22T05:30:35.963" v="1964" actId="20577"/>
          <ac:spMkLst>
            <pc:docMk/>
            <pc:sldMk cId="637755828" sldId="338"/>
            <ac:spMk id="2" creationId="{1DB8492E-88DE-9D4F-C2DC-7E9D07E764ED}"/>
          </ac:spMkLst>
        </pc:spChg>
      </pc:sldChg>
      <pc:sldChg chg="delSp modSp new mod">
        <pc:chgData name="Michael Aristodemou" userId="8f856845a52b247d" providerId="LiveId" clId="{C154C21A-E434-4F66-B5AD-9BF8E6CFD023}" dt="2026-10-21T14:25:48.844" v="1829" actId="113"/>
        <pc:sldMkLst>
          <pc:docMk/>
          <pc:sldMk cId="1065427711" sldId="339"/>
        </pc:sldMkLst>
        <pc:spChg chg="mod">
          <ac:chgData name="Michael Aristodemou" userId="8f856845a52b247d" providerId="LiveId" clId="{C154C21A-E434-4F66-B5AD-9BF8E6CFD023}" dt="2026-10-21T14:25:48.844" v="1829" actId="113"/>
          <ac:spMkLst>
            <pc:docMk/>
            <pc:sldMk cId="1065427711" sldId="339"/>
            <ac:spMk id="2" creationId="{41CC0BFD-590A-A1D4-D69B-023ED53A0E1B}"/>
          </ac:spMkLst>
        </pc:spChg>
      </pc:sldChg>
      <pc:sldChg chg="delSp modSp new mod">
        <pc:chgData name="Michael Aristodemou" userId="8f856845a52b247d" providerId="LiveId" clId="{C154C21A-E434-4F66-B5AD-9BF8E6CFD023}" dt="2026-10-21T14:32:56.257" v="1894" actId="1076"/>
        <pc:sldMkLst>
          <pc:docMk/>
          <pc:sldMk cId="1242592739" sldId="340"/>
        </pc:sldMkLst>
        <pc:spChg chg="mod">
          <ac:chgData name="Michael Aristodemou" userId="8f856845a52b247d" providerId="LiveId" clId="{C154C21A-E434-4F66-B5AD-9BF8E6CFD023}" dt="2026-10-21T14:32:56.257" v="1894" actId="1076"/>
          <ac:spMkLst>
            <pc:docMk/>
            <pc:sldMk cId="1242592739" sldId="340"/>
            <ac:spMk id="2" creationId="{5F52098A-3D7F-34FE-4F63-A80492C27379}"/>
          </ac:spMkLst>
        </pc:spChg>
      </pc:sldChg>
      <pc:sldChg chg="del">
        <pc:chgData name="Michael Aristodemou" userId="8f856845a52b247d" providerId="LiveId" clId="{C154C21A-E434-4F66-B5AD-9BF8E6CFD023}" dt="2026-10-23T15:23:36.174" v="1982" actId="2696"/>
        <pc:sldMkLst>
          <pc:docMk/>
          <pc:sldMk cId="108958955" sldId="342"/>
        </pc:sldMkLst>
      </pc:sldChg>
    </pc:docChg>
  </pc:docChgLst>
  <pc:docChgLst>
    <pc:chgData name="Michael Aristodemou" userId="8f856845a52b247d" providerId="LiveId" clId="{9B00AFCF-B802-464E-AF44-A44E735D0D35}"/>
    <pc:docChg chg="undo custSel addSld delSld modSld sldOrd">
      <pc:chgData name="Michael Aristodemou" userId="8f856845a52b247d" providerId="LiveId" clId="{9B00AFCF-B802-464E-AF44-A44E735D0D35}" dt="2026-10-22T08:20:11.412" v="507" actId="20577"/>
      <pc:docMkLst>
        <pc:docMk/>
      </pc:docMkLst>
      <pc:sldChg chg="modSp mod">
        <pc:chgData name="Michael Aristodemou" userId="8f856845a52b247d" providerId="LiveId" clId="{9B00AFCF-B802-464E-AF44-A44E735D0D35}" dt="2026-10-22T07:43:54.655" v="482" actId="20577"/>
        <pc:sldMkLst>
          <pc:docMk/>
          <pc:sldMk cId="2870236714" sldId="311"/>
        </pc:sldMkLst>
        <pc:spChg chg="mod">
          <ac:chgData name="Michael Aristodemou" userId="8f856845a52b247d" providerId="LiveId" clId="{9B00AFCF-B802-464E-AF44-A44E735D0D35}" dt="2026-10-22T07:43:54.655" v="482" actId="20577"/>
          <ac:spMkLst>
            <pc:docMk/>
            <pc:sldMk cId="2870236714" sldId="311"/>
            <ac:spMk id="2" creationId="{3C917886-7CE4-F53C-5E08-88CF04E485EA}"/>
          </ac:spMkLst>
        </pc:spChg>
      </pc:sldChg>
      <pc:sldChg chg="addSp delSp modSp new mod">
        <pc:chgData name="Michael Aristodemou" userId="8f856845a52b247d" providerId="LiveId" clId="{9B00AFCF-B802-464E-AF44-A44E735D0D35}" dt="2026-10-22T08:09:17.321" v="485" actId="1076"/>
        <pc:sldMkLst>
          <pc:docMk/>
          <pc:sldMk cId="1750143209" sldId="312"/>
        </pc:sldMkLst>
        <pc:picChg chg="mod">
          <ac:chgData name="Michael Aristodemou" userId="8f856845a52b247d" providerId="LiveId" clId="{9B00AFCF-B802-464E-AF44-A44E735D0D35}" dt="2026-10-22T08:09:17.321" v="485" actId="1076"/>
          <ac:picMkLst>
            <pc:docMk/>
            <pc:sldMk cId="1750143209" sldId="312"/>
            <ac:picMk id="5" creationId="{5E283CF6-AB48-D585-BAAF-C547C37B6E06}"/>
          </ac:picMkLst>
        </pc:picChg>
      </pc:sldChg>
      <pc:sldChg chg="modSp add">
        <pc:chgData name="Michael Aristodemou" userId="8f856845a52b247d" providerId="LiveId" clId="{9B00AFCF-B802-464E-AF44-A44E735D0D35}" dt="2026-10-22T08:19:06.852" v="506" actId="20577"/>
        <pc:sldMkLst>
          <pc:docMk/>
          <pc:sldMk cId="2325646969" sldId="313"/>
        </pc:sldMkLst>
        <pc:spChg chg="mod">
          <ac:chgData name="Michael Aristodemou" userId="8f856845a52b247d" providerId="LiveId" clId="{9B00AFCF-B802-464E-AF44-A44E735D0D35}" dt="2026-10-22T08:19:06.852" v="506" actId="20577"/>
          <ac:spMkLst>
            <pc:docMk/>
            <pc:sldMk cId="2325646969" sldId="313"/>
            <ac:spMk id="4" creationId="{94D47C9D-F292-8F22-3A01-DF0CC426C74B}"/>
          </ac:spMkLst>
        </pc:spChg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1191988350" sldId="314"/>
        </pc:sldMkLst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625281194" sldId="315"/>
        </pc:sldMkLst>
      </pc:sldChg>
      <pc:sldChg chg="modSp add mod">
        <pc:chgData name="Michael Aristodemou" userId="8f856845a52b247d" providerId="LiveId" clId="{9B00AFCF-B802-464E-AF44-A44E735D0D35}" dt="2026-10-22T08:20:11.412" v="507" actId="20577"/>
        <pc:sldMkLst>
          <pc:docMk/>
          <pc:sldMk cId="2739631174" sldId="316"/>
        </pc:sldMkLst>
        <pc:spChg chg="mod">
          <ac:chgData name="Michael Aristodemou" userId="8f856845a52b247d" providerId="LiveId" clId="{9B00AFCF-B802-464E-AF44-A44E735D0D35}" dt="2026-10-22T08:20:11.412" v="507" actId="20577"/>
          <ac:spMkLst>
            <pc:docMk/>
            <pc:sldMk cId="2739631174" sldId="316"/>
            <ac:spMk id="2" creationId="{0E54D080-FB4A-1247-5895-7E788269CD6A}"/>
          </ac:spMkLst>
        </pc:spChg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3097405225" sldId="317"/>
        </pc:sldMkLst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4040398554" sldId="318"/>
        </pc:sldMkLst>
      </pc:sldChg>
      <pc:sldChg chg="modSp add mod">
        <pc:chgData name="Michael Aristodemou" userId="8f856845a52b247d" providerId="LiveId" clId="{9B00AFCF-B802-464E-AF44-A44E735D0D35}" dt="2026-10-22T07:29:39.076" v="393" actId="20577"/>
        <pc:sldMkLst>
          <pc:docMk/>
          <pc:sldMk cId="1821198201" sldId="319"/>
        </pc:sldMkLst>
        <pc:spChg chg="mod">
          <ac:chgData name="Michael Aristodemou" userId="8f856845a52b247d" providerId="LiveId" clId="{9B00AFCF-B802-464E-AF44-A44E735D0D35}" dt="2026-10-22T07:29:39.076" v="393" actId="20577"/>
          <ac:spMkLst>
            <pc:docMk/>
            <pc:sldMk cId="1821198201" sldId="319"/>
            <ac:spMk id="3" creationId="{2AFADCE8-A47F-64FF-2E46-D35A6F7523E8}"/>
          </ac:spMkLst>
        </pc:spChg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3927700665" sldId="320"/>
        </pc:sldMkLst>
      </pc:sldChg>
      <pc:sldChg chg="add">
        <pc:chgData name="Michael Aristodemou" userId="8f856845a52b247d" providerId="LiveId" clId="{9B00AFCF-B802-464E-AF44-A44E735D0D35}" dt="2026-10-22T07:19:35.144" v="371"/>
        <pc:sldMkLst>
          <pc:docMk/>
          <pc:sldMk cId="4262340204" sldId="321"/>
        </pc:sldMkLst>
      </pc:sldChg>
      <pc:sldChg chg="addSp delSp modSp add mod ord">
        <pc:chgData name="Michael Aristodemou" userId="8f856845a52b247d" providerId="LiveId" clId="{9B00AFCF-B802-464E-AF44-A44E735D0D35}" dt="2026-10-22T08:16:38.492" v="488" actId="21"/>
        <pc:sldMkLst>
          <pc:docMk/>
          <pc:sldMk cId="4287567462" sldId="328"/>
        </pc:sldMkLst>
        <pc:spChg chg="mod">
          <ac:chgData name="Michael Aristodemou" userId="8f856845a52b247d" providerId="LiveId" clId="{9B00AFCF-B802-464E-AF44-A44E735D0D35}" dt="2026-10-20T08:33:43.750" v="15" actId="20577"/>
          <ac:spMkLst>
            <pc:docMk/>
            <pc:sldMk cId="4287567462" sldId="328"/>
            <ac:spMk id="2" creationId="{33B1BEAF-1B2D-457C-62F7-12FB6E3A4744}"/>
          </ac:spMkLst>
        </pc:spChg>
        <pc:spChg chg="add mod">
          <ac:chgData name="Michael Aristodemou" userId="8f856845a52b247d" providerId="LiveId" clId="{9B00AFCF-B802-464E-AF44-A44E735D0D35}" dt="2026-10-20T08:34:31.539" v="20" actId="1076"/>
          <ac:spMkLst>
            <pc:docMk/>
            <pc:sldMk cId="4287567462" sldId="328"/>
            <ac:spMk id="4" creationId="{CDEBBD86-038C-67A0-52C9-3A2C3DF2B154}"/>
          </ac:spMkLst>
        </pc:spChg>
        <pc:spChg chg="add mod">
          <ac:chgData name="Michael Aristodemou" userId="8f856845a52b247d" providerId="LiveId" clId="{9B00AFCF-B802-464E-AF44-A44E735D0D35}" dt="2026-10-20T08:34:31.539" v="20" actId="1076"/>
          <ac:spMkLst>
            <pc:docMk/>
            <pc:sldMk cId="4287567462" sldId="328"/>
            <ac:spMk id="6" creationId="{F50D15C1-8B67-CC1B-68D8-AA47A3B8944C}"/>
          </ac:spMkLst>
        </pc:spChg>
        <pc:picChg chg="add del mod">
          <ac:chgData name="Michael Aristodemou" userId="8f856845a52b247d" providerId="LiveId" clId="{9B00AFCF-B802-464E-AF44-A44E735D0D35}" dt="2026-10-22T08:16:38.492" v="488" actId="21"/>
          <ac:picMkLst>
            <pc:docMk/>
            <pc:sldMk cId="4287567462" sldId="328"/>
            <ac:picMk id="5" creationId="{D4B81E8A-F430-B87A-BD1B-D94D860DB179}"/>
          </ac:picMkLst>
        </pc:picChg>
        <pc:picChg chg="mod">
          <ac:chgData name="Michael Aristodemou" userId="8f856845a52b247d" providerId="LiveId" clId="{9B00AFCF-B802-464E-AF44-A44E735D0D35}" dt="2026-10-20T08:33:52.453" v="16" actId="1076"/>
          <ac:picMkLst>
            <pc:docMk/>
            <pc:sldMk cId="4287567462" sldId="328"/>
            <ac:picMk id="7" creationId="{CA02E4B7-EF3A-5104-9779-1E714D076D94}"/>
          </ac:picMkLst>
        </pc:picChg>
      </pc:sldChg>
      <pc:sldChg chg="modSp mod">
        <pc:chgData name="Michael Aristodemou" userId="8f856845a52b247d" providerId="LiveId" clId="{9B00AFCF-B802-464E-AF44-A44E735D0D35}" dt="2026-10-22T08:17:58.731" v="505" actId="20577"/>
        <pc:sldMkLst>
          <pc:docMk/>
          <pc:sldMk cId="1643139784" sldId="330"/>
        </pc:sldMkLst>
        <pc:spChg chg="mod">
          <ac:chgData name="Michael Aristodemou" userId="8f856845a52b247d" providerId="LiveId" clId="{9B00AFCF-B802-464E-AF44-A44E735D0D35}" dt="2026-10-22T08:17:58.731" v="505" actId="20577"/>
          <ac:spMkLst>
            <pc:docMk/>
            <pc:sldMk cId="1643139784" sldId="330"/>
            <ac:spMk id="2" creationId="{D3D766BE-F731-3473-8CF3-1A6D16CC4ED3}"/>
          </ac:spMkLst>
        </pc:spChg>
      </pc:sldChg>
      <pc:sldChg chg="modSp mod">
        <pc:chgData name="Michael Aristodemou" userId="8f856845a52b247d" providerId="LiveId" clId="{9B00AFCF-B802-464E-AF44-A44E735D0D35}" dt="2026-10-22T07:24:08.861" v="387" actId="1036"/>
        <pc:sldMkLst>
          <pc:docMk/>
          <pc:sldMk cId="3827810843" sldId="336"/>
        </pc:sldMkLst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3" creationId="{64683BBD-DC83-CA5A-7768-773E155BDA1B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5" creationId="{6A2A9274-1E58-1666-B3C9-BD91D70693C6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6" creationId="{695795EC-24DC-C0B9-D4DC-32FA1A51EBBA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7" creationId="{B8817637-0EBA-10E4-E1DD-D645866CB329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9" creationId="{C3E81400-3DC7-EFC9-72D6-1986D7AD4FA2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11" creationId="{58699B5B-B815-21E9-DCFE-FA1B320C6D5C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12" creationId="{EBC4C2C2-3330-0FC7-391C-59E79BF31794}"/>
          </ac:spMkLst>
        </pc:spChg>
        <pc:spChg chg="mod">
          <ac:chgData name="Michael Aristodemou" userId="8f856845a52b247d" providerId="LiveId" clId="{9B00AFCF-B802-464E-AF44-A44E735D0D35}" dt="2026-10-22T07:24:08.861" v="387" actId="1036"/>
          <ac:spMkLst>
            <pc:docMk/>
            <pc:sldMk cId="3827810843" sldId="336"/>
            <ac:spMk id="14" creationId="{D63AECAC-3A19-030B-EC41-FBE7BC229A40}"/>
          </ac:spMkLst>
        </pc:spChg>
      </pc:sldChg>
      <pc:sldChg chg="modSp mod">
        <pc:chgData name="Michael Aristodemou" userId="8f856845a52b247d" providerId="LiveId" clId="{9B00AFCF-B802-464E-AF44-A44E735D0D35}" dt="2026-10-22T06:39:59.505" v="21" actId="207"/>
        <pc:sldMkLst>
          <pc:docMk/>
          <pc:sldMk cId="1453945367" sldId="337"/>
        </pc:sldMkLst>
        <pc:spChg chg="mod">
          <ac:chgData name="Michael Aristodemou" userId="8f856845a52b247d" providerId="LiveId" clId="{9B00AFCF-B802-464E-AF44-A44E735D0D35}" dt="2026-10-22T06:39:59.505" v="21" actId="207"/>
          <ac:spMkLst>
            <pc:docMk/>
            <pc:sldMk cId="1453945367" sldId="337"/>
            <ac:spMk id="2" creationId="{8EE050A6-4479-64FB-B5C0-7402E7FA65B5}"/>
          </ac:spMkLst>
        </pc:spChg>
      </pc:sldChg>
      <pc:sldChg chg="modSp new mod">
        <pc:chgData name="Michael Aristodemou" userId="8f856845a52b247d" providerId="LiveId" clId="{9B00AFCF-B802-464E-AF44-A44E735D0D35}" dt="2026-10-22T07:13:19.700" v="370" actId="20577"/>
        <pc:sldMkLst>
          <pc:docMk/>
          <pc:sldMk cId="987882625" sldId="341"/>
        </pc:sldMkLst>
        <pc:spChg chg="mod">
          <ac:chgData name="Michael Aristodemou" userId="8f856845a52b247d" providerId="LiveId" clId="{9B00AFCF-B802-464E-AF44-A44E735D0D35}" dt="2026-10-22T07:10:30.154" v="275" actId="20577"/>
          <ac:spMkLst>
            <pc:docMk/>
            <pc:sldMk cId="987882625" sldId="341"/>
            <ac:spMk id="2" creationId="{8BAC93B5-C9FC-8B81-7132-DD428C7916CB}"/>
          </ac:spMkLst>
        </pc:spChg>
        <pc:spChg chg="mod">
          <ac:chgData name="Michael Aristodemou" userId="8f856845a52b247d" providerId="LiveId" clId="{9B00AFCF-B802-464E-AF44-A44E735D0D35}" dt="2026-10-22T07:13:19.700" v="370" actId="20577"/>
          <ac:spMkLst>
            <pc:docMk/>
            <pc:sldMk cId="987882625" sldId="341"/>
            <ac:spMk id="3" creationId="{9A19C30C-6D80-26B8-B618-FE5F6D1999A3}"/>
          </ac:spMkLst>
        </pc:spChg>
      </pc:sldChg>
      <pc:sldChg chg="delSp modSp new mod">
        <pc:chgData name="Michael Aristodemou" userId="8f856845a52b247d" providerId="LiveId" clId="{9B00AFCF-B802-464E-AF44-A44E735D0D35}" dt="2026-10-22T07:11:03.169" v="291" actId="1076"/>
        <pc:sldMkLst>
          <pc:docMk/>
          <pc:sldMk cId="108958955" sldId="342"/>
        </pc:sldMkLst>
        <pc:spChg chg="mod">
          <ac:chgData name="Michael Aristodemou" userId="8f856845a52b247d" providerId="LiveId" clId="{9B00AFCF-B802-464E-AF44-A44E735D0D35}" dt="2026-10-22T07:11:03.169" v="291" actId="1076"/>
          <ac:spMkLst>
            <pc:docMk/>
            <pc:sldMk cId="108958955" sldId="342"/>
            <ac:spMk id="2" creationId="{195F46A1-0531-911F-7984-2FF2B8E80AC9}"/>
          </ac:spMkLst>
        </pc:spChg>
        <pc:spChg chg="del">
          <ac:chgData name="Michael Aristodemou" userId="8f856845a52b247d" providerId="LiveId" clId="{9B00AFCF-B802-464E-AF44-A44E735D0D35}" dt="2026-10-22T07:10:54.514" v="289" actId="478"/>
          <ac:spMkLst>
            <pc:docMk/>
            <pc:sldMk cId="108958955" sldId="342"/>
            <ac:spMk id="3" creationId="{30DE58F2-C3DB-4CD5-9A0B-0E4170F780D8}"/>
          </ac:spMkLst>
        </pc:spChg>
      </pc:sldChg>
      <pc:sldChg chg="modSp new mod">
        <pc:chgData name="Michael Aristodemou" userId="8f856845a52b247d" providerId="LiveId" clId="{9B00AFCF-B802-464E-AF44-A44E735D0D35}" dt="2026-10-22T07:43:35.706" v="430" actId="20577"/>
        <pc:sldMkLst>
          <pc:docMk/>
          <pc:sldMk cId="1727305294" sldId="343"/>
        </pc:sldMkLst>
        <pc:spChg chg="mod">
          <ac:chgData name="Michael Aristodemou" userId="8f856845a52b247d" providerId="LiveId" clId="{9B00AFCF-B802-464E-AF44-A44E735D0D35}" dt="2026-10-22T07:43:35.706" v="430" actId="20577"/>
          <ac:spMkLst>
            <pc:docMk/>
            <pc:sldMk cId="1727305294" sldId="343"/>
            <ac:spMk id="2" creationId="{AA3AB8B2-6664-ABDD-9643-3951C338AB29}"/>
          </ac:spMkLst>
        </pc:spChg>
      </pc:sldChg>
      <pc:sldChg chg="new del">
        <pc:chgData name="Michael Aristodemou" userId="8f856845a52b247d" providerId="LiveId" clId="{9B00AFCF-B802-464E-AF44-A44E735D0D35}" dt="2026-10-22T07:22:11.701" v="372" actId="47"/>
        <pc:sldMkLst>
          <pc:docMk/>
          <pc:sldMk cId="2227981661" sldId="343"/>
        </pc:sldMkLst>
      </pc:sldChg>
      <pc:sldChg chg="addSp delSp modSp add mod">
        <pc:chgData name="Michael Aristodemou" userId="8f856845a52b247d" providerId="LiveId" clId="{9B00AFCF-B802-464E-AF44-A44E735D0D35}" dt="2026-10-22T08:17:19.532" v="501" actId="1076"/>
        <pc:sldMkLst>
          <pc:docMk/>
          <pc:sldMk cId="279959973" sldId="344"/>
        </pc:sldMkLst>
        <pc:spChg chg="mod">
          <ac:chgData name="Michael Aristodemou" userId="8f856845a52b247d" providerId="LiveId" clId="{9B00AFCF-B802-464E-AF44-A44E735D0D35}" dt="2026-10-22T08:17:15.963" v="500" actId="1076"/>
          <ac:spMkLst>
            <pc:docMk/>
            <pc:sldMk cId="279959973" sldId="344"/>
            <ac:spMk id="7" creationId="{A83D0A54-3FCD-614F-166D-43C8C652AFED}"/>
          </ac:spMkLst>
        </pc:spChg>
        <pc:spChg chg="add del mod">
          <ac:chgData name="Michael Aristodemou" userId="8f856845a52b247d" providerId="LiveId" clId="{9B00AFCF-B802-464E-AF44-A44E735D0D35}" dt="2026-10-22T08:16:49.311" v="493" actId="478"/>
          <ac:spMkLst>
            <pc:docMk/>
            <pc:sldMk cId="279959973" sldId="344"/>
            <ac:spMk id="8" creationId="{8CCEECA8-F26D-0E03-34C2-94E52ECCAB8E}"/>
          </ac:spMkLst>
        </pc:spChg>
        <pc:spChg chg="mod">
          <ac:chgData name="Michael Aristodemou" userId="8f856845a52b247d" providerId="LiveId" clId="{9B00AFCF-B802-464E-AF44-A44E735D0D35}" dt="2026-10-22T08:17:19.532" v="501" actId="1076"/>
          <ac:spMkLst>
            <pc:docMk/>
            <pc:sldMk cId="279959973" sldId="344"/>
            <ac:spMk id="9" creationId="{D33A5ADE-1A9A-4CD9-8930-31FA86F18BA0}"/>
          </ac:spMkLst>
        </pc:spChg>
        <pc:picChg chg="add mod ord">
          <ac:chgData name="Michael Aristodemou" userId="8f856845a52b247d" providerId="LiveId" clId="{9B00AFCF-B802-464E-AF44-A44E735D0D35}" dt="2026-10-22T08:17:10.119" v="498" actId="1076"/>
          <ac:picMkLst>
            <pc:docMk/>
            <pc:sldMk cId="279959973" sldId="344"/>
            <ac:picMk id="4" creationId="{7670C7C4-D0C7-6530-839B-1B93D4973230}"/>
          </ac:picMkLst>
        </pc:picChg>
        <pc:picChg chg="del">
          <ac:chgData name="Michael Aristodemou" userId="8f856845a52b247d" providerId="LiveId" clId="{9B00AFCF-B802-464E-AF44-A44E735D0D35}" dt="2026-10-22T08:16:47.281" v="492" actId="478"/>
          <ac:picMkLst>
            <pc:docMk/>
            <pc:sldMk cId="279959973" sldId="344"/>
            <ac:picMk id="5" creationId="{30313705-654E-3C51-8664-90D9FF4B51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0F509-4F37-43C2-A94D-40187349D3B6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98821-6AC1-49C2-BEDC-19EB3F58D0E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2582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A98821-6AC1-49C2-BEDC-19EB3F58D0E1}" type="slidenum">
              <a:rPr lang="en-CH" smtClean="0"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98072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26AB-B3CF-A485-68D5-07743AF3A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C4635-BCE5-495B-229A-05C51D2A7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EAC89-8FBB-AF83-BEF0-FB4F1528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74CCB-1208-5F89-3A5B-BD2AF3B2F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6E306-0A26-2156-8427-19BFD7A8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3383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410D-AC95-57BA-19DF-E89B403E8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50F3F-14FC-2B8B-2EB1-70FC38D9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1268D-DDA7-3572-2300-628489A51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1C167-2BC5-C031-B526-7CDFD8753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9DD65-9C3B-D0A4-6644-FD8CCBB31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9374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5543-5AFD-EFC8-7FCD-5A9589A8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863D9-0BAB-8C4D-E371-DEBD2E8D9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EEB62-C095-89CB-0235-5BBF9F1E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5547-51B4-5E4B-799A-358AEE2AA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18781-FB07-6817-1A47-D010C8DA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0605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7A9A0-D295-5C92-11CD-F43EAC94B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76FF1-C866-A978-679A-4890F163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67F96-7491-DCCC-17F5-6D10B821A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84006-4C28-26E0-E2A6-2FEFD632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A349B-2303-420C-730F-89445D7E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B8F33C-C858-245A-11EE-BBA9FDBB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14303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3C02-59CC-0060-AD5B-6616E764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EF9A4-F691-ED38-2FD9-250A9EA3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454BC-0FC4-6B4B-CD74-C19533406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E2986-FC85-74F2-90F6-7E282903ED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A1B99-0C84-4156-9BBC-733800069B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4229C-623C-F8E4-DF3A-A9692A33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CE424-258B-51B7-409F-7E8BEED3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70ADE-ED71-EC18-9DD3-07028C237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8429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05E36-A096-9670-13F1-4081C347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3777E-FE41-4AC3-B23B-5C50AD46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3FDA1-AE13-0221-5B91-87AFA4E8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830D5-8A78-8C36-BB71-05051B284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31677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3DAEE-9B0B-73D9-DF01-2C5160E8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6B5EB-11D6-74D7-FB7D-763AE13B1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9C498-0E9C-D4CF-29CA-C5067CDC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88613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33A7A-EF34-FA02-EBC4-FE50C8599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798F9-B0D3-B1DC-81E4-9BFED1EC9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C56B7-18E6-81AA-041E-605E3F5A1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66C34-F34D-11C5-EF63-71EBBE63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6EEBD-8DCB-2BA1-AC05-5EA5EB24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0C63C-56B2-A7EE-B03E-18414A4C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1213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A6541-190D-5555-7DF3-B9D406253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F48B7E-5124-6E30-4985-F9CA2FB0974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56920-F745-6C2C-5620-B0AFB2586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42869-1B8F-EB50-C65B-B2FDF669C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136AB-1040-4F75-D9B6-2D976687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0DC54-6421-C39F-CD98-9CAB7F91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7473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4AB96-1F19-FE6C-662F-613069678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FB9F8-86DC-7F2C-2A07-AC6C3A3D3F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AE396-8576-5907-FDC4-79C222E2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A28F2-D5F2-F7ED-218C-46E5C2F0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22BDD-7220-24C3-68FE-B59915757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630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DA6D53-0083-29A4-5ADD-4A4E3758BD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A7615-ECA0-435F-B8CF-38086337C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3558E-F491-2CA5-B81F-FD2A5A61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EC74D-0417-C7B8-0078-84680DFE9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EA418-58CC-00FB-7651-FBDEF47A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6731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8AC4DD-25E3-3F4A-6C8E-A36461DCE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2ADBC-006D-CAB4-777D-64C7D5578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F4C90-8DA6-4F50-0BB1-90D03BE6E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65A69-CA25-420A-A44D-DF89DEF6D57A}" type="datetimeFigureOut">
              <a:rPr lang="en-CH" smtClean="0"/>
              <a:t>10/23/2026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31AE1-0F73-57DD-6523-D4E80D151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020B7-9402-1686-9805-01A9A6100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CA553F-8A59-4523-A809-43701DFAF067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62943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graph&#10;&#10;AI-generated content may be incorrect.">
            <a:extLst>
              <a:ext uri="{FF2B5EF4-FFF2-40B4-BE49-F238E27FC236}">
                <a16:creationId xmlns:a16="http://schemas.microsoft.com/office/drawing/2014/main" id="{9DF468E7-5952-3FB9-1C0A-F1FBA387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2" y="0"/>
            <a:ext cx="6858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9C5BDDE-E792-D662-11ED-B539CDE8D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8667" y="3011276"/>
            <a:ext cx="7038567" cy="1325563"/>
          </a:xfrm>
        </p:spPr>
        <p:txBody>
          <a:bodyPr>
            <a:normAutofit/>
          </a:bodyPr>
          <a:lstStyle/>
          <a:p>
            <a:r>
              <a:rPr lang="en-US" dirty="0"/>
              <a:t>Dynamic Systems Thinking for</a:t>
            </a:r>
            <a:br>
              <a:rPr lang="en-US" dirty="0"/>
            </a:br>
            <a:r>
              <a:rPr lang="en-US" dirty="0"/>
              <a:t>Psychologists</a:t>
            </a:r>
            <a:endParaRPr lang="en-CH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FEA554-F0BA-D7F7-B944-98D22D32361C}"/>
              </a:ext>
            </a:extLst>
          </p:cNvPr>
          <p:cNvSpPr txBox="1">
            <a:spLocks/>
          </p:cNvSpPr>
          <p:nvPr/>
        </p:nvSpPr>
        <p:spPr>
          <a:xfrm>
            <a:off x="4298667" y="447543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rgbClr val="0D0D0D"/>
                </a:solidFill>
              </a:rPr>
              <a:t>Michael E. Aristodemou</a:t>
            </a:r>
            <a:endParaRPr lang="en-CH" sz="2000" dirty="0">
              <a:solidFill>
                <a:srgbClr val="0D0D0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532BA-56D8-DE29-EAC6-D83F61E5EFE6}"/>
              </a:ext>
            </a:extLst>
          </p:cNvPr>
          <p:cNvSpPr txBox="1"/>
          <p:nvPr/>
        </p:nvSpPr>
        <p:spPr>
          <a:xfrm>
            <a:off x="4298667" y="4854471"/>
            <a:ext cx="4399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D0D0D"/>
                </a:solidFill>
              </a:rPr>
              <a:t>michael.aristodemou@psychologie.uzh.ch</a:t>
            </a:r>
            <a:endParaRPr lang="en-CH" dirty="0">
              <a:solidFill>
                <a:srgbClr val="0D0D0D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917886-7CE4-F53C-5E08-88CF04E485EA}"/>
              </a:ext>
            </a:extLst>
          </p:cNvPr>
          <p:cNvSpPr txBox="1"/>
          <p:nvPr/>
        </p:nvSpPr>
        <p:spPr>
          <a:xfrm>
            <a:off x="4298667" y="5418173"/>
            <a:ext cx="5388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Lecture 6</a:t>
            </a:r>
            <a:r>
              <a:rPr lang="en-US" dirty="0">
                <a:solidFill>
                  <a:srgbClr val="FF0000"/>
                </a:solidFill>
              </a:rPr>
              <a:t>: Noise, measurement error, and coupling</a:t>
            </a:r>
            <a:endParaRPr lang="en-C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36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BEAF-1B2D-457C-62F7-12FB6E3A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Albert’s trajectory up to now</a:t>
            </a:r>
            <a:endParaRPr lang="en-CH" dirty="0"/>
          </a:p>
        </p:txBody>
      </p:sp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CA02E4B7-EF3A-5104-9779-1E714D076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90" y="1529979"/>
            <a:ext cx="6948055" cy="49628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EBBD86-038C-67A0-52C9-3A2C3DF2B154}"/>
                  </a:ext>
                </a:extLst>
              </p:cNvPr>
              <p:cNvSpPr txBox="1"/>
              <p:nvPr/>
            </p:nvSpPr>
            <p:spPr>
              <a:xfrm>
                <a:off x="7591424" y="1690688"/>
                <a:ext cx="4600576" cy="1156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4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US" sz="4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sz="4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800" dirty="0"/>
                  <a:t> B + A*y(t)  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DEBBD86-038C-67A0-52C9-3A2C3DF2B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424" y="1690688"/>
                <a:ext cx="4600576" cy="1156214"/>
              </a:xfrm>
              <a:prstGeom prst="rect">
                <a:avLst/>
              </a:prstGeom>
              <a:blipFill>
                <a:blip r:embed="rId3"/>
                <a:stretch>
                  <a:fillRect r="-6358" b="-1473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0D15C1-8B67-CC1B-68D8-AA47A3B8944C}"/>
                  </a:ext>
                </a:extLst>
              </p:cNvPr>
              <p:cNvSpPr txBox="1"/>
              <p:nvPr/>
            </p:nvSpPr>
            <p:spPr>
              <a:xfrm>
                <a:off x="7591425" y="3295650"/>
                <a:ext cx="253365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000" b="0" dirty="0"/>
                  <a:t>y(0)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4000" dirty="0"/>
                  <a:t> C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50D15C1-8B67-CC1B-68D8-AA47A3B89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425" y="3295650"/>
                <a:ext cx="2533650" cy="707886"/>
              </a:xfrm>
              <a:prstGeom prst="rect">
                <a:avLst/>
              </a:prstGeom>
              <a:blipFill>
                <a:blip r:embed="rId4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56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5E6C4-5476-7983-C6FF-A7AA2741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noise (diffusion)</a:t>
            </a:r>
            <a:endParaRPr lang="en-CH" dirty="0"/>
          </a:p>
        </p:txBody>
      </p:sp>
      <p:pic>
        <p:nvPicPr>
          <p:cNvPr id="5" name="Content Placeholder 4" descr="A graph with red lines&#10;&#10;AI-generated content may be incorrect.">
            <a:extLst>
              <a:ext uri="{FF2B5EF4-FFF2-40B4-BE49-F238E27FC236}">
                <a16:creationId xmlns:a16="http://schemas.microsoft.com/office/drawing/2014/main" id="{5E283CF6-AB48-D585-BAAF-C547C37B6E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9" y="1723345"/>
            <a:ext cx="6762750" cy="4830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D34A1A-69AE-0181-FEC7-A19F6D7D1740}"/>
                  </a:ext>
                </a:extLst>
              </p:cNvPr>
              <p:cNvSpPr txBox="1"/>
              <p:nvPr/>
            </p:nvSpPr>
            <p:spPr>
              <a:xfrm>
                <a:off x="7455478" y="2396730"/>
                <a:ext cx="4433455" cy="10322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7D34A1A-69AE-0181-FEC7-A19F6D7D1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478" y="2396730"/>
                <a:ext cx="4433455" cy="1032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F1E1D5-4740-1D6F-D94A-B911F85D9900}"/>
                  </a:ext>
                </a:extLst>
              </p:cNvPr>
              <p:cNvSpPr txBox="1"/>
              <p:nvPr/>
            </p:nvSpPr>
            <p:spPr>
              <a:xfrm>
                <a:off x="7455478" y="3768987"/>
                <a:ext cx="4287983" cy="526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(0, 1∗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F1E1D5-4740-1D6F-D94A-B911F85D9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478" y="3768987"/>
                <a:ext cx="4287983" cy="52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4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4007A-5ABB-89BC-6548-3189777BA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70C7C4-D0C7-6530-839B-1B93D4973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0" y="2008533"/>
            <a:ext cx="7968179" cy="44843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F58D3B-5983-4CFD-996C-888B2FAB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noise (diffusion)</a:t>
            </a:r>
            <a:endParaRPr lang="en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3D0A54-3FCD-614F-166D-43C8C652AFED}"/>
                  </a:ext>
                </a:extLst>
              </p:cNvPr>
              <p:cNvSpPr txBox="1"/>
              <p:nvPr/>
            </p:nvSpPr>
            <p:spPr>
              <a:xfrm>
                <a:off x="7382741" y="2087347"/>
                <a:ext cx="4433455" cy="10322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83D0A54-3FCD-614F-166D-43C8C652A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741" y="2087347"/>
                <a:ext cx="4433455" cy="10322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3A5ADE-1A9A-4CD9-8930-31FA86F18BA0}"/>
                  </a:ext>
                </a:extLst>
              </p:cNvPr>
              <p:cNvSpPr txBox="1"/>
              <p:nvPr/>
            </p:nvSpPr>
            <p:spPr>
              <a:xfrm>
                <a:off x="8037489" y="3429000"/>
                <a:ext cx="4287983" cy="5268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(0, 1∗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3A5ADE-1A9A-4CD9-8930-31FA86F1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489" y="3429000"/>
                <a:ext cx="4287983" cy="5268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59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AFA7-C949-0110-A85B-D87ED7C3F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Why process noise?</a:t>
            </a:r>
          </a:p>
        </p:txBody>
      </p:sp>
    </p:spTree>
    <p:extLst>
      <p:ext uri="{BB962C8B-B14F-4D97-AF65-F5344CB8AC3E}">
        <p14:creationId xmlns:p14="http://schemas.microsoft.com/office/powerpoint/2010/main" val="3721197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6C8E-F42F-DB25-6D73-C968F3D4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766BE-F731-3473-8CF3-1A6D16CC4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 leaves out most of Albert’s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86AA9-3E98-C8D3-AD6D-79D24710B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friendly message</a:t>
            </a:r>
          </a:p>
          <a:p>
            <a:r>
              <a:rPr lang="en-US" dirty="0"/>
              <a:t>A conflict</a:t>
            </a:r>
          </a:p>
          <a:p>
            <a:r>
              <a:rPr lang="en-US" dirty="0"/>
              <a:t>Poor sleep</a:t>
            </a:r>
          </a:p>
          <a:p>
            <a:r>
              <a:rPr lang="en-US" dirty="0"/>
              <a:t>Hunger</a:t>
            </a:r>
          </a:p>
          <a:p>
            <a:r>
              <a:rPr lang="en-US" dirty="0"/>
              <a:t>A passing thought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13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C0F93-0CE1-50A4-FDB6-D0AB7DAD7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shocks actually change Albert’s mood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0D99-FBE2-4ABA-95F3-FA281A28F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shocks are not measurement error. The dynamics then carry the effect forward. After a bad conversation, you’re still a bit down an hour later.</a:t>
            </a:r>
          </a:p>
        </p:txBody>
      </p:sp>
    </p:spTree>
    <p:extLst>
      <p:ext uri="{BB962C8B-B14F-4D97-AF65-F5344CB8AC3E}">
        <p14:creationId xmlns:p14="http://schemas.microsoft.com/office/powerpoint/2010/main" val="1775059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1584-D6E9-E400-C7D0-3F118831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shocks independent?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65C3-8862-3A1E-6CC7-732DAAE21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independence is a modelling choice. It has a clear meaning: everything predictable from the past belongs in the deterministic rule, and the process noise is only what is genuinely new at each moment.</a:t>
            </a:r>
          </a:p>
        </p:txBody>
      </p:sp>
    </p:spTree>
    <p:extLst>
      <p:ext uri="{BB962C8B-B14F-4D97-AF65-F5344CB8AC3E}">
        <p14:creationId xmlns:p14="http://schemas.microsoft.com/office/powerpoint/2010/main" val="217858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50A6-4479-64FB-B5C0-7402E7FA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Linking back to data</a:t>
            </a:r>
          </a:p>
        </p:txBody>
      </p:sp>
    </p:spTree>
    <p:extLst>
      <p:ext uri="{BB962C8B-B14F-4D97-AF65-F5344CB8AC3E}">
        <p14:creationId xmlns:p14="http://schemas.microsoft.com/office/powerpoint/2010/main" val="1453945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492E-88DE-9D4F-C2DC-7E9D07E76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The world is noisy, but so are our measurements</a:t>
            </a:r>
          </a:p>
        </p:txBody>
      </p:sp>
    </p:spTree>
    <p:extLst>
      <p:ext uri="{BB962C8B-B14F-4D97-AF65-F5344CB8AC3E}">
        <p14:creationId xmlns:p14="http://schemas.microsoft.com/office/powerpoint/2010/main" val="63775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E0364-61B8-24D5-D876-39F5046FC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4383"/>
            <a:ext cx="10515600" cy="1325563"/>
          </a:xfrm>
        </p:spPr>
        <p:txBody>
          <a:bodyPr/>
          <a:lstStyle/>
          <a:p>
            <a:r>
              <a:rPr lang="en-US" dirty="0"/>
              <a:t>How can a model tell error versus process noise?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43ECD-03C7-008F-D5B3-4B4B012E5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3694"/>
            <a:ext cx="6053206" cy="3406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069B32-843F-2FE7-F849-44FB65151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206" y="2543694"/>
            <a:ext cx="6053205" cy="340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46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BD4F-9423-7DBC-B6C3-0859280B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D49335-0C59-46B8-07D3-8BE4068E45C1}"/>
                  </a:ext>
                </a:extLst>
              </p:cNvPr>
              <p:cNvSpPr txBox="1"/>
              <p:nvPr/>
            </p:nvSpPr>
            <p:spPr>
              <a:xfrm>
                <a:off x="2633230" y="3510967"/>
                <a:ext cx="6925540" cy="12902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40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en-CH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ED49335-0C59-46B8-07D3-8BE4068E4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230" y="3510967"/>
                <a:ext cx="6925540" cy="12902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2F3661-B8A7-AFEA-1EC7-6FA86EEB3338}"/>
                  </a:ext>
                </a:extLst>
              </p:cNvPr>
              <p:cNvSpPr txBox="1"/>
              <p:nvPr/>
            </p:nvSpPr>
            <p:spPr>
              <a:xfrm>
                <a:off x="3952008" y="5200267"/>
                <a:ext cx="4287983" cy="658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ctrlPr>
                                <a:rPr lang="en-US" sz="4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(0, 1∗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F2F3661-B8A7-AFEA-1EC7-6FA86EEB3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08" y="5200267"/>
                <a:ext cx="4287983" cy="658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38FF2BA-8445-77A4-5664-2963347AAC8E}"/>
              </a:ext>
            </a:extLst>
          </p:cNvPr>
          <p:cNvSpPr txBox="1"/>
          <p:nvPr/>
        </p:nvSpPr>
        <p:spPr>
          <a:xfrm>
            <a:off x="3900053" y="2180705"/>
            <a:ext cx="4391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6473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A130-4534-C83A-5358-901C00A2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5D9A-849D-1A34-9052-4E06629DB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State-space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2A9274-1E58-1666-B3C9-BD91D70693C6}"/>
                  </a:ext>
                </a:extLst>
              </p:cNvPr>
              <p:cNvSpPr txBox="1"/>
              <p:nvPr/>
            </p:nvSpPr>
            <p:spPr>
              <a:xfrm>
                <a:off x="1170708" y="4268798"/>
                <a:ext cx="7926099" cy="658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m:rPr>
                          <m:nor/>
                        </m:rPr>
                        <a:rPr lang="el-GR" sz="4000" i="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m:t>η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4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m:rPr>
                                  <m:nor/>
                                </m:rPr>
                                <a:rPr lang="el-GR" sz="4000" i="0" dirty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</a:rPr>
                                <m:t>η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CH" sz="4000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2A9274-1E58-1666-B3C9-BD91D7069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8" y="4268798"/>
                <a:ext cx="7926099" cy="6586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817637-0EBA-10E4-E1DD-D645866CB329}"/>
                  </a:ext>
                </a:extLst>
              </p:cNvPr>
              <p:cNvSpPr txBox="1"/>
              <p:nvPr/>
            </p:nvSpPr>
            <p:spPr>
              <a:xfrm>
                <a:off x="1170708" y="5233396"/>
                <a:ext cx="4287983" cy="6586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d>
                            <m:dPr>
                              <m:ctrlP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000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b>
                      </m:sSub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(0, 1∗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sz="40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817637-0EBA-10E4-E1DD-D645866CB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8" y="5233396"/>
                <a:ext cx="4287983" cy="658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83BBD-DC83-CA5A-7768-773E155BDA1B}"/>
                  </a:ext>
                </a:extLst>
              </p:cNvPr>
              <p:cNvSpPr txBox="1"/>
              <p:nvPr/>
            </p:nvSpPr>
            <p:spPr>
              <a:xfrm>
                <a:off x="1170708" y="2339277"/>
                <a:ext cx="448340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40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𝛬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</a:rPr>
                  <a:t>*</a:t>
                </a:r>
                <a:r>
                  <a:rPr lang="el-GR" sz="4000" dirty="0">
                    <a:solidFill>
                      <a:schemeClr val="accent1">
                        <a:lumMod val="75000"/>
                      </a:schemeClr>
                    </a:solidFill>
                  </a:rPr>
                  <a:t>η</a:t>
                </a:r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</a:rPr>
                  <a:t>(t) + </a:t>
                </a:r>
                <a:r>
                  <a:rPr lang="el-GR" sz="4000" dirty="0">
                    <a:solidFill>
                      <a:schemeClr val="accent1">
                        <a:lumMod val="75000"/>
                      </a:schemeClr>
                    </a:solidFill>
                  </a:rPr>
                  <a:t>ε</a:t>
                </a:r>
                <a:r>
                  <a:rPr lang="en-US" sz="4000" dirty="0">
                    <a:solidFill>
                      <a:schemeClr val="accent1">
                        <a:lumMod val="75000"/>
                      </a:schemeClr>
                    </a:solidFill>
                  </a:rPr>
                  <a:t>(t),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683BBD-DC83-CA5A-7768-773E155BD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0708" y="2339277"/>
                <a:ext cx="4483407" cy="615553"/>
              </a:xfrm>
              <a:prstGeom prst="rect">
                <a:avLst/>
              </a:prstGeom>
              <a:blipFill>
                <a:blip r:embed="rId4"/>
                <a:stretch>
                  <a:fillRect t="-25743" r="-5978" b="-48515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795EC-24DC-C0B9-D4DC-32FA1A51EBBA}"/>
                  </a:ext>
                </a:extLst>
              </p:cNvPr>
              <p:cNvSpPr txBox="1"/>
              <p:nvPr/>
            </p:nvSpPr>
            <p:spPr>
              <a:xfrm>
                <a:off x="7867648" y="2293111"/>
                <a:ext cx="304800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l-GR" sz="400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ε</m:t>
                      </m:r>
                      <m:r>
                        <m:rPr>
                          <m:nor/>
                        </m:rPr>
                        <a:rPr lang="en-US" sz="400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(t)</m:t>
                      </m:r>
                      <m:r>
                        <a:rPr lang="en-US" sz="4000" b="0" i="1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~ </m:t>
                      </m:r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(0,</m:t>
                      </m:r>
                      <m:r>
                        <m:rPr>
                          <m:sty m:val="p"/>
                        </m:rP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sz="4000" b="0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H" sz="40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95795EC-24DC-C0B9-D4DC-32FA1A51E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7648" y="2293111"/>
                <a:ext cx="3048000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C3E81400-3DC7-EFC9-72D6-1986D7AD4FA2}"/>
              </a:ext>
            </a:extLst>
          </p:cNvPr>
          <p:cNvSpPr/>
          <p:nvPr/>
        </p:nvSpPr>
        <p:spPr>
          <a:xfrm>
            <a:off x="866775" y="2221810"/>
            <a:ext cx="10154517" cy="8561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99B5B-B815-21E9-DCFE-FA1B320C6D5C}"/>
              </a:ext>
            </a:extLst>
          </p:cNvPr>
          <p:cNvSpPr/>
          <p:nvPr/>
        </p:nvSpPr>
        <p:spPr>
          <a:xfrm>
            <a:off x="838200" y="3810442"/>
            <a:ext cx="10154517" cy="253365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C4C2C2-3330-0FC7-391C-59E79BF31794}"/>
              </a:ext>
            </a:extLst>
          </p:cNvPr>
          <p:cNvSpPr txBox="1"/>
          <p:nvPr/>
        </p:nvSpPr>
        <p:spPr>
          <a:xfrm>
            <a:off x="838200" y="3322607"/>
            <a:ext cx="7029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Latent-state model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AECAC-3A19-030B-EC41-FBE7BC229A40}"/>
              </a:ext>
            </a:extLst>
          </p:cNvPr>
          <p:cNvSpPr txBox="1"/>
          <p:nvPr/>
        </p:nvSpPr>
        <p:spPr>
          <a:xfrm>
            <a:off x="838200" y="1755891"/>
            <a:ext cx="7029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Measurement model</a:t>
            </a:r>
          </a:p>
        </p:txBody>
      </p:sp>
    </p:spTree>
    <p:extLst>
      <p:ext uri="{BB962C8B-B14F-4D97-AF65-F5344CB8AC3E}">
        <p14:creationId xmlns:p14="http://schemas.microsoft.com/office/powerpoint/2010/main" val="382781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C0BFD-590A-A1D4-D69B-023ED53A0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What is the </a:t>
            </a:r>
            <a:r>
              <a:rPr lang="en-US" b="1" dirty="0"/>
              <a:t>assumption</a:t>
            </a:r>
            <a:r>
              <a:rPr lang="en-US" dirty="0"/>
              <a:t> that a state-space model makes about </a:t>
            </a:r>
            <a:r>
              <a:rPr lang="en-US" b="1" dirty="0"/>
              <a:t>error vs process noise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5427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2098A-3D7F-34FE-4F63-A80492C2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dirty="0"/>
              <a:t>Process noise affects the future, measurement error does not</a:t>
            </a:r>
          </a:p>
        </p:txBody>
      </p:sp>
    </p:spTree>
    <p:extLst>
      <p:ext uri="{BB962C8B-B14F-4D97-AF65-F5344CB8AC3E}">
        <p14:creationId xmlns:p14="http://schemas.microsoft.com/office/powerpoint/2010/main" val="1242592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C93B5-C9FC-8B81-7132-DD428C79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 noise-model and fit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C30C-6D80-26B8-B618-FE5F6D199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solidFill>
                  <a:srgbClr val="00B0F0"/>
                </a:solidFill>
              </a:rPr>
              <a:t>GitHub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Lecture06</a:t>
            </a:r>
            <a:r>
              <a:rPr lang="en-US" dirty="0">
                <a:sym typeface="Wingdings" panose="05000000000000000000" pitchFamily="2" charset="2"/>
              </a:rPr>
              <a:t>  </a:t>
            </a:r>
            <a:r>
              <a:rPr lang="en-US" dirty="0" err="1">
                <a:solidFill>
                  <a:srgbClr val="00B0F0"/>
                </a:solidFill>
                <a:sym typeface="Wingdings" panose="05000000000000000000" pitchFamily="2" charset="2"/>
              </a:rPr>
              <a:t>simulate_and_fit_ctsem.R</a:t>
            </a:r>
            <a:endParaRPr lang="en-US" dirty="0">
              <a:solidFill>
                <a:srgbClr val="00B0F0"/>
              </a:solidFill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Go through the code (read the comments, think of questions)</a:t>
            </a:r>
          </a:p>
          <a:p>
            <a:r>
              <a:rPr lang="en-US" dirty="0">
                <a:sym typeface="Wingdings" panose="05000000000000000000" pitchFamily="2" charset="2"/>
              </a:rPr>
              <a:t>Try to identify which parts of the model correspond to </a:t>
            </a:r>
            <a:r>
              <a:rPr lang="en-US" dirty="0" err="1">
                <a:sym typeface="Wingdings" panose="05000000000000000000" pitchFamily="2" charset="2"/>
              </a:rPr>
              <a:t>ctsem</a:t>
            </a:r>
            <a:r>
              <a:rPr lang="en-US" dirty="0">
                <a:sym typeface="Wingdings" panose="05000000000000000000" pitchFamily="2" charset="2"/>
              </a:rPr>
              <a:t> syntax</a:t>
            </a:r>
          </a:p>
          <a:p>
            <a:r>
              <a:rPr lang="en-US" dirty="0">
                <a:sym typeface="Wingdings" panose="05000000000000000000" pitchFamily="2" charset="2"/>
              </a:rPr>
              <a:t>Ask me questions about the code, models etc.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987882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AB8B2-6664-ABDD-9643-3951C338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listening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92A0-DBE2-9691-6FBB-F91E99E4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27305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387</Words>
  <Application>Microsoft Office PowerPoint</Application>
  <PresentationFormat>Widescreen</PresentationFormat>
  <Paragraphs>50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Wingdings</vt:lpstr>
      <vt:lpstr>Office Theme</vt:lpstr>
      <vt:lpstr>Dynamic Systems Thinking for Psychologists</vt:lpstr>
      <vt:lpstr>This is Albert’s trajectory up to now</vt:lpstr>
      <vt:lpstr>Process noise (diffusion)</vt:lpstr>
      <vt:lpstr>Process noise (diffusion)</vt:lpstr>
      <vt:lpstr>Why process noise?</vt:lpstr>
      <vt:lpstr>The model leaves out most of Albert’s life</vt:lpstr>
      <vt:lpstr>The shocks actually change Albert’s mood</vt:lpstr>
      <vt:lpstr>Why are shocks independent?</vt:lpstr>
      <vt:lpstr>Linking back to data</vt:lpstr>
      <vt:lpstr>The world is noisy, but so are our measurements</vt:lpstr>
      <vt:lpstr>How can a model tell error versus process noise?</vt:lpstr>
      <vt:lpstr>State-space models</vt:lpstr>
      <vt:lpstr>State-space models</vt:lpstr>
      <vt:lpstr>What is the assumption that a state-space model makes about error vs process noise?</vt:lpstr>
      <vt:lpstr>Process noise affects the future, measurement error does not</vt:lpstr>
      <vt:lpstr>Simulate noise-model and fit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Aristodemou</dc:creator>
  <cp:lastModifiedBy>Michael Aristodemou</cp:lastModifiedBy>
  <cp:revision>1</cp:revision>
  <dcterms:created xsi:type="dcterms:W3CDTF">2026-10-20T08:31:48Z</dcterms:created>
  <dcterms:modified xsi:type="dcterms:W3CDTF">2026-10-23T15:23:57Z</dcterms:modified>
</cp:coreProperties>
</file>