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11" r:id="rId2"/>
    <p:sldId id="334" r:id="rId3"/>
    <p:sldId id="335" r:id="rId4"/>
    <p:sldId id="367" r:id="rId5"/>
    <p:sldId id="339" r:id="rId6"/>
    <p:sldId id="342" r:id="rId7"/>
    <p:sldId id="336" r:id="rId8"/>
    <p:sldId id="343" r:id="rId9"/>
    <p:sldId id="344" r:id="rId10"/>
    <p:sldId id="369" r:id="rId11"/>
    <p:sldId id="368" r:id="rId12"/>
    <p:sldId id="371" r:id="rId13"/>
    <p:sldId id="372" r:id="rId14"/>
    <p:sldId id="370" r:id="rId15"/>
    <p:sldId id="373" r:id="rId16"/>
    <p:sldId id="374" r:id="rId17"/>
    <p:sldId id="351" r:id="rId18"/>
    <p:sldId id="345" r:id="rId19"/>
    <p:sldId id="375" r:id="rId20"/>
    <p:sldId id="376" r:id="rId21"/>
    <p:sldId id="378" r:id="rId22"/>
    <p:sldId id="348" r:id="rId23"/>
    <p:sldId id="349" r:id="rId24"/>
    <p:sldId id="377" r:id="rId25"/>
    <p:sldId id="352" r:id="rId26"/>
    <p:sldId id="354" r:id="rId27"/>
    <p:sldId id="355" r:id="rId28"/>
    <p:sldId id="356" r:id="rId29"/>
    <p:sldId id="357" r:id="rId30"/>
    <p:sldId id="358" r:id="rId31"/>
    <p:sldId id="359" r:id="rId32"/>
    <p:sldId id="361" r:id="rId33"/>
    <p:sldId id="363" r:id="rId34"/>
    <p:sldId id="364" r:id="rId35"/>
    <p:sldId id="362" r:id="rId36"/>
    <p:sldId id="360" r:id="rId37"/>
    <p:sldId id="365" r:id="rId38"/>
    <p:sldId id="366" r:id="rId39"/>
    <p:sldId id="353" r:id="rId40"/>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0A21FC-66FB-470E-B9B3-722FB10DF8ED}" v="179" dt="2026-09-30T21:14:34.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76089" autoAdjust="0"/>
  </p:normalViewPr>
  <p:slideViewPr>
    <p:cSldViewPr snapToGrid="0">
      <p:cViewPr varScale="1">
        <p:scale>
          <a:sx n="89" d="100"/>
          <a:sy n="89" d="100"/>
        </p:scale>
        <p:origin x="3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Aristodemou" userId="8f856845a52b247d" providerId="LiveId" clId="{C154C21A-E434-4F66-B5AD-9BF8E6CFD023}"/>
    <pc:docChg chg="undo custSel addSld delSld modSld sldOrd">
      <pc:chgData name="Michael Aristodemou" userId="8f856845a52b247d" providerId="LiveId" clId="{C154C21A-E434-4F66-B5AD-9BF8E6CFD023}" dt="2026-09-30T21:21:34.852" v="612" actId="1076"/>
      <pc:docMkLst>
        <pc:docMk/>
      </pc:docMkLst>
      <pc:sldChg chg="addSp delSp modSp mod">
        <pc:chgData name="Michael Aristodemou" userId="8f856845a52b247d" providerId="LiveId" clId="{C154C21A-E434-4F66-B5AD-9BF8E6CFD023}" dt="2026-09-30T09:28:35.885" v="105" actId="14100"/>
        <pc:sldMkLst>
          <pc:docMk/>
          <pc:sldMk cId="2381353793" sldId="334"/>
        </pc:sldMkLst>
        <pc:cxnChg chg="add mod">
          <ac:chgData name="Michael Aristodemou" userId="8f856845a52b247d" providerId="LiveId" clId="{C154C21A-E434-4F66-B5AD-9BF8E6CFD023}" dt="2026-09-30T09:28:32.210" v="104" actId="14100"/>
          <ac:cxnSpMkLst>
            <pc:docMk/>
            <pc:sldMk cId="2381353793" sldId="334"/>
            <ac:cxnSpMk id="5" creationId="{8090753C-18A9-E9FE-7B4A-7A37765C2CAA}"/>
          </ac:cxnSpMkLst>
        </pc:cxnChg>
        <pc:cxnChg chg="add mod">
          <ac:chgData name="Michael Aristodemou" userId="8f856845a52b247d" providerId="LiveId" clId="{C154C21A-E434-4F66-B5AD-9BF8E6CFD023}" dt="2026-09-30T09:28:35.885" v="105" actId="14100"/>
          <ac:cxnSpMkLst>
            <pc:docMk/>
            <pc:sldMk cId="2381353793" sldId="334"/>
            <ac:cxnSpMk id="6" creationId="{81F8DC54-5F02-F92E-A5FA-62CA7A30CC3B}"/>
          </ac:cxnSpMkLst>
        </pc:cxnChg>
        <pc:cxnChg chg="add del mod">
          <ac:chgData name="Michael Aristodemou" userId="8f856845a52b247d" providerId="LiveId" clId="{C154C21A-E434-4F66-B5AD-9BF8E6CFD023}" dt="2026-09-30T09:27:02.706" v="99" actId="478"/>
          <ac:cxnSpMkLst>
            <pc:docMk/>
            <pc:sldMk cId="2381353793" sldId="334"/>
            <ac:cxnSpMk id="11" creationId="{043373F5-B542-14E2-9FFA-3907EAA77642}"/>
          </ac:cxnSpMkLst>
        </pc:cxnChg>
      </pc:sldChg>
      <pc:sldChg chg="modSp mod">
        <pc:chgData name="Michael Aristodemou" userId="8f856845a52b247d" providerId="LiveId" clId="{C154C21A-E434-4F66-B5AD-9BF8E6CFD023}" dt="2026-09-30T09:50:06.510" v="253" actId="20577"/>
        <pc:sldMkLst>
          <pc:docMk/>
          <pc:sldMk cId="2660483082" sldId="336"/>
        </pc:sldMkLst>
        <pc:spChg chg="mod">
          <ac:chgData name="Michael Aristodemou" userId="8f856845a52b247d" providerId="LiveId" clId="{C154C21A-E434-4F66-B5AD-9BF8E6CFD023}" dt="2026-09-30T09:50:06.510" v="253" actId="20577"/>
          <ac:spMkLst>
            <pc:docMk/>
            <pc:sldMk cId="2660483082" sldId="336"/>
            <ac:spMk id="4" creationId="{2186DF19-A6F1-A917-3C0E-04DC736D85AE}"/>
          </ac:spMkLst>
        </pc:spChg>
        <pc:spChg chg="mod">
          <ac:chgData name="Michael Aristodemou" userId="8f856845a52b247d" providerId="LiveId" clId="{C154C21A-E434-4F66-B5AD-9BF8E6CFD023}" dt="2026-09-30T09:30:49.321" v="132" actId="20577"/>
          <ac:spMkLst>
            <pc:docMk/>
            <pc:sldMk cId="2660483082" sldId="336"/>
            <ac:spMk id="5" creationId="{67816E86-E82C-3A04-4159-0489DD098838}"/>
          </ac:spMkLst>
        </pc:spChg>
      </pc:sldChg>
      <pc:sldChg chg="modSp mod">
        <pc:chgData name="Michael Aristodemou" userId="8f856845a52b247d" providerId="LiveId" clId="{C154C21A-E434-4F66-B5AD-9BF8E6CFD023}" dt="2026-09-30T19:45:58.527" v="369" actId="20577"/>
        <pc:sldMkLst>
          <pc:docMk/>
          <pc:sldMk cId="2669623939" sldId="339"/>
        </pc:sldMkLst>
        <pc:spChg chg="mod">
          <ac:chgData name="Michael Aristodemou" userId="8f856845a52b247d" providerId="LiveId" clId="{C154C21A-E434-4F66-B5AD-9BF8E6CFD023}" dt="2026-09-30T19:45:58.527" v="369" actId="20577"/>
          <ac:spMkLst>
            <pc:docMk/>
            <pc:sldMk cId="2669623939" sldId="339"/>
            <ac:spMk id="2" creationId="{DD65C48D-9D93-060A-15A9-D49E2DC3323E}"/>
          </ac:spMkLst>
        </pc:spChg>
      </pc:sldChg>
      <pc:sldChg chg="del">
        <pc:chgData name="Michael Aristodemou" userId="8f856845a52b247d" providerId="LiveId" clId="{C154C21A-E434-4F66-B5AD-9BF8E6CFD023}" dt="2026-09-30T09:21:36.263" v="0" actId="47"/>
        <pc:sldMkLst>
          <pc:docMk/>
          <pc:sldMk cId="585578313" sldId="341"/>
        </pc:sldMkLst>
      </pc:sldChg>
      <pc:sldChg chg="ord">
        <pc:chgData name="Michael Aristodemou" userId="8f856845a52b247d" providerId="LiveId" clId="{C154C21A-E434-4F66-B5AD-9BF8E6CFD023}" dt="2026-09-30T09:30:05.544" v="107"/>
        <pc:sldMkLst>
          <pc:docMk/>
          <pc:sldMk cId="3738769146" sldId="342"/>
        </pc:sldMkLst>
      </pc:sldChg>
      <pc:sldChg chg="addSp delSp modSp mod">
        <pc:chgData name="Michael Aristodemou" userId="8f856845a52b247d" providerId="LiveId" clId="{C154C21A-E434-4F66-B5AD-9BF8E6CFD023}" dt="2026-09-30T09:51:04.131" v="265" actId="1076"/>
        <pc:sldMkLst>
          <pc:docMk/>
          <pc:sldMk cId="2579125978" sldId="343"/>
        </pc:sldMkLst>
        <pc:spChg chg="del">
          <ac:chgData name="Michael Aristodemou" userId="8f856845a52b247d" providerId="LiveId" clId="{C154C21A-E434-4F66-B5AD-9BF8E6CFD023}" dt="2026-09-30T09:31:11.830" v="133" actId="478"/>
          <ac:spMkLst>
            <pc:docMk/>
            <pc:sldMk cId="2579125978" sldId="343"/>
            <ac:spMk id="4" creationId="{F6A0D957-9FAD-ED59-AB6F-1E8AFA7E2E0B}"/>
          </ac:spMkLst>
        </pc:spChg>
        <pc:spChg chg="del">
          <ac:chgData name="Michael Aristodemou" userId="8f856845a52b247d" providerId="LiveId" clId="{C154C21A-E434-4F66-B5AD-9BF8E6CFD023}" dt="2026-09-30T09:31:11.830" v="133" actId="478"/>
          <ac:spMkLst>
            <pc:docMk/>
            <pc:sldMk cId="2579125978" sldId="343"/>
            <ac:spMk id="5" creationId="{1444E4D1-694B-AE91-D314-DB3938520934}"/>
          </ac:spMkLst>
        </pc:spChg>
        <pc:spChg chg="add del mod">
          <ac:chgData name="Michael Aristodemou" userId="8f856845a52b247d" providerId="LiveId" clId="{C154C21A-E434-4F66-B5AD-9BF8E6CFD023}" dt="2026-09-30T09:50:59.773" v="263" actId="478"/>
          <ac:spMkLst>
            <pc:docMk/>
            <pc:sldMk cId="2579125978" sldId="343"/>
            <ac:spMk id="7" creationId="{83C07264-EA69-1A42-0573-4EBCC6F88D1C}"/>
          </ac:spMkLst>
        </pc:spChg>
        <pc:spChg chg="add del mod">
          <ac:chgData name="Michael Aristodemou" userId="8f856845a52b247d" providerId="LiveId" clId="{C154C21A-E434-4F66-B5AD-9BF8E6CFD023}" dt="2026-09-30T09:50:59.773" v="263" actId="478"/>
          <ac:spMkLst>
            <pc:docMk/>
            <pc:sldMk cId="2579125978" sldId="343"/>
            <ac:spMk id="9" creationId="{BBCFE511-41AC-6E5A-951B-04874B29B919}"/>
          </ac:spMkLst>
        </pc:spChg>
        <pc:spChg chg="add mod">
          <ac:chgData name="Michael Aristodemou" userId="8f856845a52b247d" providerId="LiveId" clId="{C154C21A-E434-4F66-B5AD-9BF8E6CFD023}" dt="2026-09-30T09:51:04.131" v="265" actId="1076"/>
          <ac:spMkLst>
            <pc:docMk/>
            <pc:sldMk cId="2579125978" sldId="343"/>
            <ac:spMk id="11" creationId="{CF77A6AB-0CF8-1CFC-3B3A-0D0BB77665E7}"/>
          </ac:spMkLst>
        </pc:spChg>
        <pc:spChg chg="add mod">
          <ac:chgData name="Michael Aristodemou" userId="8f856845a52b247d" providerId="LiveId" clId="{C154C21A-E434-4F66-B5AD-9BF8E6CFD023}" dt="2026-09-30T09:51:04.131" v="265" actId="1076"/>
          <ac:spMkLst>
            <pc:docMk/>
            <pc:sldMk cId="2579125978" sldId="343"/>
            <ac:spMk id="13" creationId="{4ECE2E37-8733-1C74-EFFA-0DE7625D4BCB}"/>
          </ac:spMkLst>
        </pc:spChg>
      </pc:sldChg>
      <pc:sldChg chg="addSp delSp modSp mod">
        <pc:chgData name="Michael Aristodemou" userId="8f856845a52b247d" providerId="LiveId" clId="{C154C21A-E434-4F66-B5AD-9BF8E6CFD023}" dt="2026-09-30T19:45:04.767" v="329" actId="207"/>
        <pc:sldMkLst>
          <pc:docMk/>
          <pc:sldMk cId="3462526471" sldId="344"/>
        </pc:sldMkLst>
        <pc:spChg chg="add del mod">
          <ac:chgData name="Michael Aristodemou" userId="8f856845a52b247d" providerId="LiveId" clId="{C154C21A-E434-4F66-B5AD-9BF8E6CFD023}" dt="2026-09-30T09:50:31.476" v="258" actId="21"/>
          <ac:spMkLst>
            <pc:docMk/>
            <pc:sldMk cId="3462526471" sldId="344"/>
            <ac:spMk id="4" creationId="{5A40A202-335C-0AA0-510D-8D00B539C55E}"/>
          </ac:spMkLst>
        </pc:spChg>
        <pc:spChg chg="del mod">
          <ac:chgData name="Michael Aristodemou" userId="8f856845a52b247d" providerId="LiveId" clId="{C154C21A-E434-4F66-B5AD-9BF8E6CFD023}" dt="2026-09-30T09:50:31.476" v="258" actId="21"/>
          <ac:spMkLst>
            <pc:docMk/>
            <pc:sldMk cId="3462526471" sldId="344"/>
            <ac:spMk id="5" creationId="{65D35A1F-6A14-DCF5-29F0-D61BB5058F35}"/>
          </ac:spMkLst>
        </pc:spChg>
        <pc:spChg chg="add del">
          <ac:chgData name="Michael Aristodemou" userId="8f856845a52b247d" providerId="LiveId" clId="{C154C21A-E434-4F66-B5AD-9BF8E6CFD023}" dt="2026-09-30T09:50:27.828" v="257" actId="22"/>
          <ac:spMkLst>
            <pc:docMk/>
            <pc:sldMk cId="3462526471" sldId="344"/>
            <ac:spMk id="7" creationId="{7CDD9CD3-430A-DCF3-00A9-BFE3E4DA1BA2}"/>
          </ac:spMkLst>
        </pc:spChg>
        <pc:spChg chg="add del">
          <ac:chgData name="Michael Aristodemou" userId="8f856845a52b247d" providerId="LiveId" clId="{C154C21A-E434-4F66-B5AD-9BF8E6CFD023}" dt="2026-09-30T09:50:27.828" v="257" actId="22"/>
          <ac:spMkLst>
            <pc:docMk/>
            <pc:sldMk cId="3462526471" sldId="344"/>
            <ac:spMk id="9" creationId="{75A5885A-0314-A2E9-C975-F2F81E0DF800}"/>
          </ac:spMkLst>
        </pc:spChg>
        <pc:spChg chg="add del">
          <ac:chgData name="Michael Aristodemou" userId="8f856845a52b247d" providerId="LiveId" clId="{C154C21A-E434-4F66-B5AD-9BF8E6CFD023}" dt="2026-09-30T09:50:39.063" v="260" actId="22"/>
          <ac:spMkLst>
            <pc:docMk/>
            <pc:sldMk cId="3462526471" sldId="344"/>
            <ac:spMk id="11" creationId="{5C74660B-EE29-B8BD-1458-C462FB3769F7}"/>
          </ac:spMkLst>
        </pc:spChg>
        <pc:spChg chg="add del">
          <ac:chgData name="Michael Aristodemou" userId="8f856845a52b247d" providerId="LiveId" clId="{C154C21A-E434-4F66-B5AD-9BF8E6CFD023}" dt="2026-09-30T09:50:39.063" v="260" actId="22"/>
          <ac:spMkLst>
            <pc:docMk/>
            <pc:sldMk cId="3462526471" sldId="344"/>
            <ac:spMk id="13" creationId="{0D1F03B7-47BD-B6AA-DB81-426FE803B213}"/>
          </ac:spMkLst>
        </pc:spChg>
        <pc:spChg chg="add mod">
          <ac:chgData name="Michael Aristodemou" userId="8f856845a52b247d" providerId="LiveId" clId="{C154C21A-E434-4F66-B5AD-9BF8E6CFD023}" dt="2026-09-30T19:45:04.767" v="329" actId="207"/>
          <ac:spMkLst>
            <pc:docMk/>
            <pc:sldMk cId="3462526471" sldId="344"/>
            <ac:spMk id="15" creationId="{6699F381-15BB-1C9F-3199-94B9FF383858}"/>
          </ac:spMkLst>
        </pc:spChg>
        <pc:spChg chg="add mod">
          <ac:chgData name="Michael Aristodemou" userId="8f856845a52b247d" providerId="LiveId" clId="{C154C21A-E434-4F66-B5AD-9BF8E6CFD023}" dt="2026-09-30T09:52:04.333" v="280" actId="1076"/>
          <ac:spMkLst>
            <pc:docMk/>
            <pc:sldMk cId="3462526471" sldId="344"/>
            <ac:spMk id="17" creationId="{7AF3CC1A-3145-6621-D288-52732757D7EA}"/>
          </ac:spMkLst>
        </pc:spChg>
      </pc:sldChg>
      <pc:sldChg chg="del ord">
        <pc:chgData name="Michael Aristodemou" userId="8f856845a52b247d" providerId="LiveId" clId="{C154C21A-E434-4F66-B5AD-9BF8E6CFD023}" dt="2026-09-30T21:13:09.037" v="583" actId="47"/>
        <pc:sldMkLst>
          <pc:docMk/>
          <pc:sldMk cId="723627690" sldId="346"/>
        </pc:sldMkLst>
      </pc:sldChg>
      <pc:sldChg chg="del ord">
        <pc:chgData name="Michael Aristodemou" userId="8f856845a52b247d" providerId="LiveId" clId="{C154C21A-E434-4F66-B5AD-9BF8E6CFD023}" dt="2026-09-30T21:13:09.037" v="583" actId="47"/>
        <pc:sldMkLst>
          <pc:docMk/>
          <pc:sldMk cId="1817319451" sldId="347"/>
        </pc:sldMkLst>
      </pc:sldChg>
      <pc:sldChg chg="addSp delSp modSp mod">
        <pc:chgData name="Michael Aristodemou" userId="8f856845a52b247d" providerId="LiveId" clId="{C154C21A-E434-4F66-B5AD-9BF8E6CFD023}" dt="2026-09-30T21:14:34.335" v="594" actId="20577"/>
        <pc:sldMkLst>
          <pc:docMk/>
          <pc:sldMk cId="346485773" sldId="349"/>
        </pc:sldMkLst>
        <pc:spChg chg="mod">
          <ac:chgData name="Michael Aristodemou" userId="8f856845a52b247d" providerId="LiveId" clId="{C154C21A-E434-4F66-B5AD-9BF8E6CFD023}" dt="2026-09-30T21:14:34.335" v="594" actId="20577"/>
          <ac:spMkLst>
            <pc:docMk/>
            <pc:sldMk cId="346485773" sldId="349"/>
            <ac:spMk id="5" creationId="{000EBD04-9CDD-D6F7-CD54-9E1030C397EE}"/>
          </ac:spMkLst>
        </pc:spChg>
        <pc:picChg chg="add mod">
          <ac:chgData name="Michael Aristodemou" userId="8f856845a52b247d" providerId="LiveId" clId="{C154C21A-E434-4F66-B5AD-9BF8E6CFD023}" dt="2026-09-30T21:11:09.567" v="572" actId="1076"/>
          <ac:picMkLst>
            <pc:docMk/>
            <pc:sldMk cId="346485773" sldId="349"/>
            <ac:picMk id="6" creationId="{AEF662B0-A850-EF22-5C15-C8F47D349D5A}"/>
          </ac:picMkLst>
        </pc:picChg>
        <pc:picChg chg="del">
          <ac:chgData name="Michael Aristodemou" userId="8f856845a52b247d" providerId="LiveId" clId="{C154C21A-E434-4F66-B5AD-9BF8E6CFD023}" dt="2026-09-30T21:10:44.345" v="565" actId="478"/>
          <ac:picMkLst>
            <pc:docMk/>
            <pc:sldMk cId="346485773" sldId="349"/>
            <ac:picMk id="9" creationId="{3EE1CC7F-A522-68DE-F3A1-CC61DAE4A845}"/>
          </ac:picMkLst>
        </pc:picChg>
      </pc:sldChg>
      <pc:sldChg chg="del">
        <pc:chgData name="Michael Aristodemou" userId="8f856845a52b247d" providerId="LiveId" clId="{C154C21A-E434-4F66-B5AD-9BF8E6CFD023}" dt="2026-09-30T19:57:08.165" v="552" actId="47"/>
        <pc:sldMkLst>
          <pc:docMk/>
          <pc:sldMk cId="2317209797" sldId="350"/>
        </pc:sldMkLst>
      </pc:sldChg>
      <pc:sldChg chg="addSp delSp modSp mod ord">
        <pc:chgData name="Michael Aristodemou" userId="8f856845a52b247d" providerId="LiveId" clId="{C154C21A-E434-4F66-B5AD-9BF8E6CFD023}" dt="2026-09-30T19:56:24.787" v="551" actId="1076"/>
        <pc:sldMkLst>
          <pc:docMk/>
          <pc:sldMk cId="2140726461" sldId="351"/>
        </pc:sldMkLst>
        <pc:spChg chg="add mod">
          <ac:chgData name="Michael Aristodemou" userId="8f856845a52b247d" providerId="LiveId" clId="{C154C21A-E434-4F66-B5AD-9BF8E6CFD023}" dt="2026-09-30T19:55:12.173" v="539" actId="1076"/>
          <ac:spMkLst>
            <pc:docMk/>
            <pc:sldMk cId="2140726461" sldId="351"/>
            <ac:spMk id="4" creationId="{C8A5A48B-990F-EFE2-AEE1-771F1C3F956B}"/>
          </ac:spMkLst>
        </pc:spChg>
        <pc:spChg chg="add mod">
          <ac:chgData name="Michael Aristodemou" userId="8f856845a52b247d" providerId="LiveId" clId="{C154C21A-E434-4F66-B5AD-9BF8E6CFD023}" dt="2026-09-30T19:55:49.528" v="545" actId="1076"/>
          <ac:spMkLst>
            <pc:docMk/>
            <pc:sldMk cId="2140726461" sldId="351"/>
            <ac:spMk id="7" creationId="{9F92AED3-A6C1-A7B5-7225-E7FA4CDE4F8E}"/>
          </ac:spMkLst>
        </pc:spChg>
        <pc:spChg chg="del">
          <ac:chgData name="Michael Aristodemou" userId="8f856845a52b247d" providerId="LiveId" clId="{C154C21A-E434-4F66-B5AD-9BF8E6CFD023}" dt="2026-09-30T19:55:01.660" v="537" actId="478"/>
          <ac:spMkLst>
            <pc:docMk/>
            <pc:sldMk cId="2140726461" sldId="351"/>
            <ac:spMk id="8" creationId="{A2B7A716-4998-5D78-DC9E-8DCBCC2F836A}"/>
          </ac:spMkLst>
        </pc:spChg>
        <pc:spChg chg="del mod">
          <ac:chgData name="Michael Aristodemou" userId="8f856845a52b247d" providerId="LiveId" clId="{C154C21A-E434-4F66-B5AD-9BF8E6CFD023}" dt="2026-09-30T19:55:00.120" v="536" actId="478"/>
          <ac:spMkLst>
            <pc:docMk/>
            <pc:sldMk cId="2140726461" sldId="351"/>
            <ac:spMk id="9" creationId="{F284FA0C-AD9C-558E-EADB-527E3FFCB6A5}"/>
          </ac:spMkLst>
        </pc:spChg>
        <pc:spChg chg="del mod">
          <ac:chgData name="Michael Aristodemou" userId="8f856845a52b247d" providerId="LiveId" clId="{C154C21A-E434-4F66-B5AD-9BF8E6CFD023}" dt="2026-09-30T19:55:00.120" v="536" actId="478"/>
          <ac:spMkLst>
            <pc:docMk/>
            <pc:sldMk cId="2140726461" sldId="351"/>
            <ac:spMk id="10" creationId="{23ABF390-1825-C600-C2A4-A71E44A10219}"/>
          </ac:spMkLst>
        </pc:spChg>
        <pc:spChg chg="add mod">
          <ac:chgData name="Michael Aristodemou" userId="8f856845a52b247d" providerId="LiveId" clId="{C154C21A-E434-4F66-B5AD-9BF8E6CFD023}" dt="2026-09-30T19:55:49.528" v="545" actId="1076"/>
          <ac:spMkLst>
            <pc:docMk/>
            <pc:sldMk cId="2140726461" sldId="351"/>
            <ac:spMk id="12" creationId="{02AD7085-ACFD-F9E6-14AC-5803C6EAC8C2}"/>
          </ac:spMkLst>
        </pc:spChg>
        <pc:spChg chg="mod">
          <ac:chgData name="Michael Aristodemou" userId="8f856845a52b247d" providerId="LiveId" clId="{C154C21A-E434-4F66-B5AD-9BF8E6CFD023}" dt="2026-09-30T09:54:19.576" v="292" actId="20577"/>
          <ac:spMkLst>
            <pc:docMk/>
            <pc:sldMk cId="2140726461" sldId="351"/>
            <ac:spMk id="15" creationId="{00A8BABE-EEAD-C4B7-D35D-FD31B74DC502}"/>
          </ac:spMkLst>
        </pc:spChg>
        <pc:spChg chg="add mod">
          <ac:chgData name="Michael Aristodemou" userId="8f856845a52b247d" providerId="LiveId" clId="{C154C21A-E434-4F66-B5AD-9BF8E6CFD023}" dt="2026-09-30T19:55:52.430" v="546" actId="1076"/>
          <ac:spMkLst>
            <pc:docMk/>
            <pc:sldMk cId="2140726461" sldId="351"/>
            <ac:spMk id="16" creationId="{29C45DD5-9DF8-2250-E841-1FB1FE27F718}"/>
          </ac:spMkLst>
        </pc:spChg>
        <pc:picChg chg="del">
          <ac:chgData name="Michael Aristodemou" userId="8f856845a52b247d" providerId="LiveId" clId="{C154C21A-E434-4F66-B5AD-9BF8E6CFD023}" dt="2026-09-30T19:56:15.841" v="547" actId="478"/>
          <ac:picMkLst>
            <pc:docMk/>
            <pc:sldMk cId="2140726461" sldId="351"/>
            <ac:picMk id="5" creationId="{348C6EAA-F33B-42EC-1E10-DF837AC335C3}"/>
          </ac:picMkLst>
        </pc:picChg>
        <pc:picChg chg="add mod">
          <ac:chgData name="Michael Aristodemou" userId="8f856845a52b247d" providerId="LiveId" clId="{C154C21A-E434-4F66-B5AD-9BF8E6CFD023}" dt="2026-09-30T19:56:24.787" v="551" actId="1076"/>
          <ac:picMkLst>
            <pc:docMk/>
            <pc:sldMk cId="2140726461" sldId="351"/>
            <ac:picMk id="18" creationId="{7605EEC3-DBA7-4DEB-216E-FB3842B53D61}"/>
          </ac:picMkLst>
        </pc:picChg>
      </pc:sldChg>
      <pc:sldChg chg="modSp mod">
        <pc:chgData name="Michael Aristodemou" userId="8f856845a52b247d" providerId="LiveId" clId="{C154C21A-E434-4F66-B5AD-9BF8E6CFD023}" dt="2026-09-30T21:15:56.212" v="597" actId="1076"/>
        <pc:sldMkLst>
          <pc:docMk/>
          <pc:sldMk cId="1945609298" sldId="352"/>
        </pc:sldMkLst>
        <pc:spChg chg="mod">
          <ac:chgData name="Michael Aristodemou" userId="8f856845a52b247d" providerId="LiveId" clId="{C154C21A-E434-4F66-B5AD-9BF8E6CFD023}" dt="2026-09-30T21:15:56.212" v="597" actId="1076"/>
          <ac:spMkLst>
            <pc:docMk/>
            <pc:sldMk cId="1945609298" sldId="352"/>
            <ac:spMk id="3" creationId="{6ADE30CC-DD4B-8F68-A798-7F5F06116DCE}"/>
          </ac:spMkLst>
        </pc:spChg>
      </pc:sldChg>
      <pc:sldChg chg="modSp mod">
        <pc:chgData name="Michael Aristodemou" userId="8f856845a52b247d" providerId="LiveId" clId="{C154C21A-E434-4F66-B5AD-9BF8E6CFD023}" dt="2026-09-30T21:12:19.072" v="582" actId="20577"/>
        <pc:sldMkLst>
          <pc:docMk/>
          <pc:sldMk cId="3210891694" sldId="358"/>
        </pc:sldMkLst>
        <pc:spChg chg="mod">
          <ac:chgData name="Michael Aristodemou" userId="8f856845a52b247d" providerId="LiveId" clId="{C154C21A-E434-4F66-B5AD-9BF8E6CFD023}" dt="2026-09-30T21:12:19.072" v="582" actId="20577"/>
          <ac:spMkLst>
            <pc:docMk/>
            <pc:sldMk cId="3210891694" sldId="358"/>
            <ac:spMk id="5" creationId="{75AE0D7F-4E5C-AE38-0E90-FB604CD0B73E}"/>
          </ac:spMkLst>
        </pc:spChg>
      </pc:sldChg>
      <pc:sldChg chg="addSp delSp modSp new mod">
        <pc:chgData name="Michael Aristodemou" userId="8f856845a52b247d" providerId="LiveId" clId="{C154C21A-E434-4F66-B5AD-9BF8E6CFD023}" dt="2026-09-30T09:25:25.041" v="81" actId="208"/>
        <pc:sldMkLst>
          <pc:docMk/>
          <pc:sldMk cId="2818618282" sldId="367"/>
        </pc:sldMkLst>
        <pc:spChg chg="mod">
          <ac:chgData name="Michael Aristodemou" userId="8f856845a52b247d" providerId="LiveId" clId="{C154C21A-E434-4F66-B5AD-9BF8E6CFD023}" dt="2026-09-30T09:24:52.640" v="73" actId="20577"/>
          <ac:spMkLst>
            <pc:docMk/>
            <pc:sldMk cId="2818618282" sldId="367"/>
            <ac:spMk id="2" creationId="{8141F216-E6AE-E8B4-43A0-A35F35C349B1}"/>
          </ac:spMkLst>
        </pc:spChg>
        <pc:spChg chg="del">
          <ac:chgData name="Michael Aristodemou" userId="8f856845a52b247d" providerId="LiveId" clId="{C154C21A-E434-4F66-B5AD-9BF8E6CFD023}" dt="2026-09-30T09:24:58.885" v="74" actId="478"/>
          <ac:spMkLst>
            <pc:docMk/>
            <pc:sldMk cId="2818618282" sldId="367"/>
            <ac:spMk id="3" creationId="{CF2708F4-D5E4-6ABB-E4C8-50C0956CCE73}"/>
          </ac:spMkLst>
        </pc:spChg>
        <pc:spChg chg="add mod">
          <ac:chgData name="Michael Aristodemou" userId="8f856845a52b247d" providerId="LiveId" clId="{C154C21A-E434-4F66-B5AD-9BF8E6CFD023}" dt="2026-09-30T09:25:25.041" v="81" actId="208"/>
          <ac:spMkLst>
            <pc:docMk/>
            <pc:sldMk cId="2818618282" sldId="367"/>
            <ac:spMk id="6" creationId="{210E7879-34A9-C691-4B06-80379A23AB6D}"/>
          </ac:spMkLst>
        </pc:spChg>
        <pc:picChg chg="add mod">
          <ac:chgData name="Michael Aristodemou" userId="8f856845a52b247d" providerId="LiveId" clId="{C154C21A-E434-4F66-B5AD-9BF8E6CFD023}" dt="2026-09-30T09:25:09.804" v="78" actId="1076"/>
          <ac:picMkLst>
            <pc:docMk/>
            <pc:sldMk cId="2818618282" sldId="367"/>
            <ac:picMk id="5" creationId="{C9E3DBD2-401E-C5F1-A5D5-4898899443DE}"/>
          </ac:picMkLst>
        </pc:picChg>
      </pc:sldChg>
      <pc:sldChg chg="addSp delSp modSp new mod">
        <pc:chgData name="Michael Aristodemou" userId="8f856845a52b247d" providerId="LiveId" clId="{C154C21A-E434-4F66-B5AD-9BF8E6CFD023}" dt="2026-09-30T19:47:42.277" v="377" actId="478"/>
        <pc:sldMkLst>
          <pc:docMk/>
          <pc:sldMk cId="3884079264" sldId="368"/>
        </pc:sldMkLst>
        <pc:spChg chg="mod">
          <ac:chgData name="Michael Aristodemou" userId="8f856845a52b247d" providerId="LiveId" clId="{C154C21A-E434-4F66-B5AD-9BF8E6CFD023}" dt="2026-09-30T09:34:00.355" v="237" actId="122"/>
          <ac:spMkLst>
            <pc:docMk/>
            <pc:sldMk cId="3884079264" sldId="368"/>
            <ac:spMk id="2" creationId="{2F3FFAC5-1795-5055-3D97-9483AC81C8A0}"/>
          </ac:spMkLst>
        </pc:spChg>
        <pc:spChg chg="del">
          <ac:chgData name="Michael Aristodemou" userId="8f856845a52b247d" providerId="LiveId" clId="{C154C21A-E434-4F66-B5AD-9BF8E6CFD023}" dt="2026-09-30T09:55:29.967" v="310" actId="478"/>
          <ac:spMkLst>
            <pc:docMk/>
            <pc:sldMk cId="3884079264" sldId="368"/>
            <ac:spMk id="3" creationId="{2923A19F-F352-AF39-925F-9CB165FBD37C}"/>
          </ac:spMkLst>
        </pc:spChg>
        <pc:spChg chg="add del mod">
          <ac:chgData name="Michael Aristodemou" userId="8f856845a52b247d" providerId="LiveId" clId="{C154C21A-E434-4F66-B5AD-9BF8E6CFD023}" dt="2026-09-30T09:57:06.638" v="327" actId="478"/>
          <ac:spMkLst>
            <pc:docMk/>
            <pc:sldMk cId="3884079264" sldId="368"/>
            <ac:spMk id="4" creationId="{40D7FF59-7C2C-143B-6837-567B9EB158D3}"/>
          </ac:spMkLst>
        </pc:spChg>
        <pc:picChg chg="add del mod">
          <ac:chgData name="Michael Aristodemou" userId="8f856845a52b247d" providerId="LiveId" clId="{C154C21A-E434-4F66-B5AD-9BF8E6CFD023}" dt="2026-09-30T19:47:42.277" v="377" actId="478"/>
          <ac:picMkLst>
            <pc:docMk/>
            <pc:sldMk cId="3884079264" sldId="368"/>
            <ac:picMk id="6" creationId="{072F7154-9A8F-AF20-931F-1DE885745072}"/>
          </ac:picMkLst>
        </pc:picChg>
      </pc:sldChg>
      <pc:sldChg chg="addSp delSp modSp new mod">
        <pc:chgData name="Michael Aristodemou" userId="8f856845a52b247d" providerId="LiveId" clId="{C154C21A-E434-4F66-B5AD-9BF8E6CFD023}" dt="2026-09-30T09:48:03.255" v="242"/>
        <pc:sldMkLst>
          <pc:docMk/>
          <pc:sldMk cId="2596370964" sldId="369"/>
        </pc:sldMkLst>
        <pc:spChg chg="del">
          <ac:chgData name="Michael Aristodemou" userId="8f856845a52b247d" providerId="LiveId" clId="{C154C21A-E434-4F66-B5AD-9BF8E6CFD023}" dt="2026-09-30T09:47:57.719" v="239" actId="478"/>
          <ac:spMkLst>
            <pc:docMk/>
            <pc:sldMk cId="2596370964" sldId="369"/>
            <ac:spMk id="2" creationId="{72F83D82-B8EA-4DB1-A3B6-6F67DED62A47}"/>
          </ac:spMkLst>
        </pc:spChg>
        <pc:spChg chg="del">
          <ac:chgData name="Michael Aristodemou" userId="8f856845a52b247d" providerId="LiveId" clId="{C154C21A-E434-4F66-B5AD-9BF8E6CFD023}" dt="2026-09-30T09:47:58.813" v="240" actId="478"/>
          <ac:spMkLst>
            <pc:docMk/>
            <pc:sldMk cId="2596370964" sldId="369"/>
            <ac:spMk id="3" creationId="{199B5025-E8DE-D3F1-D275-79CB818FBB7B}"/>
          </ac:spMkLst>
        </pc:spChg>
        <pc:picChg chg="add mod">
          <ac:chgData name="Michael Aristodemou" userId="8f856845a52b247d" providerId="LiveId" clId="{C154C21A-E434-4F66-B5AD-9BF8E6CFD023}" dt="2026-09-30T09:48:03.255" v="242"/>
          <ac:picMkLst>
            <pc:docMk/>
            <pc:sldMk cId="2596370964" sldId="369"/>
            <ac:picMk id="5" creationId="{66C85F3B-8067-9715-F95D-AA709E65202E}"/>
          </ac:picMkLst>
        </pc:picChg>
      </pc:sldChg>
      <pc:sldChg chg="addSp delSp modSp new mod">
        <pc:chgData name="Michael Aristodemou" userId="8f856845a52b247d" providerId="LiveId" clId="{C154C21A-E434-4F66-B5AD-9BF8E6CFD023}" dt="2026-09-30T19:48:10.908" v="404" actId="1076"/>
        <pc:sldMkLst>
          <pc:docMk/>
          <pc:sldMk cId="1405025104" sldId="370"/>
        </pc:sldMkLst>
        <pc:spChg chg="mod">
          <ac:chgData name="Michael Aristodemou" userId="8f856845a52b247d" providerId="LiveId" clId="{C154C21A-E434-4F66-B5AD-9BF8E6CFD023}" dt="2026-09-30T19:47:48.684" v="401" actId="20577"/>
          <ac:spMkLst>
            <pc:docMk/>
            <pc:sldMk cId="1405025104" sldId="370"/>
            <ac:spMk id="2" creationId="{DBD77FD4-8112-E54A-3655-BF2B9FDC6795}"/>
          </ac:spMkLst>
        </pc:spChg>
        <pc:spChg chg="del">
          <ac:chgData name="Michael Aristodemou" userId="8f856845a52b247d" providerId="LiveId" clId="{C154C21A-E434-4F66-B5AD-9BF8E6CFD023}" dt="2026-09-30T19:48:07.052" v="403"/>
          <ac:spMkLst>
            <pc:docMk/>
            <pc:sldMk cId="1405025104" sldId="370"/>
            <ac:spMk id="3" creationId="{D3A24180-F1F7-B342-D92D-99CE3489704E}"/>
          </ac:spMkLst>
        </pc:spChg>
        <pc:picChg chg="add mod ord">
          <ac:chgData name="Michael Aristodemou" userId="8f856845a52b247d" providerId="LiveId" clId="{C154C21A-E434-4F66-B5AD-9BF8E6CFD023}" dt="2026-09-30T19:48:10.908" v="404" actId="1076"/>
          <ac:picMkLst>
            <pc:docMk/>
            <pc:sldMk cId="1405025104" sldId="370"/>
            <ac:picMk id="5" creationId="{9D15EC79-8835-7922-4F41-C48366DCBCE5}"/>
          </ac:picMkLst>
        </pc:picChg>
      </pc:sldChg>
      <pc:sldChg chg="add">
        <pc:chgData name="Michael Aristodemou" userId="8f856845a52b247d" providerId="LiveId" clId="{C154C21A-E434-4F66-B5AD-9BF8E6CFD023}" dt="2026-09-30T19:47:39.979" v="376" actId="2890"/>
        <pc:sldMkLst>
          <pc:docMk/>
          <pc:sldMk cId="2093052128" sldId="371"/>
        </pc:sldMkLst>
      </pc:sldChg>
      <pc:sldChg chg="addSp delSp modSp add mod ord">
        <pc:chgData name="Michael Aristodemou" userId="8f856845a52b247d" providerId="LiveId" clId="{C154C21A-E434-4F66-B5AD-9BF8E6CFD023}" dt="2026-09-30T19:48:26.293" v="409" actId="478"/>
        <pc:sldMkLst>
          <pc:docMk/>
          <pc:sldMk cId="4179312038" sldId="372"/>
        </pc:sldMkLst>
        <pc:spChg chg="add del mod">
          <ac:chgData name="Michael Aristodemou" userId="8f856845a52b247d" providerId="LiveId" clId="{C154C21A-E434-4F66-B5AD-9BF8E6CFD023}" dt="2026-09-30T19:48:26.293" v="409" actId="478"/>
          <ac:spMkLst>
            <pc:docMk/>
            <pc:sldMk cId="4179312038" sldId="372"/>
            <ac:spMk id="4" creationId="{A09004F2-42CA-3F22-F670-63D66B96DAA0}"/>
          </ac:spMkLst>
        </pc:spChg>
        <pc:picChg chg="del">
          <ac:chgData name="Michael Aristodemou" userId="8f856845a52b247d" providerId="LiveId" clId="{C154C21A-E434-4F66-B5AD-9BF8E6CFD023}" dt="2026-09-30T19:48:24.550" v="408" actId="478"/>
          <ac:picMkLst>
            <pc:docMk/>
            <pc:sldMk cId="4179312038" sldId="372"/>
            <ac:picMk id="5" creationId="{BAE68D72-088B-C711-8828-87F81289461E}"/>
          </ac:picMkLst>
        </pc:picChg>
      </pc:sldChg>
      <pc:sldChg chg="addSp delSp modSp new mod">
        <pc:chgData name="Michael Aristodemou" userId="8f856845a52b247d" providerId="LiveId" clId="{C154C21A-E434-4F66-B5AD-9BF8E6CFD023}" dt="2026-09-30T19:54:16.958" v="525" actId="20577"/>
        <pc:sldMkLst>
          <pc:docMk/>
          <pc:sldMk cId="2119582687" sldId="373"/>
        </pc:sldMkLst>
        <pc:spChg chg="mod">
          <ac:chgData name="Michael Aristodemou" userId="8f856845a52b247d" providerId="LiveId" clId="{C154C21A-E434-4F66-B5AD-9BF8E6CFD023}" dt="2026-09-30T19:48:49.316" v="463" actId="20577"/>
          <ac:spMkLst>
            <pc:docMk/>
            <pc:sldMk cId="2119582687" sldId="373"/>
            <ac:spMk id="2" creationId="{7F2839E3-4D76-F13E-7373-EAEE2C28E48D}"/>
          </ac:spMkLst>
        </pc:spChg>
        <pc:spChg chg="del">
          <ac:chgData name="Michael Aristodemou" userId="8f856845a52b247d" providerId="LiveId" clId="{C154C21A-E434-4F66-B5AD-9BF8E6CFD023}" dt="2026-09-30T19:50:01.901" v="464" actId="478"/>
          <ac:spMkLst>
            <pc:docMk/>
            <pc:sldMk cId="2119582687" sldId="373"/>
            <ac:spMk id="3" creationId="{3BA46319-BE41-2E5F-7230-1339ACD75E72}"/>
          </ac:spMkLst>
        </pc:spChg>
        <pc:spChg chg="add mod">
          <ac:chgData name="Michael Aristodemou" userId="8f856845a52b247d" providerId="LiveId" clId="{C154C21A-E434-4F66-B5AD-9BF8E6CFD023}" dt="2026-09-30T19:53:34.417" v="520" actId="20577"/>
          <ac:spMkLst>
            <pc:docMk/>
            <pc:sldMk cId="2119582687" sldId="373"/>
            <ac:spMk id="5" creationId="{E3281EC3-E877-ABCB-92E7-FFA24781874C}"/>
          </ac:spMkLst>
        </pc:spChg>
        <pc:spChg chg="add mod">
          <ac:chgData name="Michael Aristodemou" userId="8f856845a52b247d" providerId="LiveId" clId="{C154C21A-E434-4F66-B5AD-9BF8E6CFD023}" dt="2026-09-30T19:51:09.564" v="470" actId="1076"/>
          <ac:spMkLst>
            <pc:docMk/>
            <pc:sldMk cId="2119582687" sldId="373"/>
            <ac:spMk id="7" creationId="{12CCEAFC-22BC-69C4-D7D8-1BE4F3FC91BF}"/>
          </ac:spMkLst>
        </pc:spChg>
        <pc:spChg chg="add mod">
          <ac:chgData name="Michael Aristodemou" userId="8f856845a52b247d" providerId="LiveId" clId="{C154C21A-E434-4F66-B5AD-9BF8E6CFD023}" dt="2026-09-30T19:53:51.769" v="521" actId="1076"/>
          <ac:spMkLst>
            <pc:docMk/>
            <pc:sldMk cId="2119582687" sldId="373"/>
            <ac:spMk id="9" creationId="{E48D512D-65B6-CFC0-F1CD-D65C58EE9493}"/>
          </ac:spMkLst>
        </pc:spChg>
        <pc:spChg chg="add mod">
          <ac:chgData name="Michael Aristodemou" userId="8f856845a52b247d" providerId="LiveId" clId="{C154C21A-E434-4F66-B5AD-9BF8E6CFD023}" dt="2026-09-30T19:53:51.769" v="521" actId="1076"/>
          <ac:spMkLst>
            <pc:docMk/>
            <pc:sldMk cId="2119582687" sldId="373"/>
            <ac:spMk id="11" creationId="{38F04D23-E3F0-DCD2-6D77-B1873FBC32AE}"/>
          </ac:spMkLst>
        </pc:spChg>
        <pc:spChg chg="add mod">
          <ac:chgData name="Michael Aristodemou" userId="8f856845a52b247d" providerId="LiveId" clId="{C154C21A-E434-4F66-B5AD-9BF8E6CFD023}" dt="2026-09-30T19:54:16.958" v="525" actId="20577"/>
          <ac:spMkLst>
            <pc:docMk/>
            <pc:sldMk cId="2119582687" sldId="373"/>
            <ac:spMk id="13" creationId="{3741386C-B383-DA24-19C3-9C1761E3C297}"/>
          </ac:spMkLst>
        </pc:spChg>
        <pc:spChg chg="add mod">
          <ac:chgData name="Michael Aristodemou" userId="8f856845a52b247d" providerId="LiveId" clId="{C154C21A-E434-4F66-B5AD-9BF8E6CFD023}" dt="2026-09-30T19:54:05.965" v="523" actId="1076"/>
          <ac:spMkLst>
            <pc:docMk/>
            <pc:sldMk cId="2119582687" sldId="373"/>
            <ac:spMk id="15" creationId="{74406472-1ACE-6B09-9CF8-04F7BEF87C05}"/>
          </ac:spMkLst>
        </pc:spChg>
      </pc:sldChg>
      <pc:sldChg chg="addSp modSp add mod">
        <pc:chgData name="Michael Aristodemou" userId="8f856845a52b247d" providerId="LiveId" clId="{C154C21A-E434-4F66-B5AD-9BF8E6CFD023}" dt="2026-09-30T19:54:44.932" v="533" actId="1076"/>
        <pc:sldMkLst>
          <pc:docMk/>
          <pc:sldMk cId="992919923" sldId="374"/>
        </pc:sldMkLst>
        <pc:picChg chg="add mod">
          <ac:chgData name="Michael Aristodemou" userId="8f856845a52b247d" providerId="LiveId" clId="{C154C21A-E434-4F66-B5AD-9BF8E6CFD023}" dt="2026-09-30T19:54:44.932" v="533" actId="1076"/>
          <ac:picMkLst>
            <pc:docMk/>
            <pc:sldMk cId="992919923" sldId="374"/>
            <ac:picMk id="4" creationId="{045AA68B-3355-F2BC-0844-17B0ADE682EB}"/>
          </ac:picMkLst>
        </pc:picChg>
      </pc:sldChg>
      <pc:sldChg chg="addSp delSp modSp new mod">
        <pc:chgData name="Michael Aristodemou" userId="8f856845a52b247d" providerId="LiveId" clId="{C154C21A-E434-4F66-B5AD-9BF8E6CFD023}" dt="2026-09-30T20:03:04.446" v="559"/>
        <pc:sldMkLst>
          <pc:docMk/>
          <pc:sldMk cId="1187696495" sldId="375"/>
        </pc:sldMkLst>
        <pc:spChg chg="del">
          <ac:chgData name="Michael Aristodemou" userId="8f856845a52b247d" providerId="LiveId" clId="{C154C21A-E434-4F66-B5AD-9BF8E6CFD023}" dt="2026-09-30T20:03:00.336" v="556" actId="478"/>
          <ac:spMkLst>
            <pc:docMk/>
            <pc:sldMk cId="1187696495" sldId="375"/>
            <ac:spMk id="2" creationId="{D9619BF4-B1A6-3294-99D5-F29D4CA3ECC8}"/>
          </ac:spMkLst>
        </pc:spChg>
        <pc:spChg chg="del">
          <ac:chgData name="Michael Aristodemou" userId="8f856845a52b247d" providerId="LiveId" clId="{C154C21A-E434-4F66-B5AD-9BF8E6CFD023}" dt="2026-09-30T20:03:01.189" v="557" actId="478"/>
          <ac:spMkLst>
            <pc:docMk/>
            <pc:sldMk cId="1187696495" sldId="375"/>
            <ac:spMk id="3" creationId="{3B0CE87D-2261-F507-E1F3-4FF60C5886A0}"/>
          </ac:spMkLst>
        </pc:spChg>
        <pc:picChg chg="add mod">
          <ac:chgData name="Michael Aristodemou" userId="8f856845a52b247d" providerId="LiveId" clId="{C154C21A-E434-4F66-B5AD-9BF8E6CFD023}" dt="2026-09-30T20:03:04.446" v="559"/>
          <ac:picMkLst>
            <pc:docMk/>
            <pc:sldMk cId="1187696495" sldId="375"/>
            <ac:picMk id="5" creationId="{9000C79B-C92D-3EE1-8155-66FDEF3ABF4B}"/>
          </ac:picMkLst>
        </pc:picChg>
      </pc:sldChg>
      <pc:sldChg chg="addSp delSp modSp new mod">
        <pc:chgData name="Michael Aristodemou" userId="8f856845a52b247d" providerId="LiveId" clId="{C154C21A-E434-4F66-B5AD-9BF8E6CFD023}" dt="2026-09-30T21:20:53.331" v="605" actId="21"/>
        <pc:sldMkLst>
          <pc:docMk/>
          <pc:sldMk cId="823870655" sldId="376"/>
        </pc:sldMkLst>
        <pc:spChg chg="del">
          <ac:chgData name="Michael Aristodemou" userId="8f856845a52b247d" providerId="LiveId" clId="{C154C21A-E434-4F66-B5AD-9BF8E6CFD023}" dt="2026-09-30T20:03:13.731" v="562" actId="478"/>
          <ac:spMkLst>
            <pc:docMk/>
            <pc:sldMk cId="823870655" sldId="376"/>
            <ac:spMk id="2" creationId="{79FA7564-6188-87AA-E2AB-6A19A4CE2D6B}"/>
          </ac:spMkLst>
        </pc:spChg>
        <pc:spChg chg="del">
          <ac:chgData name="Michael Aristodemou" userId="8f856845a52b247d" providerId="LiveId" clId="{C154C21A-E434-4F66-B5AD-9BF8E6CFD023}" dt="2026-09-30T20:03:12.473" v="561" actId="478"/>
          <ac:spMkLst>
            <pc:docMk/>
            <pc:sldMk cId="823870655" sldId="376"/>
            <ac:spMk id="3" creationId="{B9555B51-3171-BA2F-400E-C9BD86236DE7}"/>
          </ac:spMkLst>
        </pc:spChg>
        <pc:picChg chg="add del mod">
          <ac:chgData name="Michael Aristodemou" userId="8f856845a52b247d" providerId="LiveId" clId="{C154C21A-E434-4F66-B5AD-9BF8E6CFD023}" dt="2026-09-30T21:20:53.331" v="605" actId="21"/>
          <ac:picMkLst>
            <pc:docMk/>
            <pc:sldMk cId="823870655" sldId="376"/>
            <ac:picMk id="3" creationId="{DEFBAFA2-8BA5-61B2-AC15-21B7F6FCED83}"/>
          </ac:picMkLst>
        </pc:picChg>
        <pc:picChg chg="add mod">
          <ac:chgData name="Michael Aristodemou" userId="8f856845a52b247d" providerId="LiveId" clId="{C154C21A-E434-4F66-B5AD-9BF8E6CFD023}" dt="2026-09-30T20:03:19.315" v="564"/>
          <ac:picMkLst>
            <pc:docMk/>
            <pc:sldMk cId="823870655" sldId="376"/>
            <ac:picMk id="5" creationId="{B2D93C0D-8D40-6B00-BF03-F6EC5EB77DEB}"/>
          </ac:picMkLst>
        </pc:picChg>
      </pc:sldChg>
      <pc:sldChg chg="addSp delSp modSp new mod">
        <pc:chgData name="Michael Aristodemou" userId="8f856845a52b247d" providerId="LiveId" clId="{C154C21A-E434-4F66-B5AD-9BF8E6CFD023}" dt="2026-09-30T21:18:48.160" v="602"/>
        <pc:sldMkLst>
          <pc:docMk/>
          <pc:sldMk cId="4029703690" sldId="377"/>
        </pc:sldMkLst>
        <pc:spChg chg="del">
          <ac:chgData name="Michael Aristodemou" userId="8f856845a52b247d" providerId="LiveId" clId="{C154C21A-E434-4F66-B5AD-9BF8E6CFD023}" dt="2026-09-30T21:18:38.882" v="599" actId="478"/>
          <ac:spMkLst>
            <pc:docMk/>
            <pc:sldMk cId="4029703690" sldId="377"/>
            <ac:spMk id="2" creationId="{B97E50A5-BAEC-1AE3-100F-4E117C3793B9}"/>
          </ac:spMkLst>
        </pc:spChg>
        <pc:spChg chg="del">
          <ac:chgData name="Michael Aristodemou" userId="8f856845a52b247d" providerId="LiveId" clId="{C154C21A-E434-4F66-B5AD-9BF8E6CFD023}" dt="2026-09-30T21:18:39.786" v="600" actId="478"/>
          <ac:spMkLst>
            <pc:docMk/>
            <pc:sldMk cId="4029703690" sldId="377"/>
            <ac:spMk id="3" creationId="{66347B66-5DFA-525C-FB8A-06F58F322651}"/>
          </ac:spMkLst>
        </pc:spChg>
        <pc:picChg chg="add mod">
          <ac:chgData name="Michael Aristodemou" userId="8f856845a52b247d" providerId="LiveId" clId="{C154C21A-E434-4F66-B5AD-9BF8E6CFD023}" dt="2026-09-30T21:18:48.160" v="602"/>
          <ac:picMkLst>
            <pc:docMk/>
            <pc:sldMk cId="4029703690" sldId="377"/>
            <ac:picMk id="5" creationId="{756117CE-D0A7-0244-4A0A-4B225A216475}"/>
          </ac:picMkLst>
        </pc:picChg>
      </pc:sldChg>
      <pc:sldChg chg="addSp modSp new mod">
        <pc:chgData name="Michael Aristodemou" userId="8f856845a52b247d" providerId="LiveId" clId="{C154C21A-E434-4F66-B5AD-9BF8E6CFD023}" dt="2026-09-30T21:21:34.852" v="612" actId="1076"/>
        <pc:sldMkLst>
          <pc:docMk/>
          <pc:sldMk cId="1079422086" sldId="378"/>
        </pc:sldMkLst>
        <pc:spChg chg="add">
          <ac:chgData name="Michael Aristodemou" userId="8f856845a52b247d" providerId="LiveId" clId="{C154C21A-E434-4F66-B5AD-9BF8E6CFD023}" dt="2026-09-30T21:21:23.965" v="608" actId="11529"/>
          <ac:spMkLst>
            <pc:docMk/>
            <pc:sldMk cId="1079422086" sldId="378"/>
            <ac:spMk id="6" creationId="{D7C00A02-063C-618E-6AB4-0DFF60EDE642}"/>
          </ac:spMkLst>
        </pc:spChg>
        <pc:spChg chg="add mod">
          <ac:chgData name="Michael Aristodemou" userId="8f856845a52b247d" providerId="LiveId" clId="{C154C21A-E434-4F66-B5AD-9BF8E6CFD023}" dt="2026-09-30T21:21:29.202" v="610" actId="1076"/>
          <ac:spMkLst>
            <pc:docMk/>
            <pc:sldMk cId="1079422086" sldId="378"/>
            <ac:spMk id="8" creationId="{CB066BD2-92E0-0D4B-A32C-D59E7BC04F46}"/>
          </ac:spMkLst>
        </pc:spChg>
        <pc:spChg chg="add mod">
          <ac:chgData name="Michael Aristodemou" userId="8f856845a52b247d" providerId="LiveId" clId="{C154C21A-E434-4F66-B5AD-9BF8E6CFD023}" dt="2026-09-30T21:21:34.852" v="612" actId="1076"/>
          <ac:spMkLst>
            <pc:docMk/>
            <pc:sldMk cId="1079422086" sldId="378"/>
            <ac:spMk id="10" creationId="{9B577CB9-C147-7EEB-403F-71A7277AA42A}"/>
          </ac:spMkLst>
        </pc:spChg>
        <pc:picChg chg="add">
          <ac:chgData name="Michael Aristodemou" userId="8f856845a52b247d" providerId="LiveId" clId="{C154C21A-E434-4F66-B5AD-9BF8E6CFD023}" dt="2026-09-30T21:20:57.968" v="607" actId="22"/>
          <ac:picMkLst>
            <pc:docMk/>
            <pc:sldMk cId="1079422086" sldId="378"/>
            <ac:picMk id="5" creationId="{91F2ED3F-AE92-0749-1F89-249F7EBCF275}"/>
          </ac:picMkLst>
        </pc:picChg>
      </pc:sldChg>
    </pc:docChg>
  </pc:docChgLst>
  <pc:docChgLst>
    <pc:chgData name="Michael Aristodemou" userId="8f856845a52b247d" providerId="LiveId" clId="{9B00AFCF-B802-464E-AF44-A44E735D0D35}"/>
    <pc:docChg chg="custSel addSld modSld">
      <pc:chgData name="Michael Aristodemou" userId="8f856845a52b247d" providerId="LiveId" clId="{9B00AFCF-B802-464E-AF44-A44E735D0D35}" dt="2026-10-01T08:39:44.891" v="929" actId="5793"/>
      <pc:docMkLst>
        <pc:docMk/>
      </pc:docMkLst>
      <pc:sldChg chg="modNotesTx">
        <pc:chgData name="Michael Aristodemou" userId="8f856845a52b247d" providerId="LiveId" clId="{9B00AFCF-B802-464E-AF44-A44E735D0D35}" dt="2026-10-01T07:52:16.716" v="589" actId="20577"/>
        <pc:sldMkLst>
          <pc:docMk/>
          <pc:sldMk cId="1379567429" sldId="355"/>
        </pc:sldMkLst>
      </pc:sldChg>
      <pc:sldChg chg="modNotesTx">
        <pc:chgData name="Michael Aristodemou" userId="8f856845a52b247d" providerId="LiveId" clId="{9B00AFCF-B802-464E-AF44-A44E735D0D35}" dt="2026-10-01T07:54:46.603" v="923" actId="20577"/>
        <pc:sldMkLst>
          <pc:docMk/>
          <pc:sldMk cId="3239657140" sldId="356"/>
        </pc:sldMkLst>
      </pc:sldChg>
      <pc:sldChg chg="modSp mod">
        <pc:chgData name="Michael Aristodemou" userId="8f856845a52b247d" providerId="LiveId" clId="{9B00AFCF-B802-464E-AF44-A44E735D0D35}" dt="2026-10-01T08:39:44.891" v="929" actId="5793"/>
        <pc:sldMkLst>
          <pc:docMk/>
          <pc:sldMk cId="351604397" sldId="357"/>
        </pc:sldMkLst>
        <pc:spChg chg="mod">
          <ac:chgData name="Michael Aristodemou" userId="8f856845a52b247d" providerId="LiveId" clId="{9B00AFCF-B802-464E-AF44-A44E735D0D35}" dt="2026-10-01T08:39:44.891" v="929" actId="5793"/>
          <ac:spMkLst>
            <pc:docMk/>
            <pc:sldMk cId="351604397" sldId="357"/>
            <ac:spMk id="3" creationId="{EB9BED84-EA42-2E16-21F3-3C9900447722}"/>
          </ac:spMkLst>
        </pc:spChg>
      </pc:sldChg>
      <pc:sldChg chg="addSp delSp modSp new mod">
        <pc:chgData name="Michael Aristodemou" userId="8f856845a52b247d" providerId="LiveId" clId="{9B00AFCF-B802-464E-AF44-A44E735D0D35}" dt="2026-10-01T08:29:55.058" v="928"/>
        <pc:sldMkLst>
          <pc:docMk/>
          <pc:sldMk cId="4131601729" sldId="379"/>
        </pc:sldMkLst>
        <pc:spChg chg="del">
          <ac:chgData name="Michael Aristodemou" userId="8f856845a52b247d" providerId="LiveId" clId="{9B00AFCF-B802-464E-AF44-A44E735D0D35}" dt="2026-10-01T08:29:31.043" v="925" actId="478"/>
          <ac:spMkLst>
            <pc:docMk/>
            <pc:sldMk cId="4131601729" sldId="379"/>
            <ac:spMk id="2" creationId="{342C6190-8018-66B8-BE80-202816AA5373}"/>
          </ac:spMkLst>
        </pc:spChg>
        <pc:spChg chg="del">
          <ac:chgData name="Michael Aristodemou" userId="8f856845a52b247d" providerId="LiveId" clId="{9B00AFCF-B802-464E-AF44-A44E735D0D35}" dt="2026-10-01T08:29:32.033" v="926" actId="478"/>
          <ac:spMkLst>
            <pc:docMk/>
            <pc:sldMk cId="4131601729" sldId="379"/>
            <ac:spMk id="3" creationId="{E7F86BCA-0F5F-3642-E39C-8E926A3494B8}"/>
          </ac:spMkLst>
        </pc:spChg>
        <pc:picChg chg="add mod">
          <ac:chgData name="Michael Aristodemou" userId="8f856845a52b247d" providerId="LiveId" clId="{9B00AFCF-B802-464E-AF44-A44E735D0D35}" dt="2026-10-01T08:29:55.058" v="928"/>
          <ac:picMkLst>
            <pc:docMk/>
            <pc:sldMk cId="4131601729" sldId="379"/>
            <ac:picMk id="5" creationId="{01FA8386-C4C0-2257-7075-BDC911A6E20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865783-4221-46C4-B404-1430702566E8}" type="datetimeFigureOut">
              <a:rPr lang="en-CH" smtClean="0"/>
              <a:t>05.10.2026</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5E487-4208-43B4-82B3-E72BE32A6318}" type="slidenum">
              <a:rPr lang="en-CH" smtClean="0"/>
              <a:t>‹#›</a:t>
            </a:fld>
            <a:endParaRPr lang="en-CH"/>
          </a:p>
        </p:txBody>
      </p:sp>
    </p:spTree>
    <p:extLst>
      <p:ext uri="{BB962C8B-B14F-4D97-AF65-F5344CB8AC3E}">
        <p14:creationId xmlns:p14="http://schemas.microsoft.com/office/powerpoint/2010/main" val="1650717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3</a:t>
            </a:fld>
            <a:endParaRPr lang="en-CH"/>
          </a:p>
        </p:txBody>
      </p:sp>
    </p:spTree>
    <p:extLst>
      <p:ext uri="{BB962C8B-B14F-4D97-AF65-F5344CB8AC3E}">
        <p14:creationId xmlns:p14="http://schemas.microsoft.com/office/powerpoint/2010/main" val="2246854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call a fixed effects model</a:t>
            </a:r>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6</a:t>
            </a:fld>
            <a:endParaRPr lang="en-CH"/>
          </a:p>
        </p:txBody>
      </p:sp>
    </p:spTree>
    <p:extLst>
      <p:ext uri="{BB962C8B-B14F-4D97-AF65-F5344CB8AC3E}">
        <p14:creationId xmlns:p14="http://schemas.microsoft.com/office/powerpoint/2010/main" val="4138903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5E487-4208-43B4-82B3-E72BE32A6318}" type="slidenum">
              <a:rPr lang="en-CH" smtClean="0"/>
              <a:t>10</a:t>
            </a:fld>
            <a:endParaRPr lang="en-CH"/>
          </a:p>
        </p:txBody>
      </p:sp>
    </p:spTree>
    <p:extLst>
      <p:ext uri="{BB962C8B-B14F-4D97-AF65-F5344CB8AC3E}">
        <p14:creationId xmlns:p14="http://schemas.microsoft.com/office/powerpoint/2010/main" val="2518427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18</a:t>
            </a:fld>
            <a:endParaRPr lang="en-CH"/>
          </a:p>
        </p:txBody>
      </p:sp>
    </p:spTree>
    <p:extLst>
      <p:ext uri="{BB962C8B-B14F-4D97-AF65-F5344CB8AC3E}">
        <p14:creationId xmlns:p14="http://schemas.microsoft.com/office/powerpoint/2010/main" val="1962853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5E487-4208-43B4-82B3-E72BE32A6318}" type="slidenum">
              <a:rPr lang="en-CH" smtClean="0"/>
              <a:t>19</a:t>
            </a:fld>
            <a:endParaRPr lang="en-CH"/>
          </a:p>
        </p:txBody>
      </p:sp>
    </p:spTree>
    <p:extLst>
      <p:ext uri="{BB962C8B-B14F-4D97-AF65-F5344CB8AC3E}">
        <p14:creationId xmlns:p14="http://schemas.microsoft.com/office/powerpoint/2010/main" val="374260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5E487-4208-43B4-82B3-E72BE32A6318}" type="slidenum">
              <a:rPr lang="en-CH" smtClean="0"/>
              <a:t>20</a:t>
            </a:fld>
            <a:endParaRPr lang="en-CH"/>
          </a:p>
        </p:txBody>
      </p:sp>
    </p:spTree>
    <p:extLst>
      <p:ext uri="{BB962C8B-B14F-4D97-AF65-F5344CB8AC3E}">
        <p14:creationId xmlns:p14="http://schemas.microsoft.com/office/powerpoint/2010/main" val="1717934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A5E487-4208-43B4-82B3-E72BE32A6318}" type="slidenum">
              <a:rPr lang="en-CH" smtClean="0"/>
              <a:t>21</a:t>
            </a:fld>
            <a:endParaRPr lang="en-CH"/>
          </a:p>
        </p:txBody>
      </p:sp>
    </p:spTree>
    <p:extLst>
      <p:ext uri="{BB962C8B-B14F-4D97-AF65-F5344CB8AC3E}">
        <p14:creationId xmlns:p14="http://schemas.microsoft.com/office/powerpoint/2010/main" val="2697703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E6820292-1CE7-4EA0-B18B-88DA866A7021}" type="slidenum">
              <a:rPr lang="en-CH" smtClean="0"/>
              <a:t>23</a:t>
            </a:fld>
            <a:endParaRPr lang="en-CH"/>
          </a:p>
        </p:txBody>
      </p:sp>
    </p:spTree>
    <p:extLst>
      <p:ext uri="{BB962C8B-B14F-4D97-AF65-F5344CB8AC3E}">
        <p14:creationId xmlns:p14="http://schemas.microsoft.com/office/powerpoint/2010/main" val="309754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are going to launch cats in the air. Some days ago, two cats showed up on our doorstep and told us that they are magic—because they could fall from any distance and remain unscathed. These self-proclaimed magic cats bragged about how they learned a simple transformation that allows them to soften their fall. Instead of falling like normal cats, they fall by half of their current distance from the ground every second.</a:t>
            </a:r>
            <a:endParaRPr lang="en-CH" dirty="0"/>
          </a:p>
        </p:txBody>
      </p:sp>
      <p:sp>
        <p:nvSpPr>
          <p:cNvPr id="4" name="Slide Number Placeholder 3"/>
          <p:cNvSpPr>
            <a:spLocks noGrp="1"/>
          </p:cNvSpPr>
          <p:nvPr>
            <p:ph type="sldNum" sz="quarter" idx="5"/>
          </p:nvPr>
        </p:nvSpPr>
        <p:spPr/>
        <p:txBody>
          <a:bodyPr/>
          <a:lstStyle/>
          <a:p>
            <a:fld id="{F4A5E487-4208-43B4-82B3-E72BE32A6318}" type="slidenum">
              <a:rPr lang="en-CH" smtClean="0"/>
              <a:t>27</a:t>
            </a:fld>
            <a:endParaRPr lang="en-CH"/>
          </a:p>
        </p:txBody>
      </p:sp>
    </p:spTree>
    <p:extLst>
      <p:ext uri="{BB962C8B-B14F-4D97-AF65-F5344CB8AC3E}">
        <p14:creationId xmlns:p14="http://schemas.microsoft.com/office/powerpoint/2010/main" val="249444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they are currently at 10 meters in 1 second they will be at 5, then after a second at 2.5, then 1.25 and so on. We are convinced by the charisma of these cats and we decide to do an experiment. But as you can imagine our proposal was not very popular with the ethics committee.</a:t>
            </a:r>
            <a:endParaRPr lang="en-CH" dirty="0"/>
          </a:p>
        </p:txBody>
      </p:sp>
      <p:sp>
        <p:nvSpPr>
          <p:cNvPr id="4" name="Slide Number Placeholder 3"/>
          <p:cNvSpPr>
            <a:spLocks noGrp="1"/>
          </p:cNvSpPr>
          <p:nvPr>
            <p:ph type="sldNum" sz="quarter" idx="5"/>
          </p:nvPr>
        </p:nvSpPr>
        <p:spPr/>
        <p:txBody>
          <a:bodyPr/>
          <a:lstStyle/>
          <a:p>
            <a:fld id="{F4A5E487-4208-43B4-82B3-E72BE32A6318}" type="slidenum">
              <a:rPr lang="en-CH" smtClean="0"/>
              <a:t>28</a:t>
            </a:fld>
            <a:endParaRPr lang="en-CH"/>
          </a:p>
        </p:txBody>
      </p:sp>
    </p:spTree>
    <p:extLst>
      <p:ext uri="{BB962C8B-B14F-4D97-AF65-F5344CB8AC3E}">
        <p14:creationId xmlns:p14="http://schemas.microsoft.com/office/powerpoint/2010/main" val="3990105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200D2-E2EC-95B8-8678-28EACFCF4D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DF012C4B-5D14-287D-6145-E8B49ECCF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E31F4A0B-26DE-FB91-4292-019656392F46}"/>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13FF9C84-9E44-AC42-38A1-7B125810380B}"/>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49DFFB59-4583-22F0-0F55-D22F0867ECE8}"/>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4228837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2D2C1-E46F-4FB5-AC49-EEED3EE63CF1}"/>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32905DFA-647C-2887-3D25-72E2F4C831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666BDB68-982C-B94A-E93D-064C703F69DC}"/>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C4152F40-8492-FCE6-8F79-12A96E62A5EC}"/>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6E4514F-6D5E-C14F-808E-3181C53F9654}"/>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2870106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B5100-6299-CEAB-325E-34E3C62FAC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E35145FA-997B-C13C-2E22-181E4C2754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5A3890-DE57-2156-E89A-D152781F5E18}"/>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E01ED3AC-9F92-0BAE-7EAD-52240FDAA34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3498C95A-2FEC-6344-C78C-68772D208B9E}"/>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2679924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CEF6-3AC2-8EF4-4556-3020BEF1B1A3}"/>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F6241D3C-19F2-ADAD-0791-7E672CE096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AC5E0F0E-39C2-21A8-1F12-4CE7B3D41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A1978434-3BD6-F06E-F9A4-5A4581E1810D}"/>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6" name="Footer Placeholder 5">
            <a:extLst>
              <a:ext uri="{FF2B5EF4-FFF2-40B4-BE49-F238E27FC236}">
                <a16:creationId xmlns:a16="http://schemas.microsoft.com/office/drawing/2014/main" id="{244F477F-7C6A-D852-9258-669B4874A2CE}"/>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9C99E6FE-A0AC-7BDA-8D5F-B805081D2E10}"/>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2352312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CEC8-B4C5-ED21-2A0F-7F6CE8D6E3AE}"/>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E4B1F0DF-53F9-0F68-45F0-9B4406DE9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787CFD-EB8C-9C29-7AF1-432BF7BAC4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7D8A20CD-D5A5-0E55-D311-F8AE03924F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E65E20-110F-7D2A-8F5C-0292534741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19ED8A6E-F452-E778-58E7-8D4D4917CA65}"/>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8" name="Footer Placeholder 7">
            <a:extLst>
              <a:ext uri="{FF2B5EF4-FFF2-40B4-BE49-F238E27FC236}">
                <a16:creationId xmlns:a16="http://schemas.microsoft.com/office/drawing/2014/main" id="{BEAFBFE5-8701-6A2B-F7C0-795BBA1789D4}"/>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96E30389-A545-3785-38AE-95FA5A947006}"/>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2376006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6871-D9D7-1E1E-097F-178A53A94B96}"/>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50B557F2-E9DA-4107-059B-BD8EBBB40B1C}"/>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4" name="Footer Placeholder 3">
            <a:extLst>
              <a:ext uri="{FF2B5EF4-FFF2-40B4-BE49-F238E27FC236}">
                <a16:creationId xmlns:a16="http://schemas.microsoft.com/office/drawing/2014/main" id="{FE6E9AB6-BA65-ABD2-67C7-ABB64D8274D3}"/>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5CF07B9B-C65E-2F35-7ADA-A6553EEA52E3}"/>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228537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3183F9-9467-45BC-E6A9-C3503753F454}"/>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3" name="Footer Placeholder 2">
            <a:extLst>
              <a:ext uri="{FF2B5EF4-FFF2-40B4-BE49-F238E27FC236}">
                <a16:creationId xmlns:a16="http://schemas.microsoft.com/office/drawing/2014/main" id="{589FD39C-6694-097D-1ABF-0D46A1093382}"/>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70CEDDA0-7426-CE2D-0C57-180855AEA88F}"/>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3743438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A598-31DB-CAFC-CADB-5636AD7DD1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C7B1D80C-6B2E-3AD8-2597-1CD49EB16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2212A4CC-5B4C-77B5-04D9-110F132FD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9B5C4-AED3-BF53-4C07-3EA55D939757}"/>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6" name="Footer Placeholder 5">
            <a:extLst>
              <a:ext uri="{FF2B5EF4-FFF2-40B4-BE49-F238E27FC236}">
                <a16:creationId xmlns:a16="http://schemas.microsoft.com/office/drawing/2014/main" id="{EE43C544-B46A-70D6-6AED-9106C63C09F7}"/>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2BCFD56A-F815-4B10-BAAC-567946ED18C6}"/>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91599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F3EF-B4DF-2CB6-A49A-258A3220F9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8EE74698-D5F3-17FB-F9CC-27E2D0548C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B9B64B83-0B3F-854A-EA8A-E5317FFB0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5E62E-8C78-546E-4A90-E41966DE6ECD}"/>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6" name="Footer Placeholder 5">
            <a:extLst>
              <a:ext uri="{FF2B5EF4-FFF2-40B4-BE49-F238E27FC236}">
                <a16:creationId xmlns:a16="http://schemas.microsoft.com/office/drawing/2014/main" id="{CE8E5B94-61F1-F9BC-371D-1E3C28777D19}"/>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82505621-858B-0560-F358-472C91DE9EE7}"/>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117850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ACDC-38A9-4439-063C-1ECC289FEF9A}"/>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BDD60E73-42DB-6178-23BA-32A482532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A8B1A399-2203-C7A5-3AB5-68C8F96F15D2}"/>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65A2E008-1ECF-620C-13F1-DA758B157D2D}"/>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BB8AD92B-C818-2F7C-1988-32263BBF5AF9}"/>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794750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650CF9-741E-4A39-A3BB-D00E3DD29E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ABCD078A-A33F-22DA-CFBD-0F5B04154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6C94A0FA-02D8-6815-6B7D-2C1EE61B6A54}"/>
              </a:ext>
            </a:extLst>
          </p:cNvPr>
          <p:cNvSpPr>
            <a:spLocks noGrp="1"/>
          </p:cNvSpPr>
          <p:nvPr>
            <p:ph type="dt" sz="half" idx="10"/>
          </p:nvPr>
        </p:nvSpPr>
        <p:spPr/>
        <p:txBody>
          <a:body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A06D514E-2A79-C278-423E-AE13F9C647A0}"/>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7B94E2E9-D5D9-43E6-CBEE-01C5995E0333}"/>
              </a:ext>
            </a:extLst>
          </p:cNvPr>
          <p:cNvSpPr>
            <a:spLocks noGrp="1"/>
          </p:cNvSpPr>
          <p:nvPr>
            <p:ph type="sldNum" sz="quarter" idx="12"/>
          </p:nvPr>
        </p:nvSpPr>
        <p:spPr/>
        <p:txBody>
          <a:bodyPr/>
          <a:lstStyle/>
          <a:p>
            <a:fld id="{34E5E419-7E19-42F6-AFB1-7594E1472318}" type="slidenum">
              <a:rPr lang="en-CH" smtClean="0"/>
              <a:t>‹#›</a:t>
            </a:fld>
            <a:endParaRPr lang="en-CH"/>
          </a:p>
        </p:txBody>
      </p:sp>
    </p:spTree>
    <p:extLst>
      <p:ext uri="{BB962C8B-B14F-4D97-AF65-F5344CB8AC3E}">
        <p14:creationId xmlns:p14="http://schemas.microsoft.com/office/powerpoint/2010/main" val="175042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8D5557-B7BB-F081-9B95-BC1FA687C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9727319E-BD9D-D2A8-829C-DC8844A0E2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EFEBEB0A-6408-E81E-5E39-ECD99794B9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37AE19-736D-4DED-8A34-1B4308634605}" type="datetimeFigureOut">
              <a:rPr lang="en-CH" smtClean="0"/>
              <a:t>05.10.2026</a:t>
            </a:fld>
            <a:endParaRPr lang="en-CH"/>
          </a:p>
        </p:txBody>
      </p:sp>
      <p:sp>
        <p:nvSpPr>
          <p:cNvPr id="5" name="Footer Placeholder 4">
            <a:extLst>
              <a:ext uri="{FF2B5EF4-FFF2-40B4-BE49-F238E27FC236}">
                <a16:creationId xmlns:a16="http://schemas.microsoft.com/office/drawing/2014/main" id="{83D82ACA-762F-3DE7-4BCD-CF955ED6B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C4CC2CFD-863E-90A9-15C5-C14C67514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E5E419-7E19-42F6-AFB1-7594E1472318}" type="slidenum">
              <a:rPr lang="en-CH" smtClean="0"/>
              <a:t>‹#›</a:t>
            </a:fld>
            <a:endParaRPr lang="en-CH"/>
          </a:p>
        </p:txBody>
      </p:sp>
    </p:spTree>
    <p:extLst>
      <p:ext uri="{BB962C8B-B14F-4D97-AF65-F5344CB8AC3E}">
        <p14:creationId xmlns:p14="http://schemas.microsoft.com/office/powerpoint/2010/main" val="2339313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7" Type="http://schemas.openxmlformats.org/officeDocument/2006/relationships/image" Target="../media/image29.png"/><Relationship Id="rId1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33.png"/><Relationship Id="rId10" Type="http://schemas.openxmlformats.org/officeDocument/2006/relationships/image" Target="../media/image32.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70.png"/></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34.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uessthecorrelation.com/" TargetMode="External"/><Relationship Id="rId2" Type="http://schemas.openxmlformats.org/officeDocument/2006/relationships/hyperlink" Target="https://psyarxiv.com/gwu8b"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diagram of a graph&#10;&#10;AI-generated content may be incorrect.">
            <a:extLst>
              <a:ext uri="{FF2B5EF4-FFF2-40B4-BE49-F238E27FC236}">
                <a16:creationId xmlns:a16="http://schemas.microsoft.com/office/drawing/2014/main" id="{9DF468E7-5952-3FB9-1C0A-F1FBA3876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 y="0"/>
            <a:ext cx="6858000" cy="6858000"/>
          </a:xfrm>
          <a:prstGeom prst="rect">
            <a:avLst/>
          </a:prstGeom>
        </p:spPr>
      </p:pic>
      <p:sp>
        <p:nvSpPr>
          <p:cNvPr id="8" name="Title 7">
            <a:extLst>
              <a:ext uri="{FF2B5EF4-FFF2-40B4-BE49-F238E27FC236}">
                <a16:creationId xmlns:a16="http://schemas.microsoft.com/office/drawing/2014/main" id="{99C5BDDE-E792-D662-11ED-B539CDE8D9B8}"/>
              </a:ext>
            </a:extLst>
          </p:cNvPr>
          <p:cNvSpPr>
            <a:spLocks noGrp="1"/>
          </p:cNvSpPr>
          <p:nvPr>
            <p:ph type="title"/>
          </p:nvPr>
        </p:nvSpPr>
        <p:spPr>
          <a:xfrm>
            <a:off x="4298667" y="3011276"/>
            <a:ext cx="7038567" cy="1325563"/>
          </a:xfrm>
        </p:spPr>
        <p:txBody>
          <a:bodyPr>
            <a:normAutofit/>
          </a:bodyPr>
          <a:lstStyle/>
          <a:p>
            <a:r>
              <a:rPr lang="en-US" dirty="0"/>
              <a:t>Dynamic Systems Thinking for</a:t>
            </a:r>
            <a:br>
              <a:rPr lang="en-US" dirty="0"/>
            </a:br>
            <a:r>
              <a:rPr lang="en-US" dirty="0"/>
              <a:t>Psychologists</a:t>
            </a:r>
            <a:endParaRPr lang="en-CH" dirty="0"/>
          </a:p>
        </p:txBody>
      </p:sp>
      <p:sp>
        <p:nvSpPr>
          <p:cNvPr id="12" name="Subtitle 2">
            <a:extLst>
              <a:ext uri="{FF2B5EF4-FFF2-40B4-BE49-F238E27FC236}">
                <a16:creationId xmlns:a16="http://schemas.microsoft.com/office/drawing/2014/main" id="{7AFEA554-F0BA-D7F7-B944-98D22D32361C}"/>
              </a:ext>
            </a:extLst>
          </p:cNvPr>
          <p:cNvSpPr txBox="1">
            <a:spLocks/>
          </p:cNvSpPr>
          <p:nvPr/>
        </p:nvSpPr>
        <p:spPr>
          <a:xfrm>
            <a:off x="4298667" y="4475435"/>
            <a:ext cx="5505449"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D0D0D"/>
                </a:solidFill>
              </a:rPr>
              <a:t>Michael E. Aristodemou</a:t>
            </a:r>
            <a:endParaRPr lang="en-CH" sz="2000" dirty="0">
              <a:solidFill>
                <a:srgbClr val="0D0D0D"/>
              </a:solidFill>
            </a:endParaRPr>
          </a:p>
        </p:txBody>
      </p:sp>
      <p:sp>
        <p:nvSpPr>
          <p:cNvPr id="13" name="TextBox 12">
            <a:extLst>
              <a:ext uri="{FF2B5EF4-FFF2-40B4-BE49-F238E27FC236}">
                <a16:creationId xmlns:a16="http://schemas.microsoft.com/office/drawing/2014/main" id="{60D532BA-56D8-DE29-EAC6-D83F61E5EFE6}"/>
              </a:ext>
            </a:extLst>
          </p:cNvPr>
          <p:cNvSpPr txBox="1"/>
          <p:nvPr/>
        </p:nvSpPr>
        <p:spPr>
          <a:xfrm>
            <a:off x="4298667" y="4854471"/>
            <a:ext cx="4399722" cy="369332"/>
          </a:xfrm>
          <a:prstGeom prst="rect">
            <a:avLst/>
          </a:prstGeom>
          <a:noFill/>
        </p:spPr>
        <p:txBody>
          <a:bodyPr wrap="square" rtlCol="0">
            <a:spAutoFit/>
          </a:bodyPr>
          <a:lstStyle/>
          <a:p>
            <a:r>
              <a:rPr lang="en-US" dirty="0">
                <a:solidFill>
                  <a:srgbClr val="0D0D0D"/>
                </a:solidFill>
              </a:rPr>
              <a:t>michael.aristodemou@psychologie.uzh.ch</a:t>
            </a:r>
            <a:endParaRPr lang="en-CH" dirty="0">
              <a:solidFill>
                <a:srgbClr val="0D0D0D"/>
              </a:solidFill>
            </a:endParaRPr>
          </a:p>
        </p:txBody>
      </p:sp>
      <p:sp>
        <p:nvSpPr>
          <p:cNvPr id="2" name="TextBox 1">
            <a:extLst>
              <a:ext uri="{FF2B5EF4-FFF2-40B4-BE49-F238E27FC236}">
                <a16:creationId xmlns:a16="http://schemas.microsoft.com/office/drawing/2014/main" id="{3C917886-7CE4-F53C-5E08-88CF04E485EA}"/>
              </a:ext>
            </a:extLst>
          </p:cNvPr>
          <p:cNvSpPr txBox="1"/>
          <p:nvPr/>
        </p:nvSpPr>
        <p:spPr>
          <a:xfrm>
            <a:off x="4298667" y="5418173"/>
            <a:ext cx="5388672" cy="369332"/>
          </a:xfrm>
          <a:prstGeom prst="rect">
            <a:avLst/>
          </a:prstGeom>
          <a:noFill/>
        </p:spPr>
        <p:txBody>
          <a:bodyPr wrap="square" rtlCol="0">
            <a:spAutoFit/>
          </a:bodyPr>
          <a:lstStyle/>
          <a:p>
            <a:r>
              <a:rPr lang="en-GB" dirty="0">
                <a:solidFill>
                  <a:srgbClr val="FF0000"/>
                </a:solidFill>
              </a:rPr>
              <a:t>Lecture 3</a:t>
            </a:r>
            <a:r>
              <a:rPr lang="en-US" dirty="0">
                <a:solidFill>
                  <a:srgbClr val="FF0000"/>
                </a:solidFill>
              </a:rPr>
              <a:t>: Hierarchical Linear Models &amp; Magic Cats</a:t>
            </a:r>
            <a:endParaRPr lang="en-CH" dirty="0">
              <a:solidFill>
                <a:srgbClr val="FF0000"/>
              </a:solidFill>
            </a:endParaRPr>
          </a:p>
        </p:txBody>
      </p:sp>
    </p:spTree>
    <p:extLst>
      <p:ext uri="{BB962C8B-B14F-4D97-AF65-F5344CB8AC3E}">
        <p14:creationId xmlns:p14="http://schemas.microsoft.com/office/powerpoint/2010/main" val="287023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628C6-EC2F-28C3-F35B-15921492F3C7}"/>
              </a:ext>
            </a:extLst>
          </p:cNvPr>
          <p:cNvSpPr>
            <a:spLocks noGrp="1"/>
          </p:cNvSpPr>
          <p:nvPr>
            <p:ph type="title"/>
          </p:nvPr>
        </p:nvSpPr>
        <p:spPr>
          <a:xfrm>
            <a:off x="838200" y="4909457"/>
            <a:ext cx="10515600" cy="1325563"/>
          </a:xfrm>
        </p:spPr>
        <p:txBody>
          <a:bodyPr/>
          <a:lstStyle/>
          <a:p>
            <a:r>
              <a:rPr lang="en-US" dirty="0"/>
              <a:t>Is therapy going well?</a:t>
            </a:r>
            <a:endParaRPr lang="en-CH" dirty="0"/>
          </a:p>
        </p:txBody>
      </p:sp>
      <p:pic>
        <p:nvPicPr>
          <p:cNvPr id="4" name="Picture 3">
            <a:extLst>
              <a:ext uri="{FF2B5EF4-FFF2-40B4-BE49-F238E27FC236}">
                <a16:creationId xmlns:a16="http://schemas.microsoft.com/office/drawing/2014/main" id="{AC678A46-0AF6-71DA-EF97-373403313CE4}"/>
              </a:ext>
            </a:extLst>
          </p:cNvPr>
          <p:cNvPicPr>
            <a:picLocks noChangeAspect="1"/>
          </p:cNvPicPr>
          <p:nvPr/>
        </p:nvPicPr>
        <p:blipFill>
          <a:blip r:embed="rId2"/>
          <a:stretch>
            <a:fillRect/>
          </a:stretch>
        </p:blipFill>
        <p:spPr>
          <a:xfrm>
            <a:off x="1600702" y="744210"/>
            <a:ext cx="8990596" cy="4165247"/>
          </a:xfrm>
          <a:prstGeom prst="rect">
            <a:avLst/>
          </a:prstGeom>
        </p:spPr>
      </p:pic>
      <p:cxnSp>
        <p:nvCxnSpPr>
          <p:cNvPr id="5" name="Straight Connector 4">
            <a:extLst>
              <a:ext uri="{FF2B5EF4-FFF2-40B4-BE49-F238E27FC236}">
                <a16:creationId xmlns:a16="http://schemas.microsoft.com/office/drawing/2014/main" id="{8090753C-18A9-E9FE-7B4A-7A37765C2CAA}"/>
              </a:ext>
            </a:extLst>
          </p:cNvPr>
          <p:cNvCxnSpPr>
            <a:cxnSpLocks/>
          </p:cNvCxnSpPr>
          <p:nvPr/>
        </p:nvCxnSpPr>
        <p:spPr>
          <a:xfrm>
            <a:off x="8820150" y="1704975"/>
            <a:ext cx="0" cy="581025"/>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81F8DC54-5F02-F92E-A5FA-62CA7A30CC3B}"/>
              </a:ext>
            </a:extLst>
          </p:cNvPr>
          <p:cNvCxnSpPr>
            <a:cxnSpLocks/>
          </p:cNvCxnSpPr>
          <p:nvPr/>
        </p:nvCxnSpPr>
        <p:spPr>
          <a:xfrm>
            <a:off x="7181850" y="2286000"/>
            <a:ext cx="16383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1353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475B8-003F-BBB0-D155-5C89AEA96D18}"/>
              </a:ext>
            </a:extLst>
          </p:cNvPr>
          <p:cNvSpPr>
            <a:spLocks noGrp="1"/>
          </p:cNvSpPr>
          <p:nvPr>
            <p:ph type="title"/>
          </p:nvPr>
        </p:nvSpPr>
        <p:spPr>
          <a:xfrm>
            <a:off x="838200" y="2766218"/>
            <a:ext cx="10515600" cy="1325563"/>
          </a:xfrm>
        </p:spPr>
        <p:txBody>
          <a:bodyPr/>
          <a:lstStyle/>
          <a:p>
            <a:r>
              <a:rPr lang="en-US" dirty="0"/>
              <a:t>A way to find out…</a:t>
            </a:r>
            <a:endParaRPr lang="en-CH" dirty="0"/>
          </a:p>
        </p:txBody>
      </p:sp>
      <p:pic>
        <p:nvPicPr>
          <p:cNvPr id="4" name="Graphic 3" descr="Man with solid fill">
            <a:extLst>
              <a:ext uri="{FF2B5EF4-FFF2-40B4-BE49-F238E27FC236}">
                <a16:creationId xmlns:a16="http://schemas.microsoft.com/office/drawing/2014/main" id="{B34E3F00-0D33-5EAF-4CB1-99D7FDD2A1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1372" y="4555436"/>
            <a:ext cx="1424609" cy="1424609"/>
          </a:xfrm>
          <a:prstGeom prst="rect">
            <a:avLst/>
          </a:prstGeom>
        </p:spPr>
      </p:pic>
      <p:pic>
        <p:nvPicPr>
          <p:cNvPr id="6" name="Graphic 5" descr="Man with solid fill">
            <a:extLst>
              <a:ext uri="{FF2B5EF4-FFF2-40B4-BE49-F238E27FC236}">
                <a16:creationId xmlns:a16="http://schemas.microsoft.com/office/drawing/2014/main" id="{1D5FE1FF-1028-F5D2-8055-C188AC3290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3676" y="4555436"/>
            <a:ext cx="1424609" cy="1424609"/>
          </a:xfrm>
          <a:prstGeom prst="rect">
            <a:avLst/>
          </a:prstGeom>
        </p:spPr>
      </p:pic>
      <p:pic>
        <p:nvPicPr>
          <p:cNvPr id="7" name="Graphic 6" descr="Man with solid fill">
            <a:extLst>
              <a:ext uri="{FF2B5EF4-FFF2-40B4-BE49-F238E27FC236}">
                <a16:creationId xmlns:a16="http://schemas.microsoft.com/office/drawing/2014/main" id="{0230AF73-7DB2-EA86-9379-B50CBEC0D0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5980" y="4555435"/>
            <a:ext cx="1424609" cy="1424609"/>
          </a:xfrm>
          <a:prstGeom prst="rect">
            <a:avLst/>
          </a:prstGeom>
        </p:spPr>
      </p:pic>
      <p:pic>
        <p:nvPicPr>
          <p:cNvPr id="8" name="Graphic 7" descr="Man with solid fill">
            <a:extLst>
              <a:ext uri="{FF2B5EF4-FFF2-40B4-BE49-F238E27FC236}">
                <a16:creationId xmlns:a16="http://schemas.microsoft.com/office/drawing/2014/main" id="{5DEEF204-A2E7-4048-0210-0A29E6B329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78284" y="4555435"/>
            <a:ext cx="1424609" cy="1424609"/>
          </a:xfrm>
          <a:prstGeom prst="rect">
            <a:avLst/>
          </a:prstGeom>
        </p:spPr>
      </p:pic>
      <p:pic>
        <p:nvPicPr>
          <p:cNvPr id="9" name="Graphic 8" descr="Man with solid fill">
            <a:extLst>
              <a:ext uri="{FF2B5EF4-FFF2-40B4-BE49-F238E27FC236}">
                <a16:creationId xmlns:a16="http://schemas.microsoft.com/office/drawing/2014/main" id="{94539C18-F6A8-704F-BF2B-66790346156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90588" y="4555436"/>
            <a:ext cx="1424609" cy="1424609"/>
          </a:xfrm>
          <a:prstGeom prst="rect">
            <a:avLst/>
          </a:prstGeom>
        </p:spPr>
      </p:pic>
      <p:pic>
        <p:nvPicPr>
          <p:cNvPr id="10" name="Graphic 9" descr="Man with solid fill">
            <a:extLst>
              <a:ext uri="{FF2B5EF4-FFF2-40B4-BE49-F238E27FC236}">
                <a16:creationId xmlns:a16="http://schemas.microsoft.com/office/drawing/2014/main" id="{08A20AA7-2D23-DDC3-9207-5564972554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02892" y="4555436"/>
            <a:ext cx="1424609" cy="1424609"/>
          </a:xfrm>
          <a:prstGeom prst="rect">
            <a:avLst/>
          </a:prstGeom>
        </p:spPr>
      </p:pic>
      <p:pic>
        <p:nvPicPr>
          <p:cNvPr id="11" name="Graphic 10" descr="Man with solid fill">
            <a:extLst>
              <a:ext uri="{FF2B5EF4-FFF2-40B4-BE49-F238E27FC236}">
                <a16:creationId xmlns:a16="http://schemas.microsoft.com/office/drawing/2014/main" id="{3CA86C98-EC22-94C0-CFA4-DCAB3D4D0A5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15196" y="4555435"/>
            <a:ext cx="1424609" cy="1424609"/>
          </a:xfrm>
          <a:prstGeom prst="rect">
            <a:avLst/>
          </a:prstGeom>
        </p:spPr>
      </p:pic>
      <p:pic>
        <p:nvPicPr>
          <p:cNvPr id="12" name="Graphic 11" descr="Man with solid fill">
            <a:extLst>
              <a:ext uri="{FF2B5EF4-FFF2-40B4-BE49-F238E27FC236}">
                <a16:creationId xmlns:a16="http://schemas.microsoft.com/office/drawing/2014/main" id="{0A3080CC-96AB-4526-16CE-F0FED075EA0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27500" y="4555435"/>
            <a:ext cx="1424609" cy="1424609"/>
          </a:xfrm>
          <a:prstGeom prst="rect">
            <a:avLst/>
          </a:prstGeom>
        </p:spPr>
      </p:pic>
    </p:spTree>
    <p:extLst>
      <p:ext uri="{BB962C8B-B14F-4D97-AF65-F5344CB8AC3E}">
        <p14:creationId xmlns:p14="http://schemas.microsoft.com/office/powerpoint/2010/main" val="4041299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1F216-E6AE-E8B4-43A0-A35F35C349B1}"/>
              </a:ext>
            </a:extLst>
          </p:cNvPr>
          <p:cNvSpPr>
            <a:spLocks noGrp="1"/>
          </p:cNvSpPr>
          <p:nvPr>
            <p:ph type="title"/>
          </p:nvPr>
        </p:nvSpPr>
        <p:spPr/>
        <p:txBody>
          <a:bodyPr/>
          <a:lstStyle/>
          <a:p>
            <a:r>
              <a:rPr lang="en-US" dirty="0"/>
              <a:t>We need a reference, is 1.84 large or small?</a:t>
            </a:r>
          </a:p>
        </p:txBody>
      </p:sp>
      <p:pic>
        <p:nvPicPr>
          <p:cNvPr id="5" name="Picture 4">
            <a:extLst>
              <a:ext uri="{FF2B5EF4-FFF2-40B4-BE49-F238E27FC236}">
                <a16:creationId xmlns:a16="http://schemas.microsoft.com/office/drawing/2014/main" id="{C9E3DBD2-401E-C5F1-A5D5-489889944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3072" y="1690688"/>
            <a:ext cx="8965855" cy="5045816"/>
          </a:xfrm>
          <a:prstGeom prst="rect">
            <a:avLst/>
          </a:prstGeom>
        </p:spPr>
      </p:pic>
      <p:sp>
        <p:nvSpPr>
          <p:cNvPr id="6" name="Rectangle 5">
            <a:extLst>
              <a:ext uri="{FF2B5EF4-FFF2-40B4-BE49-F238E27FC236}">
                <a16:creationId xmlns:a16="http://schemas.microsoft.com/office/drawing/2014/main" id="{210E7879-34A9-C691-4B06-80379A23AB6D}"/>
              </a:ext>
            </a:extLst>
          </p:cNvPr>
          <p:cNvSpPr/>
          <p:nvPr/>
        </p:nvSpPr>
        <p:spPr>
          <a:xfrm>
            <a:off x="7217923" y="3891064"/>
            <a:ext cx="1867711" cy="505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861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3FA1-5642-6FB9-CA34-990E23D6E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5C48D-9D93-060A-15A9-D49E2DC3323E}"/>
              </a:ext>
            </a:extLst>
          </p:cNvPr>
          <p:cNvSpPr>
            <a:spLocks noGrp="1"/>
          </p:cNvSpPr>
          <p:nvPr>
            <p:ph type="title"/>
          </p:nvPr>
        </p:nvSpPr>
        <p:spPr/>
        <p:txBody>
          <a:bodyPr/>
          <a:lstStyle/>
          <a:p>
            <a:r>
              <a:rPr lang="en-US" dirty="0"/>
              <a:t>Many people</a:t>
            </a:r>
            <a:endParaRPr lang="en-CH" dirty="0"/>
          </a:p>
        </p:txBody>
      </p:sp>
      <p:sp>
        <p:nvSpPr>
          <p:cNvPr id="3" name="Content Placeholder 2">
            <a:extLst>
              <a:ext uri="{FF2B5EF4-FFF2-40B4-BE49-F238E27FC236}">
                <a16:creationId xmlns:a16="http://schemas.microsoft.com/office/drawing/2014/main" id="{A8505EDC-BDC3-38A9-44BB-0715691AF49A}"/>
              </a:ext>
            </a:extLst>
          </p:cNvPr>
          <p:cNvSpPr>
            <a:spLocks noGrp="1"/>
          </p:cNvSpPr>
          <p:nvPr>
            <p:ph idx="1"/>
          </p:nvPr>
        </p:nvSpPr>
        <p:spPr>
          <a:xfrm>
            <a:off x="838200" y="1825625"/>
            <a:ext cx="10515600" cy="2024132"/>
          </a:xfrm>
        </p:spPr>
        <p:txBody>
          <a:bodyPr>
            <a:normAutofit/>
          </a:bodyPr>
          <a:lstStyle/>
          <a:p>
            <a:pPr marL="0" indent="0">
              <a:buNone/>
            </a:pPr>
            <a:r>
              <a:rPr lang="en-US" dirty="0"/>
              <a:t>Let’s imagine we recruit 20 more people who will start the same therapy at the same time as Albert for the same duration.</a:t>
            </a:r>
          </a:p>
          <a:p>
            <a:pPr marL="0" indent="0">
              <a:buNone/>
            </a:pPr>
            <a:r>
              <a:rPr lang="en-US" b="1" dirty="0"/>
              <a:t>What’s the simplest world we can imagine?</a:t>
            </a:r>
            <a:endParaRPr lang="en-CH" b="1" dirty="0"/>
          </a:p>
        </p:txBody>
      </p:sp>
    </p:spTree>
    <p:extLst>
      <p:ext uri="{BB962C8B-B14F-4D97-AF65-F5344CB8AC3E}">
        <p14:creationId xmlns:p14="http://schemas.microsoft.com/office/powerpoint/2010/main" val="2669623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82BD-1CA3-BECA-D141-27D07848A4B2}"/>
              </a:ext>
            </a:extLst>
          </p:cNvPr>
          <p:cNvSpPr>
            <a:spLocks noGrp="1"/>
          </p:cNvSpPr>
          <p:nvPr>
            <p:ph type="title"/>
          </p:nvPr>
        </p:nvSpPr>
        <p:spPr/>
        <p:txBody>
          <a:bodyPr/>
          <a:lstStyle/>
          <a:p>
            <a:r>
              <a:rPr lang="en-US" dirty="0"/>
              <a:t>Many people, same intercept and slope</a:t>
            </a:r>
            <a:endParaRPr lang="en-CH" dirty="0"/>
          </a:p>
        </p:txBody>
      </p:sp>
      <p:pic>
        <p:nvPicPr>
          <p:cNvPr id="5" name="Content Placeholder 4">
            <a:extLst>
              <a:ext uri="{FF2B5EF4-FFF2-40B4-BE49-F238E27FC236}">
                <a16:creationId xmlns:a16="http://schemas.microsoft.com/office/drawing/2014/main" id="{B4B36BE6-0D01-AB0E-6BED-AF6AC54ACA89}"/>
              </a:ext>
            </a:extLst>
          </p:cNvPr>
          <p:cNvPicPr>
            <a:picLocks noGrp="1" noChangeAspect="1"/>
          </p:cNvPicPr>
          <p:nvPr>
            <p:ph idx="1"/>
          </p:nvPr>
        </p:nvPicPr>
        <p:blipFill>
          <a:blip r:embed="rId3"/>
          <a:stretch>
            <a:fillRect/>
          </a:stretch>
        </p:blipFill>
        <p:spPr>
          <a:xfrm>
            <a:off x="3499982" y="1684865"/>
            <a:ext cx="5192035" cy="4808010"/>
          </a:xfrm>
          <a:prstGeom prst="rect">
            <a:avLst/>
          </a:prstGeom>
        </p:spPr>
      </p:pic>
    </p:spTree>
    <p:extLst>
      <p:ext uri="{BB962C8B-B14F-4D97-AF65-F5344CB8AC3E}">
        <p14:creationId xmlns:p14="http://schemas.microsoft.com/office/powerpoint/2010/main" val="3738769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3943-45DB-C09A-61A4-9423257D11EC}"/>
              </a:ext>
            </a:extLst>
          </p:cNvPr>
          <p:cNvSpPr>
            <a:spLocks noGrp="1"/>
          </p:cNvSpPr>
          <p:nvPr>
            <p:ph type="title"/>
          </p:nvPr>
        </p:nvSpPr>
        <p:spPr/>
        <p:txBody>
          <a:bodyPr/>
          <a:lstStyle/>
          <a:p>
            <a:r>
              <a:rPr lang="en-US" dirty="0"/>
              <a:t>Individual differences</a:t>
            </a:r>
            <a:endParaRPr lang="en-CH" dirty="0"/>
          </a:p>
        </p:txBody>
      </p:sp>
      <p:sp>
        <p:nvSpPr>
          <p:cNvPr id="3" name="Content Placeholder 2">
            <a:extLst>
              <a:ext uri="{FF2B5EF4-FFF2-40B4-BE49-F238E27FC236}">
                <a16:creationId xmlns:a16="http://schemas.microsoft.com/office/drawing/2014/main" id="{43D22AB2-222B-5CAE-4256-4326DC04FB45}"/>
              </a:ext>
            </a:extLst>
          </p:cNvPr>
          <p:cNvSpPr>
            <a:spLocks noGrp="1"/>
          </p:cNvSpPr>
          <p:nvPr>
            <p:ph idx="1"/>
          </p:nvPr>
        </p:nvSpPr>
        <p:spPr>
          <a:xfrm>
            <a:off x="838200" y="1825625"/>
            <a:ext cx="10515600" cy="2024132"/>
          </a:xfrm>
        </p:spPr>
        <p:txBody>
          <a:bodyPr>
            <a:normAutofit/>
          </a:bodyPr>
          <a:lstStyle/>
          <a:p>
            <a:pPr marL="0" indent="0">
              <a:buNone/>
            </a:pPr>
            <a:r>
              <a:rPr lang="en-US" dirty="0"/>
              <a:t>Let’s imagine we recruit 20 more people who will start the same therapy at the same time as Albert for the same duration.</a:t>
            </a:r>
          </a:p>
          <a:p>
            <a:pPr marL="0" indent="0">
              <a:buNone/>
            </a:pPr>
            <a:r>
              <a:rPr lang="en-US" b="1" dirty="0"/>
              <a:t>What’s the simplest world we can imagine?</a:t>
            </a:r>
            <a:endParaRPr lang="en-CH"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186DF19-A6F1-A917-3C0E-04DC736D85AE}"/>
                  </a:ext>
                </a:extLst>
              </p:cNvPr>
              <p:cNvSpPr txBox="1"/>
              <p:nvPr/>
            </p:nvSpPr>
            <p:spPr>
              <a:xfrm>
                <a:off x="3455651" y="3984694"/>
                <a:ext cx="5109283"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4" name="TextBox 3">
                <a:extLst>
                  <a:ext uri="{FF2B5EF4-FFF2-40B4-BE49-F238E27FC236}">
                    <a16:creationId xmlns:a16="http://schemas.microsoft.com/office/drawing/2014/main" id="{2186DF19-A6F1-A917-3C0E-04DC736D85AE}"/>
                  </a:ext>
                </a:extLst>
              </p:cNvPr>
              <p:cNvSpPr txBox="1">
                <a:spLocks noRot="1" noChangeAspect="1" noMove="1" noResize="1" noEditPoints="1" noAdjustHandles="1" noChangeArrowheads="1" noChangeShapeType="1" noTextEdit="1"/>
              </p:cNvSpPr>
              <p:nvPr/>
            </p:nvSpPr>
            <p:spPr>
              <a:xfrm>
                <a:off x="3455651" y="3984694"/>
                <a:ext cx="5109283" cy="5140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816E86-E82C-3A04-4159-0489DD098838}"/>
                  </a:ext>
                </a:extLst>
              </p:cNvPr>
              <p:cNvSpPr txBox="1"/>
              <p:nvPr/>
            </p:nvSpPr>
            <p:spPr>
              <a:xfrm>
                <a:off x="4756552" y="4820778"/>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5" name="TextBox 4">
                <a:extLst>
                  <a:ext uri="{FF2B5EF4-FFF2-40B4-BE49-F238E27FC236}">
                    <a16:creationId xmlns:a16="http://schemas.microsoft.com/office/drawing/2014/main" id="{67816E86-E82C-3A04-4159-0489DD098838}"/>
                  </a:ext>
                </a:extLst>
              </p:cNvPr>
              <p:cNvSpPr txBox="1">
                <a:spLocks noRot="1" noChangeAspect="1" noMove="1" noResize="1" noEditPoints="1" noAdjustHandles="1" noChangeArrowheads="1" noChangeShapeType="1" noTextEdit="1"/>
              </p:cNvSpPr>
              <p:nvPr/>
            </p:nvSpPr>
            <p:spPr>
              <a:xfrm>
                <a:off x="4756552" y="4820778"/>
                <a:ext cx="2167966" cy="45845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6048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6817-364C-5D3B-50B0-82D79D5D7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27933-F625-2B18-D653-A613B8A58C27}"/>
              </a:ext>
            </a:extLst>
          </p:cNvPr>
          <p:cNvSpPr>
            <a:spLocks noGrp="1"/>
          </p:cNvSpPr>
          <p:nvPr>
            <p:ph type="title"/>
          </p:nvPr>
        </p:nvSpPr>
        <p:spPr/>
        <p:txBody>
          <a:bodyPr/>
          <a:lstStyle/>
          <a:p>
            <a:r>
              <a:rPr lang="en-US" dirty="0"/>
              <a:t>What if people actually differ?</a:t>
            </a:r>
            <a:endParaRPr lang="en-CH" dirty="0"/>
          </a:p>
        </p:txBody>
      </p:sp>
      <p:sp>
        <p:nvSpPr>
          <p:cNvPr id="3" name="Content Placeholder 2">
            <a:extLst>
              <a:ext uri="{FF2B5EF4-FFF2-40B4-BE49-F238E27FC236}">
                <a16:creationId xmlns:a16="http://schemas.microsoft.com/office/drawing/2014/main" id="{CCB64573-A4D7-2DB9-9731-53747DAF4052}"/>
              </a:ext>
            </a:extLst>
          </p:cNvPr>
          <p:cNvSpPr>
            <a:spLocks noGrp="1"/>
          </p:cNvSpPr>
          <p:nvPr>
            <p:ph idx="1"/>
          </p:nvPr>
        </p:nvSpPr>
        <p:spPr>
          <a:xfrm>
            <a:off x="838200" y="1825625"/>
            <a:ext cx="10515600" cy="2024132"/>
          </a:xfrm>
        </p:spPr>
        <p:txBody>
          <a:bodyPr>
            <a:normAutofit/>
          </a:bodyPr>
          <a:lstStyle/>
          <a:p>
            <a:pPr marL="0" indent="0">
              <a:buNone/>
            </a:pPr>
            <a:r>
              <a:rPr lang="en-US" b="1" dirty="0"/>
              <a:t>What do we need to change in this model?</a:t>
            </a:r>
            <a:endParaRPr lang="en-CH"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F77A6AB-0CF8-1CFC-3B3A-0D0BB77665E7}"/>
                  </a:ext>
                </a:extLst>
              </p:cNvPr>
              <p:cNvSpPr txBox="1"/>
              <p:nvPr/>
            </p:nvSpPr>
            <p:spPr>
              <a:xfrm>
                <a:off x="3741401" y="3171974"/>
                <a:ext cx="5109283"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11" name="TextBox 10">
                <a:extLst>
                  <a:ext uri="{FF2B5EF4-FFF2-40B4-BE49-F238E27FC236}">
                    <a16:creationId xmlns:a16="http://schemas.microsoft.com/office/drawing/2014/main" id="{CF77A6AB-0CF8-1CFC-3B3A-0D0BB77665E7}"/>
                  </a:ext>
                </a:extLst>
              </p:cNvPr>
              <p:cNvSpPr txBox="1">
                <a:spLocks noRot="1" noChangeAspect="1" noMove="1" noResize="1" noEditPoints="1" noAdjustHandles="1" noChangeArrowheads="1" noChangeShapeType="1" noTextEdit="1"/>
              </p:cNvSpPr>
              <p:nvPr/>
            </p:nvSpPr>
            <p:spPr>
              <a:xfrm>
                <a:off x="3741401" y="3171974"/>
                <a:ext cx="5109283" cy="5140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ECE2E37-8733-1C74-EFFA-0DE7625D4BCB}"/>
                  </a:ext>
                </a:extLst>
              </p:cNvPr>
              <p:cNvSpPr txBox="1"/>
              <p:nvPr/>
            </p:nvSpPr>
            <p:spPr>
              <a:xfrm>
                <a:off x="5042302" y="4008058"/>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13" name="TextBox 12">
                <a:extLst>
                  <a:ext uri="{FF2B5EF4-FFF2-40B4-BE49-F238E27FC236}">
                    <a16:creationId xmlns:a16="http://schemas.microsoft.com/office/drawing/2014/main" id="{4ECE2E37-8733-1C74-EFFA-0DE7625D4BCB}"/>
                  </a:ext>
                </a:extLst>
              </p:cNvPr>
              <p:cNvSpPr txBox="1">
                <a:spLocks noRot="1" noChangeAspect="1" noMove="1" noResize="1" noEditPoints="1" noAdjustHandles="1" noChangeArrowheads="1" noChangeShapeType="1" noTextEdit="1"/>
              </p:cNvSpPr>
              <p:nvPr/>
            </p:nvSpPr>
            <p:spPr>
              <a:xfrm>
                <a:off x="5042302" y="4008058"/>
                <a:ext cx="2167966" cy="45845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9125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E30A-682D-8103-5379-A4C332366F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A2004-6EAA-D504-07C3-671634B203F6}"/>
              </a:ext>
            </a:extLst>
          </p:cNvPr>
          <p:cNvSpPr>
            <a:spLocks noGrp="1"/>
          </p:cNvSpPr>
          <p:nvPr>
            <p:ph type="title"/>
          </p:nvPr>
        </p:nvSpPr>
        <p:spPr/>
        <p:txBody>
          <a:bodyPr/>
          <a:lstStyle/>
          <a:p>
            <a:r>
              <a:rPr lang="en-US" dirty="0"/>
              <a:t>What if people actually differ?</a:t>
            </a:r>
            <a:endParaRPr lang="en-CH" dirty="0"/>
          </a:p>
        </p:txBody>
      </p:sp>
      <p:sp>
        <p:nvSpPr>
          <p:cNvPr id="3" name="Content Placeholder 2">
            <a:extLst>
              <a:ext uri="{FF2B5EF4-FFF2-40B4-BE49-F238E27FC236}">
                <a16:creationId xmlns:a16="http://schemas.microsoft.com/office/drawing/2014/main" id="{B7A7C5E4-AFF0-E246-FB42-D417224191EE}"/>
              </a:ext>
            </a:extLst>
          </p:cNvPr>
          <p:cNvSpPr>
            <a:spLocks noGrp="1"/>
          </p:cNvSpPr>
          <p:nvPr>
            <p:ph idx="1"/>
          </p:nvPr>
        </p:nvSpPr>
        <p:spPr>
          <a:xfrm>
            <a:off x="838200" y="1825625"/>
            <a:ext cx="10515600" cy="2024132"/>
          </a:xfrm>
        </p:spPr>
        <p:txBody>
          <a:bodyPr>
            <a:normAutofit/>
          </a:bodyPr>
          <a:lstStyle/>
          <a:p>
            <a:pPr marL="0" indent="0">
              <a:buNone/>
            </a:pPr>
            <a:r>
              <a:rPr lang="en-US" b="1" dirty="0"/>
              <a:t>What do we need to change in this model?</a:t>
            </a:r>
            <a:endParaRPr lang="en-CH" b="1"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699F381-15BB-1C9F-3199-94B9FF383858}"/>
                  </a:ext>
                </a:extLst>
              </p:cNvPr>
              <p:cNvSpPr txBox="1"/>
              <p:nvPr/>
            </p:nvSpPr>
            <p:spPr>
              <a:xfrm>
                <a:off x="3741401" y="3335706"/>
                <a:ext cx="5229317"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15" name="TextBox 14">
                <a:extLst>
                  <a:ext uri="{FF2B5EF4-FFF2-40B4-BE49-F238E27FC236}">
                    <a16:creationId xmlns:a16="http://schemas.microsoft.com/office/drawing/2014/main" id="{6699F381-15BB-1C9F-3199-94B9FF383858}"/>
                  </a:ext>
                </a:extLst>
              </p:cNvPr>
              <p:cNvSpPr txBox="1">
                <a:spLocks noRot="1" noChangeAspect="1" noMove="1" noResize="1" noEditPoints="1" noAdjustHandles="1" noChangeArrowheads="1" noChangeShapeType="1" noTextEdit="1"/>
              </p:cNvSpPr>
              <p:nvPr/>
            </p:nvSpPr>
            <p:spPr>
              <a:xfrm>
                <a:off x="3741401" y="3335706"/>
                <a:ext cx="5229317" cy="5140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AF3CC1A-3145-6621-D288-52732757D7EA}"/>
                  </a:ext>
                </a:extLst>
              </p:cNvPr>
              <p:cNvSpPr txBox="1"/>
              <p:nvPr/>
            </p:nvSpPr>
            <p:spPr>
              <a:xfrm>
                <a:off x="5042302" y="4171790"/>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17" name="TextBox 16">
                <a:extLst>
                  <a:ext uri="{FF2B5EF4-FFF2-40B4-BE49-F238E27FC236}">
                    <a16:creationId xmlns:a16="http://schemas.microsoft.com/office/drawing/2014/main" id="{7AF3CC1A-3145-6621-D288-52732757D7EA}"/>
                  </a:ext>
                </a:extLst>
              </p:cNvPr>
              <p:cNvSpPr txBox="1">
                <a:spLocks noRot="1" noChangeAspect="1" noMove="1" noResize="1" noEditPoints="1" noAdjustHandles="1" noChangeArrowheads="1" noChangeShapeType="1" noTextEdit="1"/>
              </p:cNvSpPr>
              <p:nvPr/>
            </p:nvSpPr>
            <p:spPr>
              <a:xfrm>
                <a:off x="5042302" y="4171790"/>
                <a:ext cx="2167966" cy="45845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62526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C85F3B-8067-9715-F95D-AA709E652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2596370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FFAC5-1795-5055-3D97-9483AC81C8A0}"/>
              </a:ext>
            </a:extLst>
          </p:cNvPr>
          <p:cNvSpPr>
            <a:spLocks noGrp="1"/>
          </p:cNvSpPr>
          <p:nvPr>
            <p:ph type="title"/>
          </p:nvPr>
        </p:nvSpPr>
        <p:spPr/>
        <p:txBody>
          <a:bodyPr/>
          <a:lstStyle/>
          <a:p>
            <a:pPr algn="ctr"/>
            <a:r>
              <a:rPr lang="en-US" dirty="0"/>
              <a:t>Where do differences in intercept and slope come from?</a:t>
            </a:r>
          </a:p>
        </p:txBody>
      </p:sp>
    </p:spTree>
    <p:extLst>
      <p:ext uri="{BB962C8B-B14F-4D97-AF65-F5344CB8AC3E}">
        <p14:creationId xmlns:p14="http://schemas.microsoft.com/office/powerpoint/2010/main" val="3884079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D557-0120-1006-AD5F-63A978831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586AE-98A2-3BF3-70F4-BAE4A868005F}"/>
              </a:ext>
            </a:extLst>
          </p:cNvPr>
          <p:cNvSpPr>
            <a:spLocks noGrp="1"/>
          </p:cNvSpPr>
          <p:nvPr>
            <p:ph type="title"/>
          </p:nvPr>
        </p:nvSpPr>
        <p:spPr/>
        <p:txBody>
          <a:bodyPr/>
          <a:lstStyle/>
          <a:p>
            <a:pPr algn="ctr"/>
            <a:r>
              <a:rPr lang="en-US" dirty="0"/>
              <a:t>Where do differences in intercept and slope come from?</a:t>
            </a:r>
          </a:p>
        </p:txBody>
      </p:sp>
      <p:pic>
        <p:nvPicPr>
          <p:cNvPr id="6" name="Picture 5">
            <a:extLst>
              <a:ext uri="{FF2B5EF4-FFF2-40B4-BE49-F238E27FC236}">
                <a16:creationId xmlns:a16="http://schemas.microsoft.com/office/drawing/2014/main" id="{B69030A2-A5CF-6566-D5A4-5E9435A15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5174" y="1842405"/>
            <a:ext cx="8401651" cy="4728292"/>
          </a:xfrm>
          <a:prstGeom prst="rect">
            <a:avLst/>
          </a:prstGeom>
        </p:spPr>
      </p:pic>
    </p:spTree>
    <p:extLst>
      <p:ext uri="{BB962C8B-B14F-4D97-AF65-F5344CB8AC3E}">
        <p14:creationId xmlns:p14="http://schemas.microsoft.com/office/powerpoint/2010/main" val="2093052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D7AA-4D05-881B-FFD7-EADB87B0B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B2437-EB44-E714-67D5-966962F00765}"/>
              </a:ext>
            </a:extLst>
          </p:cNvPr>
          <p:cNvSpPr>
            <a:spLocks noGrp="1"/>
          </p:cNvSpPr>
          <p:nvPr>
            <p:ph type="title"/>
          </p:nvPr>
        </p:nvSpPr>
        <p:spPr/>
        <p:txBody>
          <a:bodyPr/>
          <a:lstStyle/>
          <a:p>
            <a:r>
              <a:rPr lang="en-US" dirty="0"/>
              <a:t>Always normal?</a:t>
            </a:r>
          </a:p>
        </p:txBody>
      </p:sp>
    </p:spTree>
    <p:extLst>
      <p:ext uri="{BB962C8B-B14F-4D97-AF65-F5344CB8AC3E}">
        <p14:creationId xmlns:p14="http://schemas.microsoft.com/office/powerpoint/2010/main" val="4179312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77FD4-8112-E54A-3655-BF2B9FDC6795}"/>
              </a:ext>
            </a:extLst>
          </p:cNvPr>
          <p:cNvSpPr>
            <a:spLocks noGrp="1"/>
          </p:cNvSpPr>
          <p:nvPr>
            <p:ph type="title"/>
          </p:nvPr>
        </p:nvSpPr>
        <p:spPr/>
        <p:txBody>
          <a:bodyPr/>
          <a:lstStyle/>
          <a:p>
            <a:r>
              <a:rPr lang="en-US" dirty="0"/>
              <a:t>Always normal?</a:t>
            </a:r>
          </a:p>
        </p:txBody>
      </p:sp>
      <p:pic>
        <p:nvPicPr>
          <p:cNvPr id="5" name="Content Placeholder 4">
            <a:extLst>
              <a:ext uri="{FF2B5EF4-FFF2-40B4-BE49-F238E27FC236}">
                <a16:creationId xmlns:a16="http://schemas.microsoft.com/office/drawing/2014/main" id="{9D15EC79-8835-7922-4F41-C48366DCBC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0078" y="1690688"/>
            <a:ext cx="7731844" cy="4351338"/>
          </a:xfrm>
          <a:prstGeom prst="rect">
            <a:avLst/>
          </a:prstGeom>
        </p:spPr>
      </p:pic>
    </p:spTree>
    <p:extLst>
      <p:ext uri="{BB962C8B-B14F-4D97-AF65-F5344CB8AC3E}">
        <p14:creationId xmlns:p14="http://schemas.microsoft.com/office/powerpoint/2010/main" val="1405025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839E3-4D76-F13E-7373-EAEE2C28E48D}"/>
              </a:ext>
            </a:extLst>
          </p:cNvPr>
          <p:cNvSpPr>
            <a:spLocks noGrp="1"/>
          </p:cNvSpPr>
          <p:nvPr>
            <p:ph type="title"/>
          </p:nvPr>
        </p:nvSpPr>
        <p:spPr/>
        <p:txBody>
          <a:bodyPr/>
          <a:lstStyle/>
          <a:p>
            <a:r>
              <a:rPr lang="en-US" dirty="0"/>
              <a:t>Normal for simplicity, a starting assumption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3281EC3-E877-ABCB-92E7-FFA24781874C}"/>
                  </a:ext>
                </a:extLst>
              </p:cNvPr>
              <p:cNvSpPr txBox="1"/>
              <p:nvPr/>
            </p:nvSpPr>
            <p:spPr>
              <a:xfrm>
                <a:off x="971550" y="2054539"/>
                <a:ext cx="5314275"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5" name="TextBox 4">
                <a:extLst>
                  <a:ext uri="{FF2B5EF4-FFF2-40B4-BE49-F238E27FC236}">
                    <a16:creationId xmlns:a16="http://schemas.microsoft.com/office/drawing/2014/main" id="{E3281EC3-E877-ABCB-92E7-FFA24781874C}"/>
                  </a:ext>
                </a:extLst>
              </p:cNvPr>
              <p:cNvSpPr txBox="1">
                <a:spLocks noRot="1" noChangeAspect="1" noMove="1" noResize="1" noEditPoints="1" noAdjustHandles="1" noChangeArrowheads="1" noChangeShapeType="1" noTextEdit="1"/>
              </p:cNvSpPr>
              <p:nvPr/>
            </p:nvSpPr>
            <p:spPr>
              <a:xfrm>
                <a:off x="971550" y="2054539"/>
                <a:ext cx="5314275" cy="5140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2CCEAFC-22BC-69C4-D7D8-1BE4F3FC91BF}"/>
                  </a:ext>
                </a:extLst>
              </p:cNvPr>
              <p:cNvSpPr txBox="1"/>
              <p:nvPr/>
            </p:nvSpPr>
            <p:spPr>
              <a:xfrm>
                <a:off x="7781833" y="2110131"/>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7" name="TextBox 6">
                <a:extLst>
                  <a:ext uri="{FF2B5EF4-FFF2-40B4-BE49-F238E27FC236}">
                    <a16:creationId xmlns:a16="http://schemas.microsoft.com/office/drawing/2014/main" id="{12CCEAFC-22BC-69C4-D7D8-1BE4F3FC91BF}"/>
                  </a:ext>
                </a:extLst>
              </p:cNvPr>
              <p:cNvSpPr txBox="1">
                <a:spLocks noRot="1" noChangeAspect="1" noMove="1" noResize="1" noEditPoints="1" noAdjustHandles="1" noChangeArrowheads="1" noChangeShapeType="1" noTextEdit="1"/>
              </p:cNvSpPr>
              <p:nvPr/>
            </p:nvSpPr>
            <p:spPr>
              <a:xfrm>
                <a:off x="7781833" y="2110131"/>
                <a:ext cx="2167966" cy="45845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8D512D-65B6-CFC0-F1CD-D65C58EE9493}"/>
                  </a:ext>
                </a:extLst>
              </p:cNvPr>
              <p:cNvSpPr txBox="1"/>
              <p:nvPr/>
            </p:nvSpPr>
            <p:spPr>
              <a:xfrm flipH="1">
                <a:off x="838265" y="3031022"/>
                <a:ext cx="5229252"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oMath>
                  </m:oMathPara>
                </a14:m>
                <a:endParaRPr lang="en-US" sz="3200" b="0" dirty="0"/>
              </a:p>
            </p:txBody>
          </p:sp>
        </mc:Choice>
        <mc:Fallback xmlns="">
          <p:sp>
            <p:nvSpPr>
              <p:cNvPr id="9" name="TextBox 8">
                <a:extLst>
                  <a:ext uri="{FF2B5EF4-FFF2-40B4-BE49-F238E27FC236}">
                    <a16:creationId xmlns:a16="http://schemas.microsoft.com/office/drawing/2014/main" id="{E48D512D-65B6-CFC0-F1CD-D65C58EE9493}"/>
                  </a:ext>
                </a:extLst>
              </p:cNvPr>
              <p:cNvSpPr txBox="1">
                <a:spLocks noRot="1" noChangeAspect="1" noMove="1" noResize="1" noEditPoints="1" noAdjustHandles="1" noChangeArrowheads="1" noChangeShapeType="1" noTextEdit="1"/>
              </p:cNvSpPr>
              <p:nvPr/>
            </p:nvSpPr>
            <p:spPr>
              <a:xfrm flipH="1">
                <a:off x="838265" y="3031022"/>
                <a:ext cx="5229252" cy="492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F04D23-E3F0-DCD2-6D77-B1873FBC32AE}"/>
                  </a:ext>
                </a:extLst>
              </p:cNvPr>
              <p:cNvSpPr txBox="1"/>
              <p:nvPr/>
            </p:nvSpPr>
            <p:spPr>
              <a:xfrm flipH="1">
                <a:off x="838200" y="3796968"/>
                <a:ext cx="5229252"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oMath>
                  </m:oMathPara>
                </a14:m>
                <a:endParaRPr lang="en-US" sz="3200" b="0" dirty="0"/>
              </a:p>
            </p:txBody>
          </p:sp>
        </mc:Choice>
        <mc:Fallback xmlns="">
          <p:sp>
            <p:nvSpPr>
              <p:cNvPr id="11" name="TextBox 10">
                <a:extLst>
                  <a:ext uri="{FF2B5EF4-FFF2-40B4-BE49-F238E27FC236}">
                    <a16:creationId xmlns:a16="http://schemas.microsoft.com/office/drawing/2014/main" id="{38F04D23-E3F0-DCD2-6D77-B1873FBC32AE}"/>
                  </a:ext>
                </a:extLst>
              </p:cNvPr>
              <p:cNvSpPr txBox="1">
                <a:spLocks noRot="1" noChangeAspect="1" noMove="1" noResize="1" noEditPoints="1" noAdjustHandles="1" noChangeArrowheads="1" noChangeShapeType="1" noTextEdit="1"/>
              </p:cNvSpPr>
              <p:nvPr/>
            </p:nvSpPr>
            <p:spPr>
              <a:xfrm flipH="1">
                <a:off x="838200" y="3796968"/>
                <a:ext cx="5229252" cy="49244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741386C-B383-DA24-19C3-9C1761E3C297}"/>
                  </a:ext>
                </a:extLst>
              </p:cNvPr>
              <p:cNvSpPr txBox="1"/>
              <p:nvPr/>
            </p:nvSpPr>
            <p:spPr>
              <a:xfrm>
                <a:off x="3729036" y="4863799"/>
                <a:ext cx="2428550" cy="968150"/>
              </a:xfrm>
              <a:prstGeom prst="rect">
                <a:avLst/>
              </a:prstGeom>
              <a:noFill/>
            </p:spPr>
            <p:txBody>
              <a:bodyPr wrap="none" lIns="0" tIns="0" rIns="0" bIns="0" rtlCol="0">
                <a:spAutoFit/>
              </a:bodyPr>
              <a:lstStyle/>
              <a:p>
                <a:pPr/>
                <a14:m>
                  <m:oMathPara xmlns:m="http://schemas.openxmlformats.org/officeDocument/2006/math">
                    <m:oMath>
                      <m:r>
                        <m:rPr>
                          <m:sty m:val="p"/>
                        </m:rPr>
                        <a:rPr lang="en-US" sz="2800" b="0" i="0" smtClean="0">
                          <a:latin typeface="Cambria Math" panose="02040503050406030204" pitchFamily="18" charset="0"/>
                        </a:rPr>
                        <m:t>Σ</m:t>
                      </m:r>
                      <m:r>
                        <a:rPr lang="en-US" sz="2800" b="0" i="1" smtClean="0">
                          <a:latin typeface="Cambria Math" panose="02040503050406030204" pitchFamily="18" charset="0"/>
                        </a:rPr>
                        <m:t>=</m:t>
                      </m:r>
                      <m:d>
                        <m:dPr>
                          <m:ctrlPr>
                            <a:rPr lang="en-CH" sz="2800" i="1" smtClean="0">
                              <a:latin typeface="Cambria Math" panose="02040503050406030204" pitchFamily="18" charset="0"/>
                            </a:rPr>
                          </m:ctrlPr>
                        </m:dPr>
                        <m:e>
                          <m:m>
                            <m:mPr>
                              <m:mcs>
                                <m:mc>
                                  <m:mcPr>
                                    <m:count m:val="2"/>
                                    <m:mcJc m:val="center"/>
                                  </m:mcPr>
                                </m:mc>
                              </m:mcs>
                              <m:ctrlPr>
                                <a:rPr lang="en-CH" sz="2800" i="1" smtClean="0">
                                  <a:latin typeface="Cambria Math" panose="02040503050406030204" pitchFamily="18" charset="0"/>
                                </a:rPr>
                              </m:ctrlPr>
                            </m:mPr>
                            <m:mr>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0</m:t>
                                    </m:r>
                                  </m:sub>
                                  <m:sup>
                                    <m:r>
                                      <a:rPr lang="en-US" sz="2800" b="0" i="1" smtClean="0">
                                        <a:latin typeface="Cambria Math" panose="02040503050406030204" pitchFamily="18" charset="0"/>
                                      </a:rPr>
                                      <m:t>2</m:t>
                                    </m:r>
                                  </m:sup>
                                </m:sSubSup>
                              </m:e>
                              <m:e>
                                <m:r>
                                  <a:rPr lang="en-US" sz="2800" b="0" i="1" smtClean="0">
                                    <a:latin typeface="Cambria Math" panose="02040503050406030204" pitchFamily="18" charset="0"/>
                                  </a:rPr>
                                  <m:t>0</m:t>
                                </m:r>
                              </m:e>
                            </m:mr>
                            <m:mr>
                              <m:e>
                                <m:r>
                                  <a:rPr lang="en-US" sz="2800" b="0" i="1" smtClean="0">
                                    <a:latin typeface="Cambria Math" panose="02040503050406030204" pitchFamily="18" charset="0"/>
                                  </a:rPr>
                                  <m:t>0</m:t>
                                </m:r>
                              </m:e>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𝑖</m:t>
                                    </m:r>
                                  </m:sub>
                                  <m:sup>
                                    <m:r>
                                      <a:rPr lang="en-US" sz="2800" b="0" i="1" smtClean="0">
                                        <a:latin typeface="Cambria Math" panose="02040503050406030204" pitchFamily="18" charset="0"/>
                                      </a:rPr>
                                      <m:t>2</m:t>
                                    </m:r>
                                  </m:sup>
                                </m:sSubSup>
                              </m:e>
                            </m:mr>
                          </m:m>
                        </m:e>
                      </m:d>
                    </m:oMath>
                  </m:oMathPara>
                </a14:m>
                <a:endParaRPr lang="en-CH" dirty="0"/>
              </a:p>
            </p:txBody>
          </p:sp>
        </mc:Choice>
        <mc:Fallback xmlns="">
          <p:sp>
            <p:nvSpPr>
              <p:cNvPr id="13" name="TextBox 12">
                <a:extLst>
                  <a:ext uri="{FF2B5EF4-FFF2-40B4-BE49-F238E27FC236}">
                    <a16:creationId xmlns:a16="http://schemas.microsoft.com/office/drawing/2014/main" id="{3741386C-B383-DA24-19C3-9C1761E3C297}"/>
                  </a:ext>
                </a:extLst>
              </p:cNvPr>
              <p:cNvSpPr txBox="1">
                <a:spLocks noRot="1" noChangeAspect="1" noMove="1" noResize="1" noEditPoints="1" noAdjustHandles="1" noChangeArrowheads="1" noChangeShapeType="1" noTextEdit="1"/>
              </p:cNvSpPr>
              <p:nvPr/>
            </p:nvSpPr>
            <p:spPr>
              <a:xfrm>
                <a:off x="3729036" y="4863799"/>
                <a:ext cx="2428550" cy="96815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406472-1ACE-6B09-9CF8-04F7BEF87C05}"/>
                  </a:ext>
                </a:extLst>
              </p:cNvPr>
              <p:cNvSpPr txBox="1"/>
              <p:nvPr/>
            </p:nvSpPr>
            <p:spPr>
              <a:xfrm>
                <a:off x="971550" y="4988641"/>
                <a:ext cx="2458173" cy="719749"/>
              </a:xfrm>
              <a:prstGeom prst="rect">
                <a:avLst/>
              </a:prstGeom>
              <a:noFill/>
            </p:spPr>
            <p:txBody>
              <a:bodyPr wrap="none" lIns="0" tIns="0" rIns="0" bIns="0" rtlCol="0">
                <a:spAutoFit/>
              </a:bodyPr>
              <a:lstStyle/>
              <a:p>
                <a14:m>
                  <m:oMath xmlns:m="http://schemas.openxmlformats.org/officeDocument/2006/math">
                    <m:d>
                      <m:dPr>
                        <m:ctrlPr>
                          <a:rPr lang="en-CH" sz="2800" i="1" smtClean="0">
                            <a:latin typeface="Cambria Math" panose="02040503050406030204" pitchFamily="18" charset="0"/>
                          </a:rPr>
                        </m:ctrlPr>
                      </m:dPr>
                      <m:e>
                        <m:m>
                          <m:mPr>
                            <m:mcs>
                              <m:mc>
                                <m:mcPr>
                                  <m:count m:val="1"/>
                                  <m:mcJc m:val="center"/>
                                </m:mcPr>
                              </m:mc>
                            </m:mcs>
                            <m:ctrlPr>
                              <a:rPr lang="en-CH" sz="2800" i="1" smtClean="0">
                                <a:latin typeface="Cambria Math" panose="02040503050406030204" pitchFamily="18" charset="0"/>
                              </a:rPr>
                            </m:ctrlPr>
                          </m:mP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0</m:t>
                                  </m:r>
                                  <m:r>
                                    <a:rPr lang="en-US" sz="2800" b="0" i="1" smtClean="0">
                                      <a:latin typeface="Cambria Math" panose="02040503050406030204" pitchFamily="18" charset="0"/>
                                    </a:rPr>
                                    <m:t>𝑖</m:t>
                                  </m:r>
                                </m:sub>
                              </m:sSub>
                            </m:e>
                          </m:m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1</m:t>
                                  </m:r>
                                  <m:r>
                                    <a:rPr lang="en-US" sz="2800" b="0" i="1" smtClean="0">
                                      <a:latin typeface="Cambria Math" panose="02040503050406030204" pitchFamily="18" charset="0"/>
                                    </a:rPr>
                                    <m:t>𝑖</m:t>
                                  </m:r>
                                </m:sub>
                              </m:sSub>
                            </m:e>
                          </m:mr>
                        </m:m>
                      </m:e>
                    </m:d>
                    <m:r>
                      <a:rPr lang="en-US" sz="2800" b="0" i="1" smtClean="0">
                        <a:latin typeface="Cambria Math" panose="02040503050406030204" pitchFamily="18" charset="0"/>
                      </a:rPr>
                      <m:t>~</m:t>
                    </m:r>
                    <m:r>
                      <a:rPr lang="en-US" sz="2800" b="0" i="1" smtClean="0">
                        <a:latin typeface="Cambria Math" panose="02040503050406030204" pitchFamily="18" charset="0"/>
                      </a:rPr>
                      <m:t>𝑁</m:t>
                    </m:r>
                    <m:d>
                      <m:dPr>
                        <m:ctrlPr>
                          <a:rPr lang="en-CH" sz="2800" i="1">
                            <a:latin typeface="Cambria Math" panose="02040503050406030204" pitchFamily="18" charset="0"/>
                          </a:rPr>
                        </m:ctrlPr>
                      </m:dPr>
                      <m:e>
                        <m:m>
                          <m:mPr>
                            <m:mcs>
                              <m:mc>
                                <m:mcPr>
                                  <m:count m:val="1"/>
                                  <m:mcJc m:val="center"/>
                                </m:mcPr>
                              </m:mc>
                            </m:mcs>
                            <m:ctrlPr>
                              <a:rPr lang="en-CH" sz="2800" i="1">
                                <a:latin typeface="Cambria Math" panose="02040503050406030204" pitchFamily="18" charset="0"/>
                              </a:rPr>
                            </m:ctrlPr>
                          </m:mPr>
                          <m:mr>
                            <m:e>
                              <m:r>
                                <a:rPr lang="en-US" sz="2800" b="0" i="1" smtClean="0">
                                  <a:latin typeface="Cambria Math" panose="02040503050406030204" pitchFamily="18" charset="0"/>
                                </a:rPr>
                                <m:t>0</m:t>
                              </m:r>
                            </m:e>
                          </m:mr>
                          <m:mr>
                            <m:e>
                              <m:r>
                                <a:rPr lang="en-US" sz="2800" b="0" i="1" smtClean="0">
                                  <a:latin typeface="Cambria Math" panose="02040503050406030204" pitchFamily="18" charset="0"/>
                                </a:rPr>
                                <m:t>0</m:t>
                              </m:r>
                            </m:e>
                          </m:mr>
                        </m:m>
                        <m:r>
                          <a:rPr lang="en-US" sz="2800" b="0" i="1" smtClean="0">
                            <a:latin typeface="Cambria Math" panose="02040503050406030204" pitchFamily="18" charset="0"/>
                          </a:rPr>
                          <m:t>, </m:t>
                        </m:r>
                        <m:r>
                          <m:rPr>
                            <m:sty m:val="p"/>
                          </m:rPr>
                          <a:rPr lang="en-US" sz="2800" b="0" i="0" smtClean="0">
                            <a:latin typeface="Cambria Math" panose="02040503050406030204" pitchFamily="18" charset="0"/>
                          </a:rPr>
                          <m:t>Σ</m:t>
                        </m:r>
                      </m:e>
                    </m:d>
                  </m:oMath>
                </a14:m>
                <a:r>
                  <a:rPr lang="en-US" sz="2800" dirty="0"/>
                  <a:t>,</a:t>
                </a:r>
                <a:endParaRPr lang="en-CH" sz="2800" dirty="0"/>
              </a:p>
            </p:txBody>
          </p:sp>
        </mc:Choice>
        <mc:Fallback xmlns="">
          <p:sp>
            <p:nvSpPr>
              <p:cNvPr id="15" name="TextBox 14">
                <a:extLst>
                  <a:ext uri="{FF2B5EF4-FFF2-40B4-BE49-F238E27FC236}">
                    <a16:creationId xmlns:a16="http://schemas.microsoft.com/office/drawing/2014/main" id="{74406472-1ACE-6B09-9CF8-04F7BEF87C05}"/>
                  </a:ext>
                </a:extLst>
              </p:cNvPr>
              <p:cNvSpPr txBox="1">
                <a:spLocks noRot="1" noChangeAspect="1" noMove="1" noResize="1" noEditPoints="1" noAdjustHandles="1" noChangeArrowheads="1" noChangeShapeType="1" noTextEdit="1"/>
              </p:cNvSpPr>
              <p:nvPr/>
            </p:nvSpPr>
            <p:spPr>
              <a:xfrm>
                <a:off x="971550" y="4988641"/>
                <a:ext cx="2458173" cy="719749"/>
              </a:xfrm>
              <a:prstGeom prst="rect">
                <a:avLst/>
              </a:prstGeom>
              <a:blipFill>
                <a:blip r:embed="rId7"/>
                <a:stretch>
                  <a:fillRect r="-7921" b="-11017"/>
                </a:stretch>
              </a:blipFill>
            </p:spPr>
            <p:txBody>
              <a:bodyPr/>
              <a:lstStyle/>
              <a:p>
                <a:r>
                  <a:rPr lang="en-US">
                    <a:noFill/>
                  </a:rPr>
                  <a:t> </a:t>
                </a:r>
              </a:p>
            </p:txBody>
          </p:sp>
        </mc:Fallback>
      </mc:AlternateContent>
    </p:spTree>
    <p:extLst>
      <p:ext uri="{BB962C8B-B14F-4D97-AF65-F5344CB8AC3E}">
        <p14:creationId xmlns:p14="http://schemas.microsoft.com/office/powerpoint/2010/main" val="2119582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F50A0-A907-76E3-B5DD-E725FD8DC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43EE2-EBD5-608E-B6EF-0D2AB4BB9B67}"/>
              </a:ext>
            </a:extLst>
          </p:cNvPr>
          <p:cNvSpPr>
            <a:spLocks noGrp="1"/>
          </p:cNvSpPr>
          <p:nvPr>
            <p:ph type="title"/>
          </p:nvPr>
        </p:nvSpPr>
        <p:spPr/>
        <p:txBody>
          <a:bodyPr/>
          <a:lstStyle/>
          <a:p>
            <a:r>
              <a:rPr lang="en-US" dirty="0"/>
              <a:t>Normal for simplicity, a starting assumption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A49B1C6-158D-4BBD-B4E6-27234617F5C2}"/>
                  </a:ext>
                </a:extLst>
              </p:cNvPr>
              <p:cNvSpPr txBox="1"/>
              <p:nvPr/>
            </p:nvSpPr>
            <p:spPr>
              <a:xfrm>
                <a:off x="971550" y="2054539"/>
                <a:ext cx="5314275"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5" name="TextBox 4">
                <a:extLst>
                  <a:ext uri="{FF2B5EF4-FFF2-40B4-BE49-F238E27FC236}">
                    <a16:creationId xmlns:a16="http://schemas.microsoft.com/office/drawing/2014/main" id="{FA49B1C6-158D-4BBD-B4E6-27234617F5C2}"/>
                  </a:ext>
                </a:extLst>
              </p:cNvPr>
              <p:cNvSpPr txBox="1">
                <a:spLocks noRot="1" noChangeAspect="1" noMove="1" noResize="1" noEditPoints="1" noAdjustHandles="1" noChangeArrowheads="1" noChangeShapeType="1" noTextEdit="1"/>
              </p:cNvSpPr>
              <p:nvPr/>
            </p:nvSpPr>
            <p:spPr>
              <a:xfrm>
                <a:off x="971550" y="2054539"/>
                <a:ext cx="5314275" cy="51405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26D551D-F596-3C7C-EAB0-FC66BB1C6B5C}"/>
                  </a:ext>
                </a:extLst>
              </p:cNvPr>
              <p:cNvSpPr txBox="1"/>
              <p:nvPr/>
            </p:nvSpPr>
            <p:spPr>
              <a:xfrm>
                <a:off x="7781833" y="2110131"/>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7" name="TextBox 6">
                <a:extLst>
                  <a:ext uri="{FF2B5EF4-FFF2-40B4-BE49-F238E27FC236}">
                    <a16:creationId xmlns:a16="http://schemas.microsoft.com/office/drawing/2014/main" id="{B26D551D-F596-3C7C-EAB0-FC66BB1C6B5C}"/>
                  </a:ext>
                </a:extLst>
              </p:cNvPr>
              <p:cNvSpPr txBox="1">
                <a:spLocks noRot="1" noChangeAspect="1" noMove="1" noResize="1" noEditPoints="1" noAdjustHandles="1" noChangeArrowheads="1" noChangeShapeType="1" noTextEdit="1"/>
              </p:cNvSpPr>
              <p:nvPr/>
            </p:nvSpPr>
            <p:spPr>
              <a:xfrm>
                <a:off x="7781833" y="2110131"/>
                <a:ext cx="2167966" cy="45845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C6802C0-340B-712A-4255-7A55799EA5C0}"/>
                  </a:ext>
                </a:extLst>
              </p:cNvPr>
              <p:cNvSpPr txBox="1"/>
              <p:nvPr/>
            </p:nvSpPr>
            <p:spPr>
              <a:xfrm flipH="1">
                <a:off x="838265" y="3031022"/>
                <a:ext cx="5229252"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oMath>
                  </m:oMathPara>
                </a14:m>
                <a:endParaRPr lang="en-US" sz="3200" b="0" dirty="0"/>
              </a:p>
            </p:txBody>
          </p:sp>
        </mc:Choice>
        <mc:Fallback xmlns="">
          <p:sp>
            <p:nvSpPr>
              <p:cNvPr id="9" name="TextBox 8">
                <a:extLst>
                  <a:ext uri="{FF2B5EF4-FFF2-40B4-BE49-F238E27FC236}">
                    <a16:creationId xmlns:a16="http://schemas.microsoft.com/office/drawing/2014/main" id="{FC6802C0-340B-712A-4255-7A55799EA5C0}"/>
                  </a:ext>
                </a:extLst>
              </p:cNvPr>
              <p:cNvSpPr txBox="1">
                <a:spLocks noRot="1" noChangeAspect="1" noMove="1" noResize="1" noEditPoints="1" noAdjustHandles="1" noChangeArrowheads="1" noChangeShapeType="1" noTextEdit="1"/>
              </p:cNvSpPr>
              <p:nvPr/>
            </p:nvSpPr>
            <p:spPr>
              <a:xfrm flipH="1">
                <a:off x="838265" y="3031022"/>
                <a:ext cx="5229252" cy="49244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F435A9D-9251-20D0-1F4E-B0456AC35AE6}"/>
                  </a:ext>
                </a:extLst>
              </p:cNvPr>
              <p:cNvSpPr txBox="1"/>
              <p:nvPr/>
            </p:nvSpPr>
            <p:spPr>
              <a:xfrm flipH="1">
                <a:off x="838200" y="3796968"/>
                <a:ext cx="5229252"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oMath>
                  </m:oMathPara>
                </a14:m>
                <a:endParaRPr lang="en-US" sz="3200" b="0" dirty="0"/>
              </a:p>
            </p:txBody>
          </p:sp>
        </mc:Choice>
        <mc:Fallback xmlns="">
          <p:sp>
            <p:nvSpPr>
              <p:cNvPr id="11" name="TextBox 10">
                <a:extLst>
                  <a:ext uri="{FF2B5EF4-FFF2-40B4-BE49-F238E27FC236}">
                    <a16:creationId xmlns:a16="http://schemas.microsoft.com/office/drawing/2014/main" id="{1F435A9D-9251-20D0-1F4E-B0456AC35AE6}"/>
                  </a:ext>
                </a:extLst>
              </p:cNvPr>
              <p:cNvSpPr txBox="1">
                <a:spLocks noRot="1" noChangeAspect="1" noMove="1" noResize="1" noEditPoints="1" noAdjustHandles="1" noChangeArrowheads="1" noChangeShapeType="1" noTextEdit="1"/>
              </p:cNvSpPr>
              <p:nvPr/>
            </p:nvSpPr>
            <p:spPr>
              <a:xfrm flipH="1">
                <a:off x="838200" y="3796968"/>
                <a:ext cx="5229252" cy="49244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3521011-EB20-2887-AFEF-48A2D8453CA9}"/>
                  </a:ext>
                </a:extLst>
              </p:cNvPr>
              <p:cNvSpPr txBox="1"/>
              <p:nvPr/>
            </p:nvSpPr>
            <p:spPr>
              <a:xfrm>
                <a:off x="3729036" y="4863799"/>
                <a:ext cx="2428550" cy="968150"/>
              </a:xfrm>
              <a:prstGeom prst="rect">
                <a:avLst/>
              </a:prstGeom>
              <a:noFill/>
            </p:spPr>
            <p:txBody>
              <a:bodyPr wrap="none" lIns="0" tIns="0" rIns="0" bIns="0" rtlCol="0">
                <a:spAutoFit/>
              </a:bodyPr>
              <a:lstStyle/>
              <a:p>
                <a:pPr/>
                <a14:m>
                  <m:oMathPara xmlns:m="http://schemas.openxmlformats.org/officeDocument/2006/math">
                    <m:oMath>
                      <m:r>
                        <m:rPr>
                          <m:sty m:val="p"/>
                        </m:rPr>
                        <a:rPr lang="en-US" sz="2800" b="0" i="0" smtClean="0">
                          <a:latin typeface="Cambria Math" panose="02040503050406030204" pitchFamily="18" charset="0"/>
                        </a:rPr>
                        <m:t>Σ</m:t>
                      </m:r>
                      <m:r>
                        <a:rPr lang="en-US" sz="2800" b="0" i="1" smtClean="0">
                          <a:latin typeface="Cambria Math" panose="02040503050406030204" pitchFamily="18" charset="0"/>
                        </a:rPr>
                        <m:t>=</m:t>
                      </m:r>
                      <m:d>
                        <m:dPr>
                          <m:ctrlPr>
                            <a:rPr lang="en-CH" sz="2800" i="1" smtClean="0">
                              <a:latin typeface="Cambria Math" panose="02040503050406030204" pitchFamily="18" charset="0"/>
                            </a:rPr>
                          </m:ctrlPr>
                        </m:dPr>
                        <m:e>
                          <m:m>
                            <m:mPr>
                              <m:mcs>
                                <m:mc>
                                  <m:mcPr>
                                    <m:count m:val="2"/>
                                    <m:mcJc m:val="center"/>
                                  </m:mcPr>
                                </m:mc>
                              </m:mcs>
                              <m:ctrlPr>
                                <a:rPr lang="en-CH" sz="2800" i="1" smtClean="0">
                                  <a:latin typeface="Cambria Math" panose="02040503050406030204" pitchFamily="18" charset="0"/>
                                </a:rPr>
                              </m:ctrlPr>
                            </m:mPr>
                            <m:mr>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0</m:t>
                                    </m:r>
                                  </m:sub>
                                  <m:sup>
                                    <m:r>
                                      <a:rPr lang="en-US" sz="2800" b="0" i="1" smtClean="0">
                                        <a:latin typeface="Cambria Math" panose="02040503050406030204" pitchFamily="18" charset="0"/>
                                      </a:rPr>
                                      <m:t>2</m:t>
                                    </m:r>
                                  </m:sup>
                                </m:sSubSup>
                              </m:e>
                              <m:e>
                                <m:r>
                                  <a:rPr lang="en-US" sz="2800" b="0" i="1" smtClean="0">
                                    <a:latin typeface="Cambria Math" panose="02040503050406030204" pitchFamily="18" charset="0"/>
                                  </a:rPr>
                                  <m:t>0</m:t>
                                </m:r>
                              </m:e>
                            </m:mr>
                            <m:mr>
                              <m:e>
                                <m:r>
                                  <a:rPr lang="en-US" sz="2800" b="0" i="1" smtClean="0">
                                    <a:latin typeface="Cambria Math" panose="02040503050406030204" pitchFamily="18" charset="0"/>
                                  </a:rPr>
                                  <m:t>0</m:t>
                                </m:r>
                              </m:e>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𝑖</m:t>
                                    </m:r>
                                  </m:sub>
                                  <m:sup>
                                    <m:r>
                                      <a:rPr lang="en-US" sz="2800" b="0" i="1" smtClean="0">
                                        <a:latin typeface="Cambria Math" panose="02040503050406030204" pitchFamily="18" charset="0"/>
                                      </a:rPr>
                                      <m:t>2</m:t>
                                    </m:r>
                                  </m:sup>
                                </m:sSubSup>
                              </m:e>
                            </m:mr>
                          </m:m>
                        </m:e>
                      </m:d>
                    </m:oMath>
                  </m:oMathPara>
                </a14:m>
                <a:endParaRPr lang="en-CH" dirty="0"/>
              </a:p>
            </p:txBody>
          </p:sp>
        </mc:Choice>
        <mc:Fallback xmlns="">
          <p:sp>
            <p:nvSpPr>
              <p:cNvPr id="13" name="TextBox 12">
                <a:extLst>
                  <a:ext uri="{FF2B5EF4-FFF2-40B4-BE49-F238E27FC236}">
                    <a16:creationId xmlns:a16="http://schemas.microsoft.com/office/drawing/2014/main" id="{D3521011-EB20-2887-AFEF-48A2D8453CA9}"/>
                  </a:ext>
                </a:extLst>
              </p:cNvPr>
              <p:cNvSpPr txBox="1">
                <a:spLocks noRot="1" noChangeAspect="1" noMove="1" noResize="1" noEditPoints="1" noAdjustHandles="1" noChangeArrowheads="1" noChangeShapeType="1" noTextEdit="1"/>
              </p:cNvSpPr>
              <p:nvPr/>
            </p:nvSpPr>
            <p:spPr>
              <a:xfrm>
                <a:off x="3729036" y="4863799"/>
                <a:ext cx="2428550" cy="96815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7A4E30E-145D-D175-AF1E-9A38D18AC97B}"/>
                  </a:ext>
                </a:extLst>
              </p:cNvPr>
              <p:cNvSpPr txBox="1"/>
              <p:nvPr/>
            </p:nvSpPr>
            <p:spPr>
              <a:xfrm>
                <a:off x="971550" y="4988641"/>
                <a:ext cx="2458173" cy="719749"/>
              </a:xfrm>
              <a:prstGeom prst="rect">
                <a:avLst/>
              </a:prstGeom>
              <a:noFill/>
            </p:spPr>
            <p:txBody>
              <a:bodyPr wrap="none" lIns="0" tIns="0" rIns="0" bIns="0" rtlCol="0">
                <a:spAutoFit/>
              </a:bodyPr>
              <a:lstStyle/>
              <a:p>
                <a14:m>
                  <m:oMath xmlns:m="http://schemas.openxmlformats.org/officeDocument/2006/math">
                    <m:d>
                      <m:dPr>
                        <m:ctrlPr>
                          <a:rPr lang="en-CH" sz="2800" i="1" smtClean="0">
                            <a:latin typeface="Cambria Math" panose="02040503050406030204" pitchFamily="18" charset="0"/>
                          </a:rPr>
                        </m:ctrlPr>
                      </m:dPr>
                      <m:e>
                        <m:m>
                          <m:mPr>
                            <m:mcs>
                              <m:mc>
                                <m:mcPr>
                                  <m:count m:val="1"/>
                                  <m:mcJc m:val="center"/>
                                </m:mcPr>
                              </m:mc>
                            </m:mcs>
                            <m:ctrlPr>
                              <a:rPr lang="en-CH" sz="2800" i="1" smtClean="0">
                                <a:latin typeface="Cambria Math" panose="02040503050406030204" pitchFamily="18" charset="0"/>
                              </a:rPr>
                            </m:ctrlPr>
                          </m:mP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0</m:t>
                                  </m:r>
                                  <m:r>
                                    <a:rPr lang="en-US" sz="2800" b="0" i="1" smtClean="0">
                                      <a:latin typeface="Cambria Math" panose="02040503050406030204" pitchFamily="18" charset="0"/>
                                    </a:rPr>
                                    <m:t>𝑖</m:t>
                                  </m:r>
                                </m:sub>
                              </m:sSub>
                            </m:e>
                          </m:m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1</m:t>
                                  </m:r>
                                  <m:r>
                                    <a:rPr lang="en-US" sz="2800" b="0" i="1" smtClean="0">
                                      <a:latin typeface="Cambria Math" panose="02040503050406030204" pitchFamily="18" charset="0"/>
                                    </a:rPr>
                                    <m:t>𝑖</m:t>
                                  </m:r>
                                </m:sub>
                              </m:sSub>
                            </m:e>
                          </m:mr>
                        </m:m>
                      </m:e>
                    </m:d>
                    <m:r>
                      <a:rPr lang="en-US" sz="2800" b="0" i="1" smtClean="0">
                        <a:latin typeface="Cambria Math" panose="02040503050406030204" pitchFamily="18" charset="0"/>
                      </a:rPr>
                      <m:t>~</m:t>
                    </m:r>
                    <m:r>
                      <a:rPr lang="en-US" sz="2800" b="0" i="1" smtClean="0">
                        <a:latin typeface="Cambria Math" panose="02040503050406030204" pitchFamily="18" charset="0"/>
                      </a:rPr>
                      <m:t>𝑁</m:t>
                    </m:r>
                    <m:d>
                      <m:dPr>
                        <m:ctrlPr>
                          <a:rPr lang="en-CH" sz="2800" i="1">
                            <a:latin typeface="Cambria Math" panose="02040503050406030204" pitchFamily="18" charset="0"/>
                          </a:rPr>
                        </m:ctrlPr>
                      </m:dPr>
                      <m:e>
                        <m:m>
                          <m:mPr>
                            <m:mcs>
                              <m:mc>
                                <m:mcPr>
                                  <m:count m:val="1"/>
                                  <m:mcJc m:val="center"/>
                                </m:mcPr>
                              </m:mc>
                            </m:mcs>
                            <m:ctrlPr>
                              <a:rPr lang="en-CH" sz="2800" i="1">
                                <a:latin typeface="Cambria Math" panose="02040503050406030204" pitchFamily="18" charset="0"/>
                              </a:rPr>
                            </m:ctrlPr>
                          </m:mPr>
                          <m:mr>
                            <m:e>
                              <m:r>
                                <a:rPr lang="en-US" sz="2800" b="0" i="1" smtClean="0">
                                  <a:latin typeface="Cambria Math" panose="02040503050406030204" pitchFamily="18" charset="0"/>
                                </a:rPr>
                                <m:t>0</m:t>
                              </m:r>
                            </m:e>
                          </m:mr>
                          <m:mr>
                            <m:e>
                              <m:r>
                                <a:rPr lang="en-US" sz="2800" b="0" i="1" smtClean="0">
                                  <a:latin typeface="Cambria Math" panose="02040503050406030204" pitchFamily="18" charset="0"/>
                                </a:rPr>
                                <m:t>0</m:t>
                              </m:r>
                            </m:e>
                          </m:mr>
                        </m:m>
                        <m:r>
                          <a:rPr lang="en-US" sz="2800" b="0" i="1" smtClean="0">
                            <a:latin typeface="Cambria Math" panose="02040503050406030204" pitchFamily="18" charset="0"/>
                          </a:rPr>
                          <m:t>, </m:t>
                        </m:r>
                        <m:r>
                          <m:rPr>
                            <m:sty m:val="p"/>
                          </m:rPr>
                          <a:rPr lang="en-US" sz="2800" b="0" i="0" smtClean="0">
                            <a:latin typeface="Cambria Math" panose="02040503050406030204" pitchFamily="18" charset="0"/>
                          </a:rPr>
                          <m:t>Σ</m:t>
                        </m:r>
                      </m:e>
                    </m:d>
                  </m:oMath>
                </a14:m>
                <a:r>
                  <a:rPr lang="en-US" sz="2800" dirty="0"/>
                  <a:t>,</a:t>
                </a:r>
                <a:endParaRPr lang="en-CH" sz="2800" dirty="0"/>
              </a:p>
            </p:txBody>
          </p:sp>
        </mc:Choice>
        <mc:Fallback xmlns="">
          <p:sp>
            <p:nvSpPr>
              <p:cNvPr id="15" name="TextBox 14">
                <a:extLst>
                  <a:ext uri="{FF2B5EF4-FFF2-40B4-BE49-F238E27FC236}">
                    <a16:creationId xmlns:a16="http://schemas.microsoft.com/office/drawing/2014/main" id="{C7A4E30E-145D-D175-AF1E-9A38D18AC97B}"/>
                  </a:ext>
                </a:extLst>
              </p:cNvPr>
              <p:cNvSpPr txBox="1">
                <a:spLocks noRot="1" noChangeAspect="1" noMove="1" noResize="1" noEditPoints="1" noAdjustHandles="1" noChangeArrowheads="1" noChangeShapeType="1" noTextEdit="1"/>
              </p:cNvSpPr>
              <p:nvPr/>
            </p:nvSpPr>
            <p:spPr>
              <a:xfrm>
                <a:off x="971550" y="4988641"/>
                <a:ext cx="2458173" cy="719749"/>
              </a:xfrm>
              <a:prstGeom prst="rect">
                <a:avLst/>
              </a:prstGeom>
              <a:blipFill>
                <a:blip r:embed="rId7"/>
                <a:stretch>
                  <a:fillRect r="-7921" b="-1101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45AA68B-3355-F2BC-0844-17B0ADE682E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56899" y="3429000"/>
            <a:ext cx="5408056" cy="3043553"/>
          </a:xfrm>
          <a:prstGeom prst="rect">
            <a:avLst/>
          </a:prstGeom>
        </p:spPr>
      </p:pic>
    </p:spTree>
    <p:extLst>
      <p:ext uri="{BB962C8B-B14F-4D97-AF65-F5344CB8AC3E}">
        <p14:creationId xmlns:p14="http://schemas.microsoft.com/office/powerpoint/2010/main" val="992919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F629-0A63-FF71-3DF5-0153961C6421}"/>
              </a:ext>
            </a:extLst>
          </p:cNvPr>
          <p:cNvSpPr>
            <a:spLocks noGrp="1"/>
          </p:cNvSpPr>
          <p:nvPr>
            <p:ph type="title"/>
          </p:nvPr>
        </p:nvSpPr>
        <p:spPr/>
        <p:txBody>
          <a:bodyPr/>
          <a:lstStyle/>
          <a:p>
            <a:r>
              <a:rPr lang="en-US" dirty="0"/>
              <a:t>Correlated intercept and slope</a:t>
            </a:r>
            <a:endParaRPr lang="en-CH"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1917E4A-C233-58DB-A965-40C189FBC64F}"/>
                  </a:ext>
                </a:extLst>
              </p:cNvPr>
              <p:cNvSpPr txBox="1"/>
              <p:nvPr/>
            </p:nvSpPr>
            <p:spPr>
              <a:xfrm>
                <a:off x="3394005" y="4796755"/>
                <a:ext cx="2785121" cy="968150"/>
              </a:xfrm>
              <a:prstGeom prst="rect">
                <a:avLst/>
              </a:prstGeom>
              <a:noFill/>
            </p:spPr>
            <p:txBody>
              <a:bodyPr wrap="none" lIns="0" tIns="0" rIns="0" bIns="0" rtlCol="0">
                <a:spAutoFit/>
              </a:bodyPr>
              <a:lstStyle/>
              <a:p>
                <a:pPr/>
                <a14:m>
                  <m:oMathPara xmlns:m="http://schemas.openxmlformats.org/officeDocument/2006/math">
                    <m:oMath>
                      <m:r>
                        <m:rPr>
                          <m:sty m:val="p"/>
                        </m:rPr>
                        <a:rPr lang="en-US" sz="2800" b="0" i="0" smtClean="0">
                          <a:latin typeface="Cambria Math" panose="02040503050406030204" pitchFamily="18" charset="0"/>
                        </a:rPr>
                        <m:t>Σ</m:t>
                      </m:r>
                      <m:r>
                        <a:rPr lang="en-US" sz="2800" b="0" i="1" smtClean="0">
                          <a:latin typeface="Cambria Math" panose="02040503050406030204" pitchFamily="18" charset="0"/>
                        </a:rPr>
                        <m:t>=</m:t>
                      </m:r>
                      <m:d>
                        <m:dPr>
                          <m:ctrlPr>
                            <a:rPr lang="en-CH" sz="2800" i="1" smtClean="0">
                              <a:latin typeface="Cambria Math" panose="02040503050406030204" pitchFamily="18" charset="0"/>
                            </a:rPr>
                          </m:ctrlPr>
                        </m:dPr>
                        <m:e>
                          <m:m>
                            <m:mPr>
                              <m:mcs>
                                <m:mc>
                                  <m:mcPr>
                                    <m:count m:val="2"/>
                                    <m:mcJc m:val="center"/>
                                  </m:mcPr>
                                </m:mc>
                              </m:mcs>
                              <m:ctrlPr>
                                <a:rPr lang="en-CH" sz="2800" i="1" smtClean="0">
                                  <a:latin typeface="Cambria Math" panose="02040503050406030204" pitchFamily="18" charset="0"/>
                                </a:rPr>
                              </m:ctrlPr>
                            </m:mPr>
                            <m:mr>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0</m:t>
                                    </m:r>
                                  </m:sub>
                                  <m:sup>
                                    <m:r>
                                      <a:rPr lang="en-US" sz="2800" b="0" i="1" smtClean="0">
                                        <a:latin typeface="Cambria Math" panose="02040503050406030204" pitchFamily="18" charset="0"/>
                                      </a:rPr>
                                      <m:t>2</m:t>
                                    </m:r>
                                  </m:sup>
                                </m:sSubSup>
                              </m:e>
                              <m:e>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𝜏</m:t>
                                    </m:r>
                                    <m:r>
                                      <a:rPr lang="en-US" sz="2800" i="1">
                                        <a:latin typeface="Cambria Math" panose="02040503050406030204" pitchFamily="18" charset="0"/>
                                      </a:rPr>
                                      <m:t>01</m:t>
                                    </m:r>
                                  </m:sub>
                                </m:sSub>
                              </m:e>
                            </m:m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𝜎</m:t>
                                    </m:r>
                                  </m:e>
                                  <m:sub>
                                    <m:r>
                                      <a:rPr lang="en-US" sz="2800" i="1">
                                        <a:latin typeface="Cambria Math" panose="02040503050406030204" pitchFamily="18" charset="0"/>
                                      </a:rPr>
                                      <m:t>𝜏</m:t>
                                    </m:r>
                                    <m:r>
                                      <a:rPr lang="en-US" sz="2800" i="1">
                                        <a:latin typeface="Cambria Math" panose="02040503050406030204" pitchFamily="18" charset="0"/>
                                      </a:rPr>
                                      <m:t>01</m:t>
                                    </m:r>
                                  </m:sub>
                                </m:sSub>
                              </m:e>
                              <m:e>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𝜏</m:t>
                                    </m:r>
                                    <m:r>
                                      <a:rPr lang="en-US" sz="2800" b="0" i="1" smtClean="0">
                                        <a:latin typeface="Cambria Math" panose="02040503050406030204" pitchFamily="18" charset="0"/>
                                      </a:rPr>
                                      <m:t>𝑖</m:t>
                                    </m:r>
                                  </m:sub>
                                  <m:sup>
                                    <m:r>
                                      <a:rPr lang="en-US" sz="2800" b="0" i="1" smtClean="0">
                                        <a:latin typeface="Cambria Math" panose="02040503050406030204" pitchFamily="18" charset="0"/>
                                      </a:rPr>
                                      <m:t>2</m:t>
                                    </m:r>
                                  </m:sup>
                                </m:sSubSup>
                              </m:e>
                            </m:mr>
                          </m:m>
                        </m:e>
                      </m:d>
                    </m:oMath>
                  </m:oMathPara>
                </a14:m>
                <a:endParaRPr lang="en-CH" dirty="0"/>
              </a:p>
            </p:txBody>
          </p:sp>
        </mc:Choice>
        <mc:Fallback xmlns="">
          <p:sp>
            <p:nvSpPr>
              <p:cNvPr id="14" name="TextBox 13">
                <a:extLst>
                  <a:ext uri="{FF2B5EF4-FFF2-40B4-BE49-F238E27FC236}">
                    <a16:creationId xmlns:a16="http://schemas.microsoft.com/office/drawing/2014/main" id="{F1917E4A-C233-58DB-A965-40C189FBC64F}"/>
                  </a:ext>
                </a:extLst>
              </p:cNvPr>
              <p:cNvSpPr txBox="1">
                <a:spLocks noRot="1" noChangeAspect="1" noMove="1" noResize="1" noEditPoints="1" noAdjustHandles="1" noChangeArrowheads="1" noChangeShapeType="1" noTextEdit="1"/>
              </p:cNvSpPr>
              <p:nvPr/>
            </p:nvSpPr>
            <p:spPr>
              <a:xfrm>
                <a:off x="3394005" y="4796755"/>
                <a:ext cx="2785121" cy="968150"/>
              </a:xfrm>
              <a:prstGeom prst="rect">
                <a:avLst/>
              </a:prstGeom>
              <a:blipFill>
                <a:blip r:embed="rId6"/>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0A8BABE-EEAD-C4B7-D35D-FD31B74DC502}"/>
                  </a:ext>
                </a:extLst>
              </p:cNvPr>
              <p:cNvSpPr txBox="1"/>
              <p:nvPr/>
            </p:nvSpPr>
            <p:spPr>
              <a:xfrm>
                <a:off x="636519" y="4921597"/>
                <a:ext cx="2458173" cy="719749"/>
              </a:xfrm>
              <a:prstGeom prst="rect">
                <a:avLst/>
              </a:prstGeom>
              <a:noFill/>
            </p:spPr>
            <p:txBody>
              <a:bodyPr wrap="none" lIns="0" tIns="0" rIns="0" bIns="0" rtlCol="0">
                <a:spAutoFit/>
              </a:bodyPr>
              <a:lstStyle/>
              <a:p>
                <a14:m>
                  <m:oMath xmlns:m="http://schemas.openxmlformats.org/officeDocument/2006/math">
                    <m:d>
                      <m:dPr>
                        <m:ctrlPr>
                          <a:rPr lang="en-CH" sz="2800" i="1" smtClean="0">
                            <a:latin typeface="Cambria Math" panose="02040503050406030204" pitchFamily="18" charset="0"/>
                          </a:rPr>
                        </m:ctrlPr>
                      </m:dPr>
                      <m:e>
                        <m:m>
                          <m:mPr>
                            <m:mcs>
                              <m:mc>
                                <m:mcPr>
                                  <m:count m:val="1"/>
                                  <m:mcJc m:val="center"/>
                                </m:mcPr>
                              </m:mc>
                            </m:mcs>
                            <m:ctrlPr>
                              <a:rPr lang="en-CH" sz="2800" i="1" smtClean="0">
                                <a:latin typeface="Cambria Math" panose="02040503050406030204" pitchFamily="18" charset="0"/>
                              </a:rPr>
                            </m:ctrlPr>
                          </m:mP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0</m:t>
                                  </m:r>
                                  <m:r>
                                    <a:rPr lang="en-US" sz="2800" b="0" i="1" smtClean="0">
                                      <a:latin typeface="Cambria Math" panose="02040503050406030204" pitchFamily="18" charset="0"/>
                                    </a:rPr>
                                    <m:t>𝑖</m:t>
                                  </m:r>
                                </m:sub>
                              </m:sSub>
                            </m:e>
                          </m:mr>
                          <m:m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1</m:t>
                                  </m:r>
                                  <m:r>
                                    <a:rPr lang="en-US" sz="2800" b="0" i="1" smtClean="0">
                                      <a:latin typeface="Cambria Math" panose="02040503050406030204" pitchFamily="18" charset="0"/>
                                    </a:rPr>
                                    <m:t>𝑖</m:t>
                                  </m:r>
                                </m:sub>
                              </m:sSub>
                            </m:e>
                          </m:mr>
                        </m:m>
                      </m:e>
                    </m:d>
                    <m:r>
                      <a:rPr lang="en-US" sz="2800" b="0" i="1" smtClean="0">
                        <a:latin typeface="Cambria Math" panose="02040503050406030204" pitchFamily="18" charset="0"/>
                      </a:rPr>
                      <m:t>~</m:t>
                    </m:r>
                    <m:r>
                      <a:rPr lang="en-US" sz="2800" b="0" i="1" smtClean="0">
                        <a:latin typeface="Cambria Math" panose="02040503050406030204" pitchFamily="18" charset="0"/>
                      </a:rPr>
                      <m:t>𝑁</m:t>
                    </m:r>
                    <m:d>
                      <m:dPr>
                        <m:ctrlPr>
                          <a:rPr lang="en-CH" sz="2800" i="1">
                            <a:latin typeface="Cambria Math" panose="02040503050406030204" pitchFamily="18" charset="0"/>
                          </a:rPr>
                        </m:ctrlPr>
                      </m:dPr>
                      <m:e>
                        <m:m>
                          <m:mPr>
                            <m:mcs>
                              <m:mc>
                                <m:mcPr>
                                  <m:count m:val="1"/>
                                  <m:mcJc m:val="center"/>
                                </m:mcPr>
                              </m:mc>
                            </m:mcs>
                            <m:ctrlPr>
                              <a:rPr lang="en-CH" sz="2800" i="1">
                                <a:latin typeface="Cambria Math" panose="02040503050406030204" pitchFamily="18" charset="0"/>
                              </a:rPr>
                            </m:ctrlPr>
                          </m:mPr>
                          <m:mr>
                            <m:e>
                              <m:r>
                                <a:rPr lang="en-US" sz="2800" b="0" i="1" smtClean="0">
                                  <a:latin typeface="Cambria Math" panose="02040503050406030204" pitchFamily="18" charset="0"/>
                                </a:rPr>
                                <m:t>0</m:t>
                              </m:r>
                            </m:e>
                          </m:mr>
                          <m:mr>
                            <m:e>
                              <m:r>
                                <a:rPr lang="en-US" sz="2800" b="0" i="1" smtClean="0">
                                  <a:latin typeface="Cambria Math" panose="02040503050406030204" pitchFamily="18" charset="0"/>
                                </a:rPr>
                                <m:t>0</m:t>
                              </m:r>
                            </m:e>
                          </m:mr>
                        </m:m>
                        <m:r>
                          <a:rPr lang="en-US" sz="2800" b="0" i="1" smtClean="0">
                            <a:latin typeface="Cambria Math" panose="02040503050406030204" pitchFamily="18" charset="0"/>
                          </a:rPr>
                          <m:t>, </m:t>
                        </m:r>
                        <m:r>
                          <m:rPr>
                            <m:sty m:val="p"/>
                          </m:rPr>
                          <a:rPr lang="en-US" sz="2800" b="0" i="0" smtClean="0">
                            <a:latin typeface="Cambria Math" panose="02040503050406030204" pitchFamily="18" charset="0"/>
                          </a:rPr>
                          <m:t>Σ</m:t>
                        </m:r>
                      </m:e>
                    </m:d>
                  </m:oMath>
                </a14:m>
                <a:r>
                  <a:rPr lang="en-US" sz="2800" dirty="0"/>
                  <a:t>,</a:t>
                </a:r>
                <a:endParaRPr lang="en-CH" sz="2800" dirty="0"/>
              </a:p>
            </p:txBody>
          </p:sp>
        </mc:Choice>
        <mc:Fallback xmlns="">
          <p:sp>
            <p:nvSpPr>
              <p:cNvPr id="15" name="TextBox 14">
                <a:extLst>
                  <a:ext uri="{FF2B5EF4-FFF2-40B4-BE49-F238E27FC236}">
                    <a16:creationId xmlns:a16="http://schemas.microsoft.com/office/drawing/2014/main" id="{00A8BABE-EEAD-C4B7-D35D-FD31B74DC502}"/>
                  </a:ext>
                </a:extLst>
              </p:cNvPr>
              <p:cNvSpPr txBox="1">
                <a:spLocks noRot="1" noChangeAspect="1" noMove="1" noResize="1" noEditPoints="1" noAdjustHandles="1" noChangeArrowheads="1" noChangeShapeType="1" noTextEdit="1"/>
              </p:cNvSpPr>
              <p:nvPr/>
            </p:nvSpPr>
            <p:spPr>
              <a:xfrm>
                <a:off x="636519" y="4921597"/>
                <a:ext cx="2458173" cy="719749"/>
              </a:xfrm>
              <a:prstGeom prst="rect">
                <a:avLst/>
              </a:prstGeom>
              <a:blipFill>
                <a:blip r:embed="rId7"/>
                <a:stretch>
                  <a:fillRect r="-7921" b="-110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A5A48B-990F-EFE2-AEE1-771F1C3F956B}"/>
                  </a:ext>
                </a:extLst>
              </p:cNvPr>
              <p:cNvSpPr txBox="1"/>
              <p:nvPr/>
            </p:nvSpPr>
            <p:spPr>
              <a:xfrm>
                <a:off x="542773" y="1844989"/>
                <a:ext cx="5314275" cy="514051"/>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𝑌</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solidFill>
                                <a:srgbClr val="FF0000"/>
                              </a:solidFill>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𝑡𝑖𝑚</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𝑒</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𝜖</m:t>
                          </m:r>
                        </m:e>
                        <m:sub>
                          <m:r>
                            <a:rPr lang="en-US" sz="3200" b="0" i="1" smtClean="0">
                              <a:latin typeface="Cambria Math" panose="02040503050406030204" pitchFamily="18" charset="0"/>
                            </a:rPr>
                            <m:t>𝑖</m:t>
                          </m:r>
                          <m:r>
                            <a:rPr lang="en-US" sz="3200" b="0" i="1" smtClean="0">
                              <a:latin typeface="Cambria Math" panose="02040503050406030204" pitchFamily="18" charset="0"/>
                            </a:rPr>
                            <m:t>,</m:t>
                          </m:r>
                          <m:r>
                            <a:rPr lang="en-US" sz="3200" b="0" i="1" smtClean="0">
                              <a:latin typeface="Cambria Math" panose="02040503050406030204" pitchFamily="18" charset="0"/>
                            </a:rPr>
                            <m:t>𝑡</m:t>
                          </m:r>
                        </m:sub>
                      </m:sSub>
                    </m:oMath>
                  </m:oMathPara>
                </a14:m>
                <a:endParaRPr lang="en-US" sz="3200" b="0" dirty="0"/>
              </a:p>
            </p:txBody>
          </p:sp>
        </mc:Choice>
        <mc:Fallback xmlns="">
          <p:sp>
            <p:nvSpPr>
              <p:cNvPr id="4" name="TextBox 3">
                <a:extLst>
                  <a:ext uri="{FF2B5EF4-FFF2-40B4-BE49-F238E27FC236}">
                    <a16:creationId xmlns:a16="http://schemas.microsoft.com/office/drawing/2014/main" id="{C8A5A48B-990F-EFE2-AEE1-771F1C3F956B}"/>
                  </a:ext>
                </a:extLst>
              </p:cNvPr>
              <p:cNvSpPr txBox="1">
                <a:spLocks noRot="1" noChangeAspect="1" noMove="1" noResize="1" noEditPoints="1" noAdjustHandles="1" noChangeArrowheads="1" noChangeShapeType="1" noTextEdit="1"/>
              </p:cNvSpPr>
              <p:nvPr/>
            </p:nvSpPr>
            <p:spPr>
              <a:xfrm>
                <a:off x="542773" y="1844989"/>
                <a:ext cx="5314275" cy="51405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F92AED3-A6C1-A7B5-7225-E7FA4CDE4F8E}"/>
                  </a:ext>
                </a:extLst>
              </p:cNvPr>
              <p:cNvSpPr txBox="1"/>
              <p:nvPr/>
            </p:nvSpPr>
            <p:spPr>
              <a:xfrm flipH="1">
                <a:off x="508873" y="3240572"/>
                <a:ext cx="2933640"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0</m:t>
                          </m:r>
                          <m:r>
                            <a:rPr lang="en-US" sz="3200" b="0" i="1" smtClean="0">
                              <a:latin typeface="Cambria Math" panose="02040503050406030204" pitchFamily="18" charset="0"/>
                            </a:rPr>
                            <m:t>𝑖</m:t>
                          </m:r>
                        </m:sub>
                      </m:sSub>
                    </m:oMath>
                  </m:oMathPara>
                </a14:m>
                <a:endParaRPr lang="en-US" sz="3200" b="0" dirty="0"/>
              </a:p>
            </p:txBody>
          </p:sp>
        </mc:Choice>
        <mc:Fallback xmlns="">
          <p:sp>
            <p:nvSpPr>
              <p:cNvPr id="7" name="TextBox 6">
                <a:extLst>
                  <a:ext uri="{FF2B5EF4-FFF2-40B4-BE49-F238E27FC236}">
                    <a16:creationId xmlns:a16="http://schemas.microsoft.com/office/drawing/2014/main" id="{9F92AED3-A6C1-A7B5-7225-E7FA4CDE4F8E}"/>
                  </a:ext>
                </a:extLst>
              </p:cNvPr>
              <p:cNvSpPr txBox="1">
                <a:spLocks noRot="1" noChangeAspect="1" noMove="1" noResize="1" noEditPoints="1" noAdjustHandles="1" noChangeArrowheads="1" noChangeShapeType="1" noTextEdit="1"/>
              </p:cNvSpPr>
              <p:nvPr/>
            </p:nvSpPr>
            <p:spPr>
              <a:xfrm flipH="1">
                <a:off x="508873" y="3240572"/>
                <a:ext cx="2933640" cy="492443"/>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2AD7085-ACFD-F9E6-14AC-5803C6EAC8C2}"/>
                  </a:ext>
                </a:extLst>
              </p:cNvPr>
              <p:cNvSpPr txBox="1"/>
              <p:nvPr/>
            </p:nvSpPr>
            <p:spPr>
              <a:xfrm flipH="1">
                <a:off x="508808" y="4006518"/>
                <a:ext cx="2933640"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i="1">
                              <a:latin typeface="Cambria Math" panose="02040503050406030204" pitchFamily="18" charset="0"/>
                            </a:rPr>
                          </m:ctrlPr>
                        </m:sSubPr>
                        <m:e>
                          <m:r>
                            <a:rPr lang="en-US" sz="3200" i="1">
                              <a:latin typeface="Cambria Math" panose="02040503050406030204" pitchFamily="18" charset="0"/>
                            </a:rPr>
                            <m:t>𝛽</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𝛾</m:t>
                          </m:r>
                        </m:e>
                        <m:sub>
                          <m:r>
                            <a:rPr lang="en-US" sz="3200" b="0" i="1" smtClean="0">
                              <a:latin typeface="Cambria Math" panose="02040503050406030204" pitchFamily="18" charset="0"/>
                            </a:rPr>
                            <m:t>01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𝑢</m:t>
                          </m:r>
                        </m:e>
                        <m:sub>
                          <m:r>
                            <a:rPr lang="en-US" sz="3200" b="0" i="1" smtClean="0">
                              <a:latin typeface="Cambria Math" panose="02040503050406030204" pitchFamily="18" charset="0"/>
                            </a:rPr>
                            <m:t>1</m:t>
                          </m:r>
                          <m:r>
                            <a:rPr lang="en-US" sz="3200" b="0" i="1" smtClean="0">
                              <a:latin typeface="Cambria Math" panose="02040503050406030204" pitchFamily="18" charset="0"/>
                            </a:rPr>
                            <m:t>𝑖</m:t>
                          </m:r>
                        </m:sub>
                      </m:sSub>
                    </m:oMath>
                  </m:oMathPara>
                </a14:m>
                <a:endParaRPr lang="en-US" sz="3200" b="0" dirty="0"/>
              </a:p>
            </p:txBody>
          </p:sp>
        </mc:Choice>
        <mc:Fallback xmlns="">
          <p:sp>
            <p:nvSpPr>
              <p:cNvPr id="12" name="TextBox 11">
                <a:extLst>
                  <a:ext uri="{FF2B5EF4-FFF2-40B4-BE49-F238E27FC236}">
                    <a16:creationId xmlns:a16="http://schemas.microsoft.com/office/drawing/2014/main" id="{02AD7085-ACFD-F9E6-14AC-5803C6EAC8C2}"/>
                  </a:ext>
                </a:extLst>
              </p:cNvPr>
              <p:cNvSpPr txBox="1">
                <a:spLocks noRot="1" noChangeAspect="1" noMove="1" noResize="1" noEditPoints="1" noAdjustHandles="1" noChangeArrowheads="1" noChangeShapeType="1" noTextEdit="1"/>
              </p:cNvSpPr>
              <p:nvPr/>
            </p:nvSpPr>
            <p:spPr>
              <a:xfrm flipH="1">
                <a:off x="508808" y="4006518"/>
                <a:ext cx="2933640" cy="492443"/>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9C45DD5-9DF8-2250-E841-1FB1FE27F718}"/>
                  </a:ext>
                </a:extLst>
              </p:cNvPr>
              <p:cNvSpPr txBox="1"/>
              <p:nvPr/>
            </p:nvSpPr>
            <p:spPr>
              <a:xfrm>
                <a:off x="636519" y="2513341"/>
                <a:ext cx="2167966" cy="458459"/>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𝜖</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r>
                        <a:rPr lang="en-US" sz="2800" b="0" i="1" smtClean="0">
                          <a:latin typeface="Cambria Math" panose="02040503050406030204" pitchFamily="18" charset="0"/>
                        </a:rPr>
                        <m:t>𝑁</m:t>
                      </m:r>
                      <m:r>
                        <a:rPr lang="en-US" sz="2800" b="0" i="1" smtClean="0">
                          <a:latin typeface="Cambria Math" panose="02040503050406030204" pitchFamily="18" charset="0"/>
                        </a:rPr>
                        <m:t>(0,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𝜎</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m:oMathPara>
                </a14:m>
                <a:endParaRPr lang="en-CH" sz="2800" dirty="0"/>
              </a:p>
            </p:txBody>
          </p:sp>
        </mc:Choice>
        <mc:Fallback xmlns="">
          <p:sp>
            <p:nvSpPr>
              <p:cNvPr id="16" name="TextBox 15">
                <a:extLst>
                  <a:ext uri="{FF2B5EF4-FFF2-40B4-BE49-F238E27FC236}">
                    <a16:creationId xmlns:a16="http://schemas.microsoft.com/office/drawing/2014/main" id="{29C45DD5-9DF8-2250-E841-1FB1FE27F718}"/>
                  </a:ext>
                </a:extLst>
              </p:cNvPr>
              <p:cNvSpPr txBox="1">
                <a:spLocks noRot="1" noChangeAspect="1" noMove="1" noResize="1" noEditPoints="1" noAdjustHandles="1" noChangeArrowheads="1" noChangeShapeType="1" noTextEdit="1"/>
              </p:cNvSpPr>
              <p:nvPr/>
            </p:nvSpPr>
            <p:spPr>
              <a:xfrm>
                <a:off x="636519" y="2513341"/>
                <a:ext cx="2167966" cy="458459"/>
              </a:xfrm>
              <a:prstGeom prst="rect">
                <a:avLst/>
              </a:prstGeom>
              <a:blipFill>
                <a:blip r:embed="rId11"/>
                <a:stretch>
                  <a:fillRect/>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7605EEC3-DBA7-4DEB-216E-FB3842B53D6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78439" y="2889236"/>
            <a:ext cx="5720605" cy="3219450"/>
          </a:xfrm>
          <a:prstGeom prst="rect">
            <a:avLst/>
          </a:prstGeom>
        </p:spPr>
      </p:pic>
    </p:spTree>
    <p:extLst>
      <p:ext uri="{BB962C8B-B14F-4D97-AF65-F5344CB8AC3E}">
        <p14:creationId xmlns:p14="http://schemas.microsoft.com/office/powerpoint/2010/main" val="2140726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CB27-B8D3-5B8D-514A-0D2C8DA8EA03}"/>
              </a:ext>
            </a:extLst>
          </p:cNvPr>
          <p:cNvSpPr>
            <a:spLocks noGrp="1"/>
          </p:cNvSpPr>
          <p:nvPr>
            <p:ph type="title"/>
          </p:nvPr>
        </p:nvSpPr>
        <p:spPr>
          <a:xfrm>
            <a:off x="838200" y="2766218"/>
            <a:ext cx="10515600" cy="1325563"/>
          </a:xfrm>
        </p:spPr>
        <p:txBody>
          <a:bodyPr/>
          <a:lstStyle/>
          <a:p>
            <a:r>
              <a:rPr lang="en-US" dirty="0"/>
              <a:t>A finite data problem…</a:t>
            </a:r>
            <a:endParaRPr lang="en-CH" dirty="0"/>
          </a:p>
        </p:txBody>
      </p:sp>
    </p:spTree>
    <p:extLst>
      <p:ext uri="{BB962C8B-B14F-4D97-AF65-F5344CB8AC3E}">
        <p14:creationId xmlns:p14="http://schemas.microsoft.com/office/powerpoint/2010/main" val="1079778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00C79B-C92D-3EE1-8155-66FDEF3AB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1187696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D93C0D-8D40-6B00-BF03-F6EC5EB77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823870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16DB-1964-B125-4441-826B86EEC9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824AA45-38A7-944D-0EC2-FC50E7312F6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1F2ED3F-AE92-0749-1F89-249F7EBCF2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
        <p:nvSpPr>
          <p:cNvPr id="6" name="Flowchart: Connector 5">
            <a:extLst>
              <a:ext uri="{FF2B5EF4-FFF2-40B4-BE49-F238E27FC236}">
                <a16:creationId xmlns:a16="http://schemas.microsoft.com/office/drawing/2014/main" id="{D7C00A02-063C-618E-6AB4-0DFF60EDE642}"/>
              </a:ext>
            </a:extLst>
          </p:cNvPr>
          <p:cNvSpPr/>
          <p:nvPr/>
        </p:nvSpPr>
        <p:spPr>
          <a:xfrm>
            <a:off x="2451370" y="3336587"/>
            <a:ext cx="97277" cy="9241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Connector 7">
            <a:extLst>
              <a:ext uri="{FF2B5EF4-FFF2-40B4-BE49-F238E27FC236}">
                <a16:creationId xmlns:a16="http://schemas.microsoft.com/office/drawing/2014/main" id="{CB066BD2-92E0-0D4B-A32C-D59E7BC04F46}"/>
              </a:ext>
            </a:extLst>
          </p:cNvPr>
          <p:cNvSpPr/>
          <p:nvPr/>
        </p:nvSpPr>
        <p:spPr>
          <a:xfrm>
            <a:off x="6204220" y="2612687"/>
            <a:ext cx="97277" cy="9241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9B577CB9-C147-7EEB-403F-71A7277AA42A}"/>
              </a:ext>
            </a:extLst>
          </p:cNvPr>
          <p:cNvSpPr/>
          <p:nvPr/>
        </p:nvSpPr>
        <p:spPr>
          <a:xfrm>
            <a:off x="9918970" y="1828462"/>
            <a:ext cx="97277" cy="9241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9422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30A39-5B60-6B8D-789C-B28A8F55BD60}"/>
              </a:ext>
            </a:extLst>
          </p:cNvPr>
          <p:cNvSpPr>
            <a:spLocks noGrp="1"/>
          </p:cNvSpPr>
          <p:nvPr>
            <p:ph type="title"/>
          </p:nvPr>
        </p:nvSpPr>
        <p:spPr/>
        <p:txBody>
          <a:bodyPr/>
          <a:lstStyle/>
          <a:p>
            <a:r>
              <a:rPr lang="en-US" dirty="0"/>
              <a:t>Partial pooling</a:t>
            </a:r>
            <a:endParaRPr lang="en-CH"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9CF6A7-F779-EB7E-0759-28163CB48D3F}"/>
                  </a:ext>
                </a:extLst>
              </p:cNvPr>
              <p:cNvSpPr>
                <a:spLocks noGrp="1"/>
              </p:cNvSpPr>
              <p:nvPr>
                <p:ph idx="1"/>
              </p:nvPr>
            </p:nvSpPr>
            <p:spPr/>
            <p:txBody>
              <a:bodyPr/>
              <a:lstStyle/>
              <a:p>
                <a:pPr marL="0" indent="0">
                  <a:buNone/>
                </a:pPr>
                <a:r>
                  <a:rPr lang="en-US" dirty="0"/>
                  <a:t>Subject-specific effects are shrunk towards the population-effect, the amount of shrinkage is proportional to </a:t>
                </a:r>
                <a:r>
                  <a:rPr lang="en-US" i="1" dirty="0"/>
                  <a:t>the subject’s relative lack of information</a:t>
                </a:r>
                <a:r>
                  <a:rPr lang="en-US" dirty="0"/>
                  <a:t>:</a:t>
                </a:r>
              </a:p>
              <a:p>
                <a:pPr marL="0" indent="0">
                  <a:buNone/>
                </a:pPr>
                <a:r>
                  <a:rPr lang="en-US" dirty="0"/>
                  <a:t>	1. within-subject noise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𝑟𝑒𝑠𝑖𝑑𝑢𝑎𝑙</m:t>
                        </m:r>
                      </m:sub>
                      <m:sup>
                        <m:r>
                          <a:rPr lang="en-US" b="0" i="1" smtClean="0">
                            <a:latin typeface="Cambria Math" panose="02040503050406030204" pitchFamily="18" charset="0"/>
                          </a:rPr>
                          <m:t>2</m:t>
                        </m:r>
                      </m:sup>
                    </m:sSubSup>
                  </m:oMath>
                </a14:m>
                <a:r>
                  <a:rPr lang="en-US" dirty="0"/>
                  <a:t>)</a:t>
                </a:r>
              </a:p>
              <a:p>
                <a:pPr marL="0" indent="0">
                  <a:buNone/>
                </a:pPr>
                <a:r>
                  <a:rPr lang="en-US" dirty="0"/>
                  <a:t>	2. number of observations for a subject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oMath>
                </a14:m>
                <a:r>
                  <a:rPr lang="en-US" dirty="0"/>
                  <a:t>)</a:t>
                </a:r>
              </a:p>
              <a:p>
                <a:pPr marL="0" indent="0">
                  <a:buNone/>
                </a:pPr>
                <a:r>
                  <a:rPr lang="en-US" dirty="0"/>
                  <a:t>	3. between-subject variance of the parameter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b="0" i="1" smtClean="0">
                            <a:latin typeface="Cambria Math" panose="02040503050406030204" pitchFamily="18" charset="0"/>
                          </a:rPr>
                          <m:t>𝑏𝑒𝑡𝑤𝑒𝑒𝑛</m:t>
                        </m:r>
                      </m:sub>
                      <m:sup>
                        <m:r>
                          <a:rPr lang="en-US" i="1">
                            <a:latin typeface="Cambria Math" panose="02040503050406030204" pitchFamily="18" charset="0"/>
                          </a:rPr>
                          <m:t>2</m:t>
                        </m:r>
                      </m:sup>
                    </m:sSubSup>
                  </m:oMath>
                </a14:m>
                <a:r>
                  <a:rPr lang="en-US" dirty="0"/>
                  <a:t>)</a:t>
                </a:r>
                <a:endParaRPr lang="en-CH" dirty="0"/>
              </a:p>
            </p:txBody>
          </p:sp>
        </mc:Choice>
        <mc:Fallback xmlns="">
          <p:sp>
            <p:nvSpPr>
              <p:cNvPr id="3" name="Content Placeholder 2">
                <a:extLst>
                  <a:ext uri="{FF2B5EF4-FFF2-40B4-BE49-F238E27FC236}">
                    <a16:creationId xmlns:a16="http://schemas.microsoft.com/office/drawing/2014/main" id="{199CF6A7-F779-EB7E-0759-28163CB48D3F}"/>
                  </a:ext>
                </a:extLst>
              </p:cNvPr>
              <p:cNvSpPr>
                <a:spLocks noGrp="1" noRot="1" noChangeAspect="1" noMove="1" noResize="1" noEditPoints="1" noAdjustHandles="1" noChangeArrowheads="1" noChangeShapeType="1" noTextEdit="1"/>
              </p:cNvSpPr>
              <p:nvPr>
                <p:ph idx="1"/>
              </p:nvPr>
            </p:nvSpPr>
            <p:spPr>
              <a:blipFill>
                <a:blip r:embed="rId2"/>
                <a:stretch>
                  <a:fillRect l="-1217" t="-2381" r="-1739"/>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C68801-443D-FAE7-D79B-19D6E201FC59}"/>
                  </a:ext>
                </a:extLst>
              </p:cNvPr>
              <p:cNvSpPr txBox="1"/>
              <p:nvPr/>
            </p:nvSpPr>
            <p:spPr>
              <a:xfrm>
                <a:off x="4100405" y="5109932"/>
                <a:ext cx="4614597" cy="1382943"/>
              </a:xfrm>
              <a:prstGeom prst="rect">
                <a:avLst/>
              </a:prstGeom>
              <a:noFill/>
            </p:spPr>
            <p:txBody>
              <a:bodyPr wrap="none" lIns="0" tIns="0" rIns="0" bIns="0" rtlCol="0">
                <a:spAutoFit/>
              </a:bodyPr>
              <a:lstStyle/>
              <a:p>
                <a:pPr/>
                <a14:m>
                  <m:oMathPara xmlns:m="http://schemas.openxmlformats.org/officeDocument/2006/math">
                    <m:oMath>
                      <m:r>
                        <a:rPr lang="en-US" sz="2800" b="0" i="1" smtClean="0">
                          <a:latin typeface="Cambria Math" panose="02040503050406030204" pitchFamily="18" charset="0"/>
                        </a:rPr>
                        <m:t>𝜔</m:t>
                      </m:r>
                      <m:r>
                        <a:rPr lang="en-US" sz="2800" b="0" i="1" smtClean="0">
                          <a:latin typeface="Cambria Math" panose="02040503050406030204" pitchFamily="18" charset="0"/>
                        </a:rPr>
                        <m:t>= 1− </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𝑏𝑒𝑡𝑤𝑒𝑒𝑛</m:t>
                              </m:r>
                            </m:sub>
                            <m:sup>
                              <m:r>
                                <a:rPr lang="en-US" sz="2800" b="0" i="1" smtClean="0">
                                  <a:latin typeface="Cambria Math" panose="02040503050406030204" pitchFamily="18" charset="0"/>
                                </a:rPr>
                                <m:t>2</m:t>
                              </m:r>
                            </m:sup>
                          </m:sSubSup>
                        </m:num>
                        <m:den>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𝑏𝑒𝑡𝑤𝑒𝑒𝑛</m:t>
                              </m:r>
                            </m:sub>
                            <m:sup>
                              <m:r>
                                <a:rPr lang="en-US" sz="2800" b="0" i="1" smtClean="0">
                                  <a:latin typeface="Cambria Math" panose="02040503050406030204" pitchFamily="18" charset="0"/>
                                </a:rPr>
                                <m:t>2</m:t>
                              </m:r>
                            </m:sup>
                          </m:sSub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𝑟𝑒𝑠𝑖𝑑𝑢𝑎𝑙</m:t>
                                  </m:r>
                                </m:sub>
                                <m:sup>
                                  <m:r>
                                    <a:rPr lang="en-US" sz="2800" b="0" i="1" smtClean="0">
                                      <a:latin typeface="Cambria Math" panose="02040503050406030204" pitchFamily="18" charset="0"/>
                                    </a:rPr>
                                    <m:t>2</m:t>
                                  </m:r>
                                </m:sup>
                              </m:sSubSup>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𝑛</m:t>
                                  </m:r>
                                </m:e>
                                <m:sub>
                                  <m:r>
                                    <a:rPr lang="en-US" sz="2800" b="0" i="1" smtClean="0">
                                      <a:latin typeface="Cambria Math" panose="02040503050406030204" pitchFamily="18" charset="0"/>
                                    </a:rPr>
                                    <m:t>𝑖</m:t>
                                  </m:r>
                                </m:sub>
                              </m:sSub>
                            </m:den>
                          </m:f>
                        </m:den>
                      </m:f>
                    </m:oMath>
                  </m:oMathPara>
                </a14:m>
                <a:endParaRPr lang="en-CH" sz="2800" dirty="0"/>
              </a:p>
            </p:txBody>
          </p:sp>
        </mc:Choice>
        <mc:Fallback xmlns="">
          <p:sp>
            <p:nvSpPr>
              <p:cNvPr id="4" name="TextBox 3">
                <a:extLst>
                  <a:ext uri="{FF2B5EF4-FFF2-40B4-BE49-F238E27FC236}">
                    <a16:creationId xmlns:a16="http://schemas.microsoft.com/office/drawing/2014/main" id="{8AC68801-443D-FAE7-D79B-19D6E201FC59}"/>
                  </a:ext>
                </a:extLst>
              </p:cNvPr>
              <p:cNvSpPr txBox="1">
                <a:spLocks noRot="1" noChangeAspect="1" noMove="1" noResize="1" noEditPoints="1" noAdjustHandles="1" noChangeArrowheads="1" noChangeShapeType="1" noTextEdit="1"/>
              </p:cNvSpPr>
              <p:nvPr/>
            </p:nvSpPr>
            <p:spPr>
              <a:xfrm>
                <a:off x="4100405" y="5109932"/>
                <a:ext cx="4614597" cy="1382943"/>
              </a:xfrm>
              <a:prstGeom prst="rect">
                <a:avLst/>
              </a:prstGeom>
              <a:blipFill>
                <a:blip r:embed="rId3"/>
                <a:stretch>
                  <a:fillRect/>
                </a:stretch>
              </a:blipFill>
            </p:spPr>
            <p:txBody>
              <a:bodyPr/>
              <a:lstStyle/>
              <a:p>
                <a:r>
                  <a:rPr lang="en-CH">
                    <a:noFill/>
                  </a:rPr>
                  <a:t> </a:t>
                </a:r>
              </a:p>
            </p:txBody>
          </p:sp>
        </mc:Fallback>
      </mc:AlternateContent>
    </p:spTree>
    <p:extLst>
      <p:ext uri="{BB962C8B-B14F-4D97-AF65-F5344CB8AC3E}">
        <p14:creationId xmlns:p14="http://schemas.microsoft.com/office/powerpoint/2010/main" val="351595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C8B9A-D9AC-D9F0-C361-0910272ED2BD}"/>
              </a:ext>
            </a:extLst>
          </p:cNvPr>
          <p:cNvSpPr>
            <a:spLocks noGrp="1"/>
          </p:cNvSpPr>
          <p:nvPr>
            <p:ph type="title"/>
          </p:nvPr>
        </p:nvSpPr>
        <p:spPr/>
        <p:txBody>
          <a:bodyPr/>
          <a:lstStyle/>
          <a:p>
            <a:r>
              <a:rPr lang="en-US" dirty="0"/>
              <a:t>Partial pooling</a:t>
            </a:r>
            <a:endParaRPr lang="en-CH"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0A8357B-D87F-7AC3-1646-8405660A3EF2}"/>
                  </a:ext>
                </a:extLst>
              </p:cNvPr>
              <p:cNvSpPr txBox="1"/>
              <p:nvPr/>
            </p:nvSpPr>
            <p:spPr>
              <a:xfrm>
                <a:off x="732182" y="2419740"/>
                <a:ext cx="4614597" cy="1382943"/>
              </a:xfrm>
              <a:prstGeom prst="rect">
                <a:avLst/>
              </a:prstGeom>
              <a:noFill/>
            </p:spPr>
            <p:txBody>
              <a:bodyPr wrap="none" lIns="0" tIns="0" rIns="0" bIns="0" rtlCol="0">
                <a:spAutoFit/>
              </a:bodyPr>
              <a:lstStyle/>
              <a:p>
                <a:pPr/>
                <a14:m>
                  <m:oMathPara xmlns:m="http://schemas.openxmlformats.org/officeDocument/2006/math">
                    <m:oMath>
                      <m:r>
                        <a:rPr lang="en-US" sz="2800" b="0" i="1" smtClean="0">
                          <a:latin typeface="Cambria Math" panose="02040503050406030204" pitchFamily="18" charset="0"/>
                        </a:rPr>
                        <m:t>𝜔</m:t>
                      </m:r>
                      <m:r>
                        <a:rPr lang="en-US" sz="2800" b="0" i="1" smtClean="0">
                          <a:latin typeface="Cambria Math" panose="02040503050406030204" pitchFamily="18" charset="0"/>
                        </a:rPr>
                        <m:t>= 1− </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𝑏𝑒𝑡𝑤𝑒𝑒𝑛</m:t>
                              </m:r>
                            </m:sub>
                            <m:sup>
                              <m:r>
                                <a:rPr lang="en-US" sz="2800" b="0" i="1" smtClean="0">
                                  <a:latin typeface="Cambria Math" panose="02040503050406030204" pitchFamily="18" charset="0"/>
                                </a:rPr>
                                <m:t>2</m:t>
                              </m:r>
                            </m:sup>
                          </m:sSubSup>
                        </m:num>
                        <m:den>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𝑏𝑒𝑡𝑤𝑒𝑒𝑛</m:t>
                              </m:r>
                            </m:sub>
                            <m:sup>
                              <m:r>
                                <a:rPr lang="en-US" sz="2800" b="0" i="1" smtClean="0">
                                  <a:latin typeface="Cambria Math" panose="02040503050406030204" pitchFamily="18" charset="0"/>
                                </a:rPr>
                                <m:t>2</m:t>
                              </m:r>
                            </m:sup>
                          </m:sSub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𝜎</m:t>
                                  </m:r>
                                </m:e>
                                <m:sub>
                                  <m:r>
                                    <a:rPr lang="en-US" sz="2800" b="0" i="1" smtClean="0">
                                      <a:latin typeface="Cambria Math" panose="02040503050406030204" pitchFamily="18" charset="0"/>
                                    </a:rPr>
                                    <m:t>𝑟𝑒𝑠𝑖𝑑𝑢𝑎𝑙</m:t>
                                  </m:r>
                                </m:sub>
                                <m:sup>
                                  <m:r>
                                    <a:rPr lang="en-US" sz="2800" b="0" i="1" smtClean="0">
                                      <a:latin typeface="Cambria Math" panose="02040503050406030204" pitchFamily="18" charset="0"/>
                                    </a:rPr>
                                    <m:t>2</m:t>
                                  </m:r>
                                </m:sup>
                              </m:sSubSup>
                            </m:num>
                            <m:den>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𝑛</m:t>
                                  </m:r>
                                </m:e>
                                <m:sub>
                                  <m:r>
                                    <a:rPr lang="en-US" sz="2800" b="0" i="1" smtClean="0">
                                      <a:latin typeface="Cambria Math" panose="02040503050406030204" pitchFamily="18" charset="0"/>
                                    </a:rPr>
                                    <m:t>𝑖</m:t>
                                  </m:r>
                                </m:sub>
                              </m:sSub>
                            </m:den>
                          </m:f>
                        </m:den>
                      </m:f>
                    </m:oMath>
                  </m:oMathPara>
                </a14:m>
                <a:endParaRPr lang="en-CH" sz="2800" dirty="0"/>
              </a:p>
            </p:txBody>
          </p:sp>
        </mc:Choice>
        <mc:Fallback xmlns="">
          <p:sp>
            <p:nvSpPr>
              <p:cNvPr id="4" name="TextBox 3">
                <a:extLst>
                  <a:ext uri="{FF2B5EF4-FFF2-40B4-BE49-F238E27FC236}">
                    <a16:creationId xmlns:a16="http://schemas.microsoft.com/office/drawing/2014/main" id="{F0A8357B-D87F-7AC3-1646-8405660A3EF2}"/>
                  </a:ext>
                </a:extLst>
              </p:cNvPr>
              <p:cNvSpPr txBox="1">
                <a:spLocks noRot="1" noChangeAspect="1" noMove="1" noResize="1" noEditPoints="1" noAdjustHandles="1" noChangeArrowheads="1" noChangeShapeType="1" noTextEdit="1"/>
              </p:cNvSpPr>
              <p:nvPr/>
            </p:nvSpPr>
            <p:spPr>
              <a:xfrm>
                <a:off x="732182" y="2419740"/>
                <a:ext cx="4614597" cy="1382943"/>
              </a:xfrm>
              <a:prstGeom prst="rect">
                <a:avLst/>
              </a:prstGeom>
              <a:blipFill>
                <a:blip r:embed="rId3"/>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00EBD04-9CDD-D6F7-CD54-9E1030C397EE}"/>
                  </a:ext>
                </a:extLst>
              </p:cNvPr>
              <p:cNvSpPr txBox="1"/>
              <p:nvPr/>
            </p:nvSpPr>
            <p:spPr>
              <a:xfrm>
                <a:off x="732182" y="4531735"/>
                <a:ext cx="4521238" cy="430887"/>
              </a:xfrm>
              <a:prstGeom prst="rect">
                <a:avLst/>
              </a:prstGeom>
              <a:noFill/>
            </p:spPr>
            <p:txBody>
              <a:bodyPr wrap="none" lIns="0" tIns="0" rIns="0" bIns="0" rtlCol="0">
                <a:spAutoFit/>
              </a:bodyPr>
              <a:lstStyle/>
              <a:p>
                <a:pPr/>
                <a14:m>
                  <m:oMathPara xmlns:m="http://schemas.openxmlformats.org/officeDocument/2006/math">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𝛽</m:t>
                          </m:r>
                        </m:e>
                        <m:sub>
                          <m:r>
                            <a:rPr lang="en-US" sz="2800" b="0" i="1" smtClean="0">
                              <a:latin typeface="Cambria Math" panose="02040503050406030204" pitchFamily="18" charset="0"/>
                            </a:rPr>
                            <m:t>0</m:t>
                          </m:r>
                          <m:r>
                            <a:rPr lang="en-US" sz="2800" b="0" i="1" smtClean="0">
                              <a:latin typeface="Cambria Math" panose="02040503050406030204" pitchFamily="18" charset="0"/>
                            </a:rPr>
                            <m:t>𝑖</m:t>
                          </m:r>
                        </m:sub>
                      </m:sSub>
                      <m:r>
                        <a:rPr lang="en-US" sz="2800" b="0" i="1" smtClean="0">
                          <a:latin typeface="Cambria Math" panose="02040503050406030204" pitchFamily="18" charset="0"/>
                        </a:rPr>
                        <m:t>=</m:t>
                      </m:r>
                      <m:r>
                        <a:rPr lang="en-US" sz="2800" b="0" i="1" smtClean="0">
                          <a:latin typeface="Cambria Math" panose="02040503050406030204" pitchFamily="18" charset="0"/>
                        </a:rPr>
                        <m:t>𝜔</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𝛾</m:t>
                          </m:r>
                        </m:e>
                        <m:sub>
                          <m:r>
                            <a:rPr lang="en-US" sz="2800" b="0" i="1" smtClean="0">
                              <a:latin typeface="Cambria Math" panose="02040503050406030204" pitchFamily="18" charset="0"/>
                            </a:rPr>
                            <m:t>00</m:t>
                          </m:r>
                        </m:sub>
                      </m:sSub>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𝜔</m:t>
                          </m:r>
                        </m:e>
                      </m:d>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𝑢</m:t>
                          </m:r>
                        </m:e>
                        <m:sub>
                          <m:r>
                            <a:rPr lang="en-US" sz="2800" b="0" i="1" smtClean="0">
                              <a:latin typeface="Cambria Math" panose="02040503050406030204" pitchFamily="18" charset="0"/>
                            </a:rPr>
                            <m:t>0</m:t>
                          </m:r>
                          <m:r>
                            <a:rPr lang="en-US" sz="2800" b="0" i="1" smtClean="0">
                              <a:latin typeface="Cambria Math" panose="02040503050406030204" pitchFamily="18" charset="0"/>
                            </a:rPr>
                            <m:t>𝑖</m:t>
                          </m:r>
                        </m:sub>
                      </m:sSub>
                    </m:oMath>
                  </m:oMathPara>
                </a14:m>
                <a:endParaRPr lang="en-CH" sz="2800" dirty="0"/>
              </a:p>
            </p:txBody>
          </p:sp>
        </mc:Choice>
        <mc:Fallback xmlns="">
          <p:sp>
            <p:nvSpPr>
              <p:cNvPr id="5" name="TextBox 4">
                <a:extLst>
                  <a:ext uri="{FF2B5EF4-FFF2-40B4-BE49-F238E27FC236}">
                    <a16:creationId xmlns:a16="http://schemas.microsoft.com/office/drawing/2014/main" id="{000EBD04-9CDD-D6F7-CD54-9E1030C397EE}"/>
                  </a:ext>
                </a:extLst>
              </p:cNvPr>
              <p:cNvSpPr txBox="1">
                <a:spLocks noRot="1" noChangeAspect="1" noMove="1" noResize="1" noEditPoints="1" noAdjustHandles="1" noChangeArrowheads="1" noChangeShapeType="1" noTextEdit="1"/>
              </p:cNvSpPr>
              <p:nvPr/>
            </p:nvSpPr>
            <p:spPr>
              <a:xfrm>
                <a:off x="732182" y="4531735"/>
                <a:ext cx="4521238" cy="430887"/>
              </a:xfrm>
              <a:prstGeom prst="rect">
                <a:avLst/>
              </a:prstGeom>
              <a:blipFill>
                <a:blip r:embed="rId4"/>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AEF662B0-A850-EF22-5C15-C8F47D349D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6582" y="1959306"/>
            <a:ext cx="5729968" cy="3224719"/>
          </a:xfrm>
          <a:prstGeom prst="rect">
            <a:avLst/>
          </a:prstGeom>
        </p:spPr>
      </p:pic>
    </p:spTree>
    <p:extLst>
      <p:ext uri="{BB962C8B-B14F-4D97-AF65-F5344CB8AC3E}">
        <p14:creationId xmlns:p14="http://schemas.microsoft.com/office/powerpoint/2010/main" val="346485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6117CE-D0A7-0244-4A0A-4B225A2164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 y="0"/>
            <a:ext cx="12185905" cy="6858000"/>
          </a:xfrm>
          <a:prstGeom prst="rect">
            <a:avLst/>
          </a:prstGeom>
        </p:spPr>
      </p:pic>
    </p:spTree>
    <p:extLst>
      <p:ext uri="{BB962C8B-B14F-4D97-AF65-F5344CB8AC3E}">
        <p14:creationId xmlns:p14="http://schemas.microsoft.com/office/powerpoint/2010/main" val="4029703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10F6-ADED-F92B-9DD3-102974CD211B}"/>
              </a:ext>
            </a:extLst>
          </p:cNvPr>
          <p:cNvSpPr>
            <a:spLocks noGrp="1"/>
          </p:cNvSpPr>
          <p:nvPr>
            <p:ph type="title"/>
          </p:nvPr>
        </p:nvSpPr>
        <p:spPr/>
        <p:txBody>
          <a:bodyPr/>
          <a:lstStyle/>
          <a:p>
            <a:r>
              <a:rPr lang="en-US" dirty="0">
                <a:solidFill>
                  <a:srgbClr val="0070C0"/>
                </a:solidFill>
              </a:rPr>
              <a:t>Group activity</a:t>
            </a:r>
            <a:endParaRPr lang="en-CH" dirty="0">
              <a:solidFill>
                <a:srgbClr val="0070C0"/>
              </a:solidFill>
            </a:endParaRPr>
          </a:p>
        </p:txBody>
      </p:sp>
      <p:sp>
        <p:nvSpPr>
          <p:cNvPr id="3" name="Content Placeholder 2">
            <a:extLst>
              <a:ext uri="{FF2B5EF4-FFF2-40B4-BE49-F238E27FC236}">
                <a16:creationId xmlns:a16="http://schemas.microsoft.com/office/drawing/2014/main" id="{6ADE30CC-DD4B-8F68-A798-7F5F06116DCE}"/>
              </a:ext>
            </a:extLst>
          </p:cNvPr>
          <p:cNvSpPr>
            <a:spLocks noGrp="1"/>
          </p:cNvSpPr>
          <p:nvPr>
            <p:ph idx="1"/>
          </p:nvPr>
        </p:nvSpPr>
        <p:spPr>
          <a:xfrm>
            <a:off x="838200" y="1690688"/>
            <a:ext cx="10515600" cy="4351338"/>
          </a:xfrm>
        </p:spPr>
        <p:txBody>
          <a:bodyPr/>
          <a:lstStyle/>
          <a:p>
            <a:r>
              <a:rPr lang="en-US" dirty="0"/>
              <a:t>https://github.com/mearistodemou</a:t>
            </a:r>
          </a:p>
          <a:p>
            <a:r>
              <a:rPr lang="en-US" dirty="0"/>
              <a:t>Find the code in </a:t>
            </a:r>
            <a:r>
              <a:rPr lang="en-US" dirty="0">
                <a:solidFill>
                  <a:srgbClr val="0070C0"/>
                </a:solidFill>
              </a:rPr>
              <a:t>dynamic-systems-</a:t>
            </a:r>
            <a:r>
              <a:rPr lang="en-US" dirty="0" err="1">
                <a:solidFill>
                  <a:srgbClr val="0070C0"/>
                </a:solidFill>
              </a:rPr>
              <a:t>uzh</a:t>
            </a:r>
            <a:r>
              <a:rPr lang="en-US" dirty="0"/>
              <a:t> </a:t>
            </a:r>
            <a:r>
              <a:rPr lang="en-US" dirty="0">
                <a:sym typeface="Wingdings" panose="05000000000000000000" pitchFamily="2" charset="2"/>
              </a:rPr>
              <a:t> </a:t>
            </a:r>
            <a:r>
              <a:rPr lang="en-US" dirty="0">
                <a:solidFill>
                  <a:srgbClr val="0070C0"/>
                </a:solidFill>
              </a:rPr>
              <a:t>Lecture03</a:t>
            </a:r>
            <a:r>
              <a:rPr lang="en-US" dirty="0">
                <a:solidFill>
                  <a:schemeClr val="tx2">
                    <a:lumMod val="50000"/>
                    <a:lumOff val="50000"/>
                  </a:schemeClr>
                </a:solidFill>
              </a:rPr>
              <a:t> </a:t>
            </a:r>
            <a:r>
              <a:rPr lang="en-US" dirty="0">
                <a:sym typeface="Wingdings" panose="05000000000000000000" pitchFamily="2" charset="2"/>
              </a:rPr>
              <a:t> </a:t>
            </a:r>
            <a:r>
              <a:rPr lang="en-US" dirty="0" err="1">
                <a:solidFill>
                  <a:srgbClr val="0070C0"/>
                </a:solidFill>
                <a:sym typeface="Wingdings" panose="05000000000000000000" pitchFamily="2" charset="2"/>
              </a:rPr>
              <a:t>lgcm_sim.R</a:t>
            </a:r>
            <a:endParaRPr lang="en-US" dirty="0">
              <a:solidFill>
                <a:srgbClr val="0070C0"/>
              </a:solidFill>
            </a:endParaRPr>
          </a:p>
          <a:p>
            <a:r>
              <a:rPr lang="en-US" dirty="0"/>
              <a:t>Think of how you can fit your conceptual idea to this model</a:t>
            </a:r>
          </a:p>
          <a:p>
            <a:r>
              <a:rPr lang="en-US" dirty="0"/>
              <a:t>Move the parameters around to fit your idea</a:t>
            </a:r>
          </a:p>
          <a:p>
            <a:r>
              <a:rPr lang="en-US" dirty="0"/>
              <a:t>Tell me what you would like to model, but can’t easily change</a:t>
            </a:r>
            <a:endParaRPr lang="en-CH" dirty="0"/>
          </a:p>
        </p:txBody>
      </p:sp>
      <p:pic>
        <p:nvPicPr>
          <p:cNvPr id="4" name="Graphic 3" descr="Group of men with solid fill">
            <a:extLst>
              <a:ext uri="{FF2B5EF4-FFF2-40B4-BE49-F238E27FC236}">
                <a16:creationId xmlns:a16="http://schemas.microsoft.com/office/drawing/2014/main" id="{9649B32C-1AA9-D8F5-A93A-2C0058E744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75738" y="4652352"/>
            <a:ext cx="1840523" cy="1840523"/>
          </a:xfrm>
          <a:prstGeom prst="rect">
            <a:avLst/>
          </a:prstGeom>
        </p:spPr>
      </p:pic>
    </p:spTree>
    <p:extLst>
      <p:ext uri="{BB962C8B-B14F-4D97-AF65-F5344CB8AC3E}">
        <p14:creationId xmlns:p14="http://schemas.microsoft.com/office/powerpoint/2010/main" val="1945609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BCAD-114E-BC1D-7119-54C022759A7D}"/>
              </a:ext>
            </a:extLst>
          </p:cNvPr>
          <p:cNvSpPr>
            <a:spLocks noGrp="1"/>
          </p:cNvSpPr>
          <p:nvPr>
            <p:ph type="title"/>
          </p:nvPr>
        </p:nvSpPr>
        <p:spPr>
          <a:xfrm>
            <a:off x="838200" y="2766218"/>
            <a:ext cx="10515600" cy="1325563"/>
          </a:xfrm>
        </p:spPr>
        <p:txBody>
          <a:bodyPr/>
          <a:lstStyle/>
          <a:p>
            <a:r>
              <a:rPr lang="en-US" dirty="0"/>
              <a:t>Break</a:t>
            </a:r>
            <a:endParaRPr lang="LID4096" dirty="0"/>
          </a:p>
        </p:txBody>
      </p:sp>
    </p:spTree>
    <p:extLst>
      <p:ext uri="{BB962C8B-B14F-4D97-AF65-F5344CB8AC3E}">
        <p14:creationId xmlns:p14="http://schemas.microsoft.com/office/powerpoint/2010/main" val="3738472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84FA-E26E-1DCD-6B84-05F434ED778B}"/>
              </a:ext>
            </a:extLst>
          </p:cNvPr>
          <p:cNvSpPr>
            <a:spLocks noGrp="1"/>
          </p:cNvSpPr>
          <p:nvPr>
            <p:ph type="title"/>
          </p:nvPr>
        </p:nvSpPr>
        <p:spPr/>
        <p:txBody>
          <a:bodyPr/>
          <a:lstStyle/>
          <a:p>
            <a:r>
              <a:rPr lang="en-US" dirty="0"/>
              <a:t>Magic cats?</a:t>
            </a:r>
            <a:endParaRPr lang="LID4096" dirty="0"/>
          </a:p>
        </p:txBody>
      </p:sp>
      <p:pic>
        <p:nvPicPr>
          <p:cNvPr id="5" name="Content Placeholder 4">
            <a:extLst>
              <a:ext uri="{FF2B5EF4-FFF2-40B4-BE49-F238E27FC236}">
                <a16:creationId xmlns:a16="http://schemas.microsoft.com/office/drawing/2014/main" id="{A4EDBF70-8F18-E59B-A016-84F5CA99E99E}"/>
              </a:ext>
            </a:extLst>
          </p:cNvPr>
          <p:cNvPicPr>
            <a:picLocks noGrp="1" noChangeAspect="1"/>
          </p:cNvPicPr>
          <p:nvPr>
            <p:ph idx="1"/>
          </p:nvPr>
        </p:nvPicPr>
        <p:blipFill>
          <a:blip r:embed="rId3"/>
          <a:stretch>
            <a:fillRect/>
          </a:stretch>
        </p:blipFill>
        <p:spPr>
          <a:xfrm>
            <a:off x="3166100" y="1690688"/>
            <a:ext cx="5859800" cy="4006959"/>
          </a:xfrm>
          <a:prstGeom prst="rect">
            <a:avLst/>
          </a:prstGeom>
        </p:spPr>
      </p:pic>
    </p:spTree>
    <p:extLst>
      <p:ext uri="{BB962C8B-B14F-4D97-AF65-F5344CB8AC3E}">
        <p14:creationId xmlns:p14="http://schemas.microsoft.com/office/powerpoint/2010/main" val="1379567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B958D-442C-0958-37BD-8375EEE983D1}"/>
              </a:ext>
            </a:extLst>
          </p:cNvPr>
          <p:cNvSpPr>
            <a:spLocks noGrp="1"/>
          </p:cNvSpPr>
          <p:nvPr>
            <p:ph type="title"/>
          </p:nvPr>
        </p:nvSpPr>
        <p:spPr/>
        <p:txBody>
          <a:bodyPr/>
          <a:lstStyle/>
          <a:p>
            <a:r>
              <a:rPr lang="en-US" dirty="0"/>
              <a:t>Formalize this model</a:t>
            </a:r>
            <a:endParaRPr lang="LID4096" dirty="0"/>
          </a:p>
        </p:txBody>
      </p:sp>
      <p:sp>
        <p:nvSpPr>
          <p:cNvPr id="3" name="Content Placeholder 2">
            <a:extLst>
              <a:ext uri="{FF2B5EF4-FFF2-40B4-BE49-F238E27FC236}">
                <a16:creationId xmlns:a16="http://schemas.microsoft.com/office/drawing/2014/main" id="{1F6666E9-10B5-E550-3242-6402D87E9BAC}"/>
              </a:ext>
            </a:extLst>
          </p:cNvPr>
          <p:cNvSpPr>
            <a:spLocks noGrp="1"/>
          </p:cNvSpPr>
          <p:nvPr>
            <p:ph idx="1"/>
          </p:nvPr>
        </p:nvSpPr>
        <p:spPr>
          <a:xfrm>
            <a:off x="838200" y="2180919"/>
            <a:ext cx="10515600" cy="1248081"/>
          </a:xfrm>
        </p:spPr>
        <p:txBody>
          <a:bodyPr>
            <a:normAutofit/>
          </a:bodyPr>
          <a:lstStyle/>
          <a:p>
            <a:pPr marL="0" indent="0" algn="ctr">
              <a:buNone/>
            </a:pPr>
            <a:r>
              <a:rPr lang="en-US" sz="3600" i="1" dirty="0"/>
              <a:t>“Every 1 second, they fall by half of their current distance from the ground”</a:t>
            </a:r>
            <a:endParaRPr lang="LID4096" sz="3600" i="1" dirty="0"/>
          </a:p>
        </p:txBody>
      </p:sp>
    </p:spTree>
    <p:extLst>
      <p:ext uri="{BB962C8B-B14F-4D97-AF65-F5344CB8AC3E}">
        <p14:creationId xmlns:p14="http://schemas.microsoft.com/office/powerpoint/2010/main" val="3239657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B9DA-A02D-8449-A3A4-CC8B8D86F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4D268-7891-E449-1B15-15E0ECF38BAE}"/>
              </a:ext>
            </a:extLst>
          </p:cNvPr>
          <p:cNvSpPr>
            <a:spLocks noGrp="1"/>
          </p:cNvSpPr>
          <p:nvPr>
            <p:ph type="title"/>
          </p:nvPr>
        </p:nvSpPr>
        <p:spPr/>
        <p:txBody>
          <a:bodyPr/>
          <a:lstStyle/>
          <a:p>
            <a:r>
              <a:rPr lang="en-US" dirty="0"/>
              <a:t>Formalize this model</a:t>
            </a:r>
            <a:endParaRPr lang="LID4096" dirty="0"/>
          </a:p>
        </p:txBody>
      </p:sp>
      <p:sp>
        <p:nvSpPr>
          <p:cNvPr id="3" name="Content Placeholder 2">
            <a:extLst>
              <a:ext uri="{FF2B5EF4-FFF2-40B4-BE49-F238E27FC236}">
                <a16:creationId xmlns:a16="http://schemas.microsoft.com/office/drawing/2014/main" id="{EB9BED84-EA42-2E16-21F3-3C9900447722}"/>
              </a:ext>
            </a:extLst>
          </p:cNvPr>
          <p:cNvSpPr>
            <a:spLocks noGrp="1"/>
          </p:cNvSpPr>
          <p:nvPr>
            <p:ph idx="1"/>
          </p:nvPr>
        </p:nvSpPr>
        <p:spPr>
          <a:xfrm>
            <a:off x="838200" y="2180919"/>
            <a:ext cx="10515600" cy="1248081"/>
          </a:xfrm>
        </p:spPr>
        <p:txBody>
          <a:bodyPr>
            <a:normAutofit/>
          </a:bodyPr>
          <a:lstStyle/>
          <a:p>
            <a:pPr marL="0" indent="0" algn="ctr">
              <a:buNone/>
            </a:pPr>
            <a:r>
              <a:rPr lang="en-US" sz="3600" i="1" dirty="0"/>
              <a:t>“Every 1 second, they fall by half of their current distance from the ground”</a:t>
            </a:r>
            <a:endParaRPr lang="LID4096" sz="3600" i="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B180465-D2CB-0D45-1AB1-CEA257E63068}"/>
                  </a:ext>
                </a:extLst>
              </p:cNvPr>
              <p:cNvSpPr txBox="1"/>
              <p:nvPr/>
            </p:nvSpPr>
            <p:spPr>
              <a:xfrm>
                <a:off x="3667899" y="4429961"/>
                <a:ext cx="4903009" cy="677108"/>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m:t>
                      </m:r>
                      <m:r>
                        <a:rPr lang="en-US" sz="4400" b="0" i="1" smtClean="0">
                          <a:latin typeface="Cambria Math" panose="02040503050406030204" pitchFamily="18" charset="0"/>
                        </a:rPr>
                        <m:t>𝛽</m:t>
                      </m:r>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 </m:t>
                      </m:r>
                    </m:oMath>
                  </m:oMathPara>
                </a14:m>
                <a:endParaRPr lang="LID4096" sz="4400" dirty="0"/>
              </a:p>
            </p:txBody>
          </p:sp>
        </mc:Choice>
        <mc:Fallback xmlns="">
          <p:sp>
            <p:nvSpPr>
              <p:cNvPr id="4" name="TextBox 3">
                <a:extLst>
                  <a:ext uri="{FF2B5EF4-FFF2-40B4-BE49-F238E27FC236}">
                    <a16:creationId xmlns:a16="http://schemas.microsoft.com/office/drawing/2014/main" id="{CB180465-D2CB-0D45-1AB1-CEA257E63068}"/>
                  </a:ext>
                </a:extLst>
              </p:cNvPr>
              <p:cNvSpPr txBox="1">
                <a:spLocks noRot="1" noChangeAspect="1" noMove="1" noResize="1" noEditPoints="1" noAdjustHandles="1" noChangeArrowheads="1" noChangeShapeType="1" noTextEdit="1"/>
              </p:cNvSpPr>
              <p:nvPr/>
            </p:nvSpPr>
            <p:spPr>
              <a:xfrm>
                <a:off x="3667899" y="4429961"/>
                <a:ext cx="4903009" cy="677108"/>
              </a:xfrm>
              <a:prstGeom prst="rect">
                <a:avLst/>
              </a:prstGeo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51604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7F503-BC5A-D210-C8CB-BC9E55A33818}"/>
              </a:ext>
            </a:extLst>
          </p:cNvPr>
          <p:cNvSpPr>
            <a:spLocks noGrp="1"/>
          </p:cNvSpPr>
          <p:nvPr>
            <p:ph type="title"/>
          </p:nvPr>
        </p:nvSpPr>
        <p:spPr/>
        <p:txBody>
          <a:bodyPr/>
          <a:lstStyle/>
          <a:p>
            <a:r>
              <a:rPr lang="en-US" dirty="0"/>
              <a:t>Let’s launch some cats</a:t>
            </a:r>
            <a:endParaRPr lang="LID4096" dirty="0"/>
          </a:p>
        </p:txBody>
      </p:sp>
      <p:pic>
        <p:nvPicPr>
          <p:cNvPr id="4" name="Content Placeholder 4">
            <a:extLst>
              <a:ext uri="{FF2B5EF4-FFF2-40B4-BE49-F238E27FC236}">
                <a16:creationId xmlns:a16="http://schemas.microsoft.com/office/drawing/2014/main" id="{F6354694-814F-87E0-67D4-795723151AD6}"/>
              </a:ext>
            </a:extLst>
          </p:cNvPr>
          <p:cNvPicPr>
            <a:picLocks noGrp="1" noChangeAspect="1"/>
          </p:cNvPicPr>
          <p:nvPr>
            <p:ph idx="1"/>
          </p:nvPr>
        </p:nvPicPr>
        <p:blipFill>
          <a:blip r:embed="rId2"/>
          <a:stretch>
            <a:fillRect/>
          </a:stretch>
        </p:blipFill>
        <p:spPr>
          <a:xfrm>
            <a:off x="734492" y="3114501"/>
            <a:ext cx="4940554" cy="3378374"/>
          </a:xfrm>
          <a:prstGeom prst="rect">
            <a:avLst/>
          </a:prstGeom>
        </p:spPr>
      </p:pic>
      <p:sp>
        <p:nvSpPr>
          <p:cNvPr id="5" name="TextBox 4">
            <a:extLst>
              <a:ext uri="{FF2B5EF4-FFF2-40B4-BE49-F238E27FC236}">
                <a16:creationId xmlns:a16="http://schemas.microsoft.com/office/drawing/2014/main" id="{75AE0D7F-4E5C-AE38-0E90-FB604CD0B73E}"/>
              </a:ext>
            </a:extLst>
          </p:cNvPr>
          <p:cNvSpPr txBox="1"/>
          <p:nvPr/>
        </p:nvSpPr>
        <p:spPr>
          <a:xfrm>
            <a:off x="5501175" y="1449423"/>
            <a:ext cx="6627564" cy="3539430"/>
          </a:xfrm>
          <a:prstGeom prst="rect">
            <a:avLst/>
          </a:prstGeom>
          <a:noFill/>
        </p:spPr>
        <p:txBody>
          <a:bodyPr wrap="square" rtlCol="0">
            <a:spAutoFit/>
          </a:bodyPr>
          <a:lstStyle/>
          <a:p>
            <a:endParaRPr lang="en-US" sz="2800" dirty="0"/>
          </a:p>
          <a:p>
            <a:pPr marL="342900" indent="-342900">
              <a:buFont typeface="Arial" panose="020B0604020202020204" pitchFamily="34" charset="0"/>
              <a:buChar char="•"/>
            </a:pPr>
            <a:r>
              <a:rPr lang="en-US" sz="2800" dirty="0"/>
              <a:t>Launch them </a:t>
            </a:r>
            <a:r>
              <a:rPr lang="en-US" sz="2800" b="1" dirty="0"/>
              <a:t>20 meters </a:t>
            </a:r>
            <a:r>
              <a:rPr lang="en-US" sz="2800" dirty="0"/>
              <a:t>in the air (T0)</a:t>
            </a:r>
          </a:p>
          <a:p>
            <a:pPr marL="342900" indent="-342900">
              <a:buFont typeface="Arial" panose="020B0604020202020204" pitchFamily="34" charset="0"/>
              <a:buChar char="•"/>
            </a:pPr>
            <a:r>
              <a:rPr lang="en-US" sz="2800" dirty="0"/>
              <a:t>Model their fall using the AR-1 model</a:t>
            </a:r>
          </a:p>
          <a:p>
            <a:pPr marL="342900" indent="-342900">
              <a:buFont typeface="Arial" panose="020B0604020202020204" pitchFamily="34" charset="0"/>
              <a:buChar char="•"/>
            </a:pPr>
            <a:r>
              <a:rPr lang="en-US" sz="2800" dirty="0"/>
              <a:t>By hand calculate where they will be after 4 seconds, i.e., by time point (T4)</a:t>
            </a:r>
          </a:p>
          <a:p>
            <a:pPr marL="342900" indent="-342900">
              <a:buFont typeface="Arial" panose="020B0604020202020204" pitchFamily="34" charset="0"/>
              <a:buChar char="•"/>
            </a:pPr>
            <a:r>
              <a:rPr lang="en-US" sz="2800" dirty="0"/>
              <a:t>Draw a graph of their current height at each time point</a:t>
            </a:r>
          </a:p>
          <a:p>
            <a:endParaRPr lang="LID4096" sz="2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D88093D-AF68-4C52-990F-3E1BFD36CB9A}"/>
                  </a:ext>
                </a:extLst>
              </p:cNvPr>
              <p:cNvSpPr txBox="1"/>
              <p:nvPr/>
            </p:nvSpPr>
            <p:spPr>
              <a:xfrm>
                <a:off x="6051220" y="4803688"/>
                <a:ext cx="4903009" cy="677108"/>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m:t>
                      </m:r>
                      <m:r>
                        <a:rPr lang="en-US" sz="4400" b="0" i="1" smtClean="0">
                          <a:solidFill>
                            <a:srgbClr val="FF0000"/>
                          </a:solidFill>
                          <a:latin typeface="Cambria Math" panose="02040503050406030204" pitchFamily="18" charset="0"/>
                        </a:rPr>
                        <m:t>𝛽</m:t>
                      </m:r>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 </m:t>
                      </m:r>
                    </m:oMath>
                  </m:oMathPara>
                </a14:m>
                <a:endParaRPr lang="LID4096" sz="4400" dirty="0"/>
              </a:p>
            </p:txBody>
          </p:sp>
        </mc:Choice>
        <mc:Fallback xmlns="">
          <p:sp>
            <p:nvSpPr>
              <p:cNvPr id="6" name="TextBox 5">
                <a:extLst>
                  <a:ext uri="{FF2B5EF4-FFF2-40B4-BE49-F238E27FC236}">
                    <a16:creationId xmlns:a16="http://schemas.microsoft.com/office/drawing/2014/main" id="{CD88093D-AF68-4C52-990F-3E1BFD36CB9A}"/>
                  </a:ext>
                </a:extLst>
              </p:cNvPr>
              <p:cNvSpPr txBox="1">
                <a:spLocks noRot="1" noChangeAspect="1" noMove="1" noResize="1" noEditPoints="1" noAdjustHandles="1" noChangeArrowheads="1" noChangeShapeType="1" noTextEdit="1"/>
              </p:cNvSpPr>
              <p:nvPr/>
            </p:nvSpPr>
            <p:spPr>
              <a:xfrm>
                <a:off x="6051220" y="4803688"/>
                <a:ext cx="4903009" cy="677108"/>
              </a:xfrm>
              <a:prstGeom prst="rect">
                <a:avLst/>
              </a:prstGeom>
              <a:blipFill>
                <a:blip r:embed="rId3"/>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EC067A0-2D30-E5FC-8CE4-0035FC2B47C2}"/>
                  </a:ext>
                </a:extLst>
              </p:cNvPr>
              <p:cNvSpPr txBox="1"/>
              <p:nvPr/>
            </p:nvSpPr>
            <p:spPr>
              <a:xfrm>
                <a:off x="6051220" y="5734597"/>
                <a:ext cx="5285101" cy="677108"/>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e>
                      </m:d>
                      <m:r>
                        <a:rPr lang="en-US" sz="4400" b="0" i="1" smtClean="0">
                          <a:latin typeface="Cambria Math" panose="02040503050406030204" pitchFamily="18" charset="0"/>
                        </a:rPr>
                        <m:t>=</m:t>
                      </m:r>
                      <m:r>
                        <a:rPr lang="en-US" sz="4400" b="0" i="1" smtClean="0">
                          <a:solidFill>
                            <a:srgbClr val="FF0000"/>
                          </a:solidFill>
                          <a:latin typeface="Cambria Math" panose="02040503050406030204" pitchFamily="18" charset="0"/>
                        </a:rPr>
                        <m:t>0.5</m:t>
                      </m:r>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 </m:t>
                      </m:r>
                    </m:oMath>
                  </m:oMathPara>
                </a14:m>
                <a:endParaRPr lang="LID4096" sz="4400" dirty="0"/>
              </a:p>
            </p:txBody>
          </p:sp>
        </mc:Choice>
        <mc:Fallback xmlns="">
          <p:sp>
            <p:nvSpPr>
              <p:cNvPr id="7" name="TextBox 6">
                <a:extLst>
                  <a:ext uri="{FF2B5EF4-FFF2-40B4-BE49-F238E27FC236}">
                    <a16:creationId xmlns:a16="http://schemas.microsoft.com/office/drawing/2014/main" id="{3EC067A0-2D30-E5FC-8CE4-0035FC2B47C2}"/>
                  </a:ext>
                </a:extLst>
              </p:cNvPr>
              <p:cNvSpPr txBox="1">
                <a:spLocks noRot="1" noChangeAspect="1" noMove="1" noResize="1" noEditPoints="1" noAdjustHandles="1" noChangeArrowheads="1" noChangeShapeType="1" noTextEdit="1"/>
              </p:cNvSpPr>
              <p:nvPr/>
            </p:nvSpPr>
            <p:spPr>
              <a:xfrm>
                <a:off x="6051220" y="5734597"/>
                <a:ext cx="5285101" cy="677108"/>
              </a:xfrm>
              <a:prstGeom prst="rect">
                <a:avLst/>
              </a:prstGeom>
              <a:blipFill>
                <a:blip r:embed="rId4"/>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210891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45AFB-0166-E685-3CAC-395C79AFD893}"/>
              </a:ext>
            </a:extLst>
          </p:cNvPr>
          <p:cNvSpPr>
            <a:spLocks noGrp="1"/>
          </p:cNvSpPr>
          <p:nvPr>
            <p:ph type="title"/>
          </p:nvPr>
        </p:nvSpPr>
        <p:spPr/>
        <p:txBody>
          <a:bodyPr/>
          <a:lstStyle/>
          <a:p>
            <a:r>
              <a:rPr lang="en-US" dirty="0"/>
              <a:t>Let’s add some shocks!</a:t>
            </a:r>
            <a:endParaRPr lang="LID4096" dirty="0"/>
          </a:p>
        </p:txBody>
      </p:sp>
      <p:sp>
        <p:nvSpPr>
          <p:cNvPr id="4" name="TextBox 3">
            <a:extLst>
              <a:ext uri="{FF2B5EF4-FFF2-40B4-BE49-F238E27FC236}">
                <a16:creationId xmlns:a16="http://schemas.microsoft.com/office/drawing/2014/main" id="{DC8D7D05-9F4D-A661-3DA1-26A3CC208906}"/>
              </a:ext>
            </a:extLst>
          </p:cNvPr>
          <p:cNvSpPr txBox="1"/>
          <p:nvPr/>
        </p:nvSpPr>
        <p:spPr>
          <a:xfrm>
            <a:off x="1001486" y="2166257"/>
            <a:ext cx="9960428" cy="2677656"/>
          </a:xfrm>
          <a:prstGeom prst="rect">
            <a:avLst/>
          </a:prstGeom>
          <a:noFill/>
        </p:spPr>
        <p:txBody>
          <a:bodyPr wrap="square" rtlCol="0">
            <a:spAutoFit/>
          </a:bodyPr>
          <a:lstStyle/>
          <a:p>
            <a:r>
              <a:rPr lang="en-US" sz="2800" dirty="0"/>
              <a:t>Two people getting in an argument, John and Luca.</a:t>
            </a:r>
          </a:p>
          <a:p>
            <a:endParaRPr lang="en-US" sz="2800" dirty="0"/>
          </a:p>
          <a:p>
            <a:r>
              <a:rPr lang="en-US" sz="2800" dirty="0">
                <a:solidFill>
                  <a:schemeClr val="accent2"/>
                </a:solidFill>
              </a:rPr>
              <a:t>John</a:t>
            </a:r>
            <a:r>
              <a:rPr lang="en-US" sz="2800" dirty="0"/>
              <a:t> (reactive, composes himself quick)</a:t>
            </a:r>
          </a:p>
          <a:p>
            <a:r>
              <a:rPr lang="en-US" sz="2800" dirty="0">
                <a:solidFill>
                  <a:schemeClr val="accent5">
                    <a:lumMod val="75000"/>
                  </a:schemeClr>
                </a:solidFill>
              </a:rPr>
              <a:t>Luca</a:t>
            </a:r>
            <a:r>
              <a:rPr lang="en-US" sz="2800" dirty="0"/>
              <a:t> (hard to shake, slow to compose himself)</a:t>
            </a:r>
          </a:p>
          <a:p>
            <a:endParaRPr lang="en-US" sz="2800" dirty="0"/>
          </a:p>
          <a:p>
            <a:endParaRPr lang="en-US" sz="2800" dirty="0"/>
          </a:p>
        </p:txBody>
      </p:sp>
    </p:spTree>
    <p:extLst>
      <p:ext uri="{BB962C8B-B14F-4D97-AF65-F5344CB8AC3E}">
        <p14:creationId xmlns:p14="http://schemas.microsoft.com/office/powerpoint/2010/main" val="1400339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E967-0AFB-726F-A422-8EECDD1B9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B46CC-D73C-2139-CA99-933631A55A0B}"/>
              </a:ext>
            </a:extLst>
          </p:cNvPr>
          <p:cNvSpPr>
            <a:spLocks noGrp="1"/>
          </p:cNvSpPr>
          <p:nvPr>
            <p:ph type="title"/>
          </p:nvPr>
        </p:nvSpPr>
        <p:spPr/>
        <p:txBody>
          <a:bodyPr/>
          <a:lstStyle/>
          <a:p>
            <a:r>
              <a:rPr lang="en-US" dirty="0"/>
              <a:t>Let’s add some shocks!</a:t>
            </a:r>
            <a:endParaRPr lang="LID4096" dirty="0"/>
          </a:p>
        </p:txBody>
      </p:sp>
      <p:sp>
        <p:nvSpPr>
          <p:cNvPr id="4" name="TextBox 3">
            <a:extLst>
              <a:ext uri="{FF2B5EF4-FFF2-40B4-BE49-F238E27FC236}">
                <a16:creationId xmlns:a16="http://schemas.microsoft.com/office/drawing/2014/main" id="{8D494D1E-88CB-74AF-1E5E-729B4193A6D3}"/>
              </a:ext>
            </a:extLst>
          </p:cNvPr>
          <p:cNvSpPr txBox="1"/>
          <p:nvPr/>
        </p:nvSpPr>
        <p:spPr>
          <a:xfrm>
            <a:off x="1001486" y="2166257"/>
            <a:ext cx="9960428" cy="2677656"/>
          </a:xfrm>
          <a:prstGeom prst="rect">
            <a:avLst/>
          </a:prstGeom>
          <a:noFill/>
        </p:spPr>
        <p:txBody>
          <a:bodyPr wrap="square" rtlCol="0">
            <a:spAutoFit/>
          </a:bodyPr>
          <a:lstStyle/>
          <a:p>
            <a:r>
              <a:rPr lang="en-US" sz="2800" dirty="0"/>
              <a:t>Two people getting in an argument, John and Luca.</a:t>
            </a:r>
          </a:p>
          <a:p>
            <a:endParaRPr lang="en-US" sz="2800" dirty="0"/>
          </a:p>
          <a:p>
            <a:r>
              <a:rPr lang="en-US" sz="2800" dirty="0">
                <a:solidFill>
                  <a:schemeClr val="accent2"/>
                </a:solidFill>
              </a:rPr>
              <a:t>John</a:t>
            </a:r>
            <a:r>
              <a:rPr lang="en-US" sz="2800" dirty="0"/>
              <a:t> (reactive, composes himself quick)</a:t>
            </a:r>
          </a:p>
          <a:p>
            <a:r>
              <a:rPr lang="en-US" sz="2800" dirty="0">
                <a:solidFill>
                  <a:schemeClr val="accent5">
                    <a:lumMod val="75000"/>
                  </a:schemeClr>
                </a:solidFill>
              </a:rPr>
              <a:t>Luca</a:t>
            </a:r>
            <a:r>
              <a:rPr lang="en-US" sz="2800" dirty="0"/>
              <a:t> (hard to shake, slow to compose himself)</a:t>
            </a:r>
          </a:p>
          <a:p>
            <a:endParaRPr lang="en-US" sz="2800" dirty="0"/>
          </a:p>
          <a:p>
            <a:endParaRPr lang="en-US" sz="2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C7B3F49-61FB-AD0E-98C4-B07AF6F535A2}"/>
                  </a:ext>
                </a:extLst>
              </p:cNvPr>
              <p:cNvSpPr txBox="1"/>
              <p:nvPr/>
            </p:nvSpPr>
            <p:spPr>
              <a:xfrm>
                <a:off x="2538071" y="4843913"/>
                <a:ext cx="7115858" cy="706797"/>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𝑒</m:t>
                          </m:r>
                        </m:e>
                        <m:sub>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sub>
                      </m:sSub>
                    </m:oMath>
                  </m:oMathPara>
                </a14:m>
                <a:endParaRPr lang="LID4096" sz="4400" dirty="0"/>
              </a:p>
            </p:txBody>
          </p:sp>
        </mc:Choice>
        <mc:Fallback xmlns="">
          <p:sp>
            <p:nvSpPr>
              <p:cNvPr id="3" name="TextBox 2">
                <a:extLst>
                  <a:ext uri="{FF2B5EF4-FFF2-40B4-BE49-F238E27FC236}">
                    <a16:creationId xmlns:a16="http://schemas.microsoft.com/office/drawing/2014/main" id="{CC7B3F49-61FB-AD0E-98C4-B07AF6F535A2}"/>
                  </a:ext>
                </a:extLst>
              </p:cNvPr>
              <p:cNvSpPr txBox="1">
                <a:spLocks noRot="1" noChangeAspect="1" noMove="1" noResize="1" noEditPoints="1" noAdjustHandles="1" noChangeArrowheads="1" noChangeShapeType="1" noTextEdit="1"/>
              </p:cNvSpPr>
              <p:nvPr/>
            </p:nvSpPr>
            <p:spPr>
              <a:xfrm>
                <a:off x="2538071" y="4843913"/>
                <a:ext cx="7115858" cy="706797"/>
              </a:xfrm>
              <a:prstGeom prst="rect">
                <a:avLst/>
              </a:prstGeom>
              <a:blipFill>
                <a:blip r:embed="rId2"/>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718001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0DFCF-90D2-7D45-F51F-B871B17A1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C562F-EAEE-BD4C-8646-EE41BEFBF3F0}"/>
              </a:ext>
            </a:extLst>
          </p:cNvPr>
          <p:cNvSpPr>
            <a:spLocks noGrp="1"/>
          </p:cNvSpPr>
          <p:nvPr>
            <p:ph type="title"/>
          </p:nvPr>
        </p:nvSpPr>
        <p:spPr/>
        <p:txBody>
          <a:bodyPr/>
          <a:lstStyle/>
          <a:p>
            <a:r>
              <a:rPr lang="en-US" dirty="0"/>
              <a:t>Let’s add some shocks!</a:t>
            </a:r>
            <a:endParaRPr lang="LID4096" dirty="0"/>
          </a:p>
        </p:txBody>
      </p:sp>
      <p:sp>
        <p:nvSpPr>
          <p:cNvPr id="4" name="TextBox 3">
            <a:extLst>
              <a:ext uri="{FF2B5EF4-FFF2-40B4-BE49-F238E27FC236}">
                <a16:creationId xmlns:a16="http://schemas.microsoft.com/office/drawing/2014/main" id="{D4D4A998-4C73-4792-F7D4-F41AB193FF22}"/>
              </a:ext>
            </a:extLst>
          </p:cNvPr>
          <p:cNvSpPr txBox="1"/>
          <p:nvPr/>
        </p:nvSpPr>
        <p:spPr>
          <a:xfrm>
            <a:off x="1001486" y="2166257"/>
            <a:ext cx="9960428" cy="2677656"/>
          </a:xfrm>
          <a:prstGeom prst="rect">
            <a:avLst/>
          </a:prstGeom>
          <a:noFill/>
        </p:spPr>
        <p:txBody>
          <a:bodyPr wrap="square" rtlCol="0">
            <a:spAutoFit/>
          </a:bodyPr>
          <a:lstStyle/>
          <a:p>
            <a:r>
              <a:rPr lang="en-US" sz="2800" dirty="0"/>
              <a:t>Two people getting in an argument, John and Luca.</a:t>
            </a:r>
          </a:p>
          <a:p>
            <a:endParaRPr lang="en-US" sz="2800" dirty="0"/>
          </a:p>
          <a:p>
            <a:r>
              <a:rPr lang="en-US" sz="2800" dirty="0">
                <a:solidFill>
                  <a:schemeClr val="accent2"/>
                </a:solidFill>
              </a:rPr>
              <a:t>John</a:t>
            </a:r>
            <a:r>
              <a:rPr lang="en-US" sz="2800" dirty="0"/>
              <a:t> (reactive, composes himself quick)</a:t>
            </a:r>
          </a:p>
          <a:p>
            <a:r>
              <a:rPr lang="en-US" sz="2800" dirty="0">
                <a:solidFill>
                  <a:schemeClr val="accent5">
                    <a:lumMod val="75000"/>
                  </a:schemeClr>
                </a:solidFill>
              </a:rPr>
              <a:t>Luca</a:t>
            </a:r>
            <a:r>
              <a:rPr lang="en-US" sz="2800" dirty="0"/>
              <a:t> (hard to shake, slow to compose himself)</a:t>
            </a:r>
          </a:p>
          <a:p>
            <a:endParaRPr lang="en-US" sz="2800" dirty="0"/>
          </a:p>
          <a:p>
            <a:endParaRPr lang="en-US" sz="2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15EA723-8B0A-8C58-248B-BA2A9CCA4845}"/>
                  </a:ext>
                </a:extLst>
              </p:cNvPr>
              <p:cNvSpPr txBox="1"/>
              <p:nvPr/>
            </p:nvSpPr>
            <p:spPr>
              <a:xfrm>
                <a:off x="2538071" y="4490514"/>
                <a:ext cx="7115858" cy="706797"/>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𝑒</m:t>
                          </m:r>
                        </m:e>
                        <m:sub>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sub>
                      </m:sSub>
                    </m:oMath>
                  </m:oMathPara>
                </a14:m>
                <a:endParaRPr lang="LID4096" sz="4400" dirty="0"/>
              </a:p>
            </p:txBody>
          </p:sp>
        </mc:Choice>
        <mc:Fallback xmlns="">
          <p:sp>
            <p:nvSpPr>
              <p:cNvPr id="3" name="TextBox 2">
                <a:extLst>
                  <a:ext uri="{FF2B5EF4-FFF2-40B4-BE49-F238E27FC236}">
                    <a16:creationId xmlns:a16="http://schemas.microsoft.com/office/drawing/2014/main" id="{215EA723-8B0A-8C58-248B-BA2A9CCA4845}"/>
                  </a:ext>
                </a:extLst>
              </p:cNvPr>
              <p:cNvSpPr txBox="1">
                <a:spLocks noRot="1" noChangeAspect="1" noMove="1" noResize="1" noEditPoints="1" noAdjustHandles="1" noChangeArrowheads="1" noChangeShapeType="1" noTextEdit="1"/>
              </p:cNvSpPr>
              <p:nvPr/>
            </p:nvSpPr>
            <p:spPr>
              <a:xfrm>
                <a:off x="2538071" y="4490514"/>
                <a:ext cx="7115858" cy="706797"/>
              </a:xfrm>
              <a:prstGeom prst="rect">
                <a:avLst/>
              </a:prstGeom>
              <a:blipFill>
                <a:blip r:embed="rId2"/>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FFD4433-4150-0B87-CD70-7F48716BCEB7}"/>
                  </a:ext>
                </a:extLst>
              </p:cNvPr>
              <p:cNvSpPr txBox="1"/>
              <p:nvPr/>
            </p:nvSpPr>
            <p:spPr>
              <a:xfrm>
                <a:off x="2538071" y="5384878"/>
                <a:ext cx="1560876"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=0.2</m:t>
                      </m:r>
                    </m:oMath>
                  </m:oMathPara>
                </a14:m>
                <a:endParaRPr lang="LID4096" sz="3200" dirty="0"/>
              </a:p>
            </p:txBody>
          </p:sp>
        </mc:Choice>
        <mc:Fallback xmlns="">
          <p:sp>
            <p:nvSpPr>
              <p:cNvPr id="6" name="TextBox 5">
                <a:extLst>
                  <a:ext uri="{FF2B5EF4-FFF2-40B4-BE49-F238E27FC236}">
                    <a16:creationId xmlns:a16="http://schemas.microsoft.com/office/drawing/2014/main" id="{6FFD4433-4150-0B87-CD70-7F48716BCEB7}"/>
                  </a:ext>
                </a:extLst>
              </p:cNvPr>
              <p:cNvSpPr txBox="1">
                <a:spLocks noRot="1" noChangeAspect="1" noMove="1" noResize="1" noEditPoints="1" noAdjustHandles="1" noChangeArrowheads="1" noChangeShapeType="1" noTextEdit="1"/>
              </p:cNvSpPr>
              <p:nvPr/>
            </p:nvSpPr>
            <p:spPr>
              <a:xfrm>
                <a:off x="2538071" y="5384878"/>
                <a:ext cx="1560876" cy="492443"/>
              </a:xfrm>
              <a:prstGeom prst="rect">
                <a:avLst/>
              </a:prstGeom>
              <a:blipFill>
                <a:blip r:embed="rId3"/>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56934BF-9F8D-FE06-0B5C-24D8A49350B7}"/>
                  </a:ext>
                </a:extLst>
              </p:cNvPr>
              <p:cNvSpPr txBox="1"/>
              <p:nvPr/>
            </p:nvSpPr>
            <p:spPr>
              <a:xfrm>
                <a:off x="2528582" y="6064888"/>
                <a:ext cx="1570365"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=0.6</m:t>
                      </m:r>
                    </m:oMath>
                  </m:oMathPara>
                </a14:m>
                <a:endParaRPr lang="LID4096" sz="3200" dirty="0"/>
              </a:p>
            </p:txBody>
          </p:sp>
        </mc:Choice>
        <mc:Fallback xmlns="">
          <p:sp>
            <p:nvSpPr>
              <p:cNvPr id="7" name="TextBox 6">
                <a:extLst>
                  <a:ext uri="{FF2B5EF4-FFF2-40B4-BE49-F238E27FC236}">
                    <a16:creationId xmlns:a16="http://schemas.microsoft.com/office/drawing/2014/main" id="{356934BF-9F8D-FE06-0B5C-24D8A49350B7}"/>
                  </a:ext>
                </a:extLst>
              </p:cNvPr>
              <p:cNvSpPr txBox="1">
                <a:spLocks noRot="1" noChangeAspect="1" noMove="1" noResize="1" noEditPoints="1" noAdjustHandles="1" noChangeArrowheads="1" noChangeShapeType="1" noTextEdit="1"/>
              </p:cNvSpPr>
              <p:nvPr/>
            </p:nvSpPr>
            <p:spPr>
              <a:xfrm>
                <a:off x="2528582" y="6064888"/>
                <a:ext cx="1570365" cy="492443"/>
              </a:xfrm>
              <a:prstGeom prst="rect">
                <a:avLst/>
              </a:prstGeom>
              <a:blipFill>
                <a:blip r:embed="rId4"/>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3259288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6E9C-E3B4-442D-97FF-A07A4A21E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C7B85-DFA9-DFCE-F30C-F036C33D5FBD}"/>
              </a:ext>
            </a:extLst>
          </p:cNvPr>
          <p:cNvSpPr>
            <a:spLocks noGrp="1"/>
          </p:cNvSpPr>
          <p:nvPr>
            <p:ph type="title"/>
          </p:nvPr>
        </p:nvSpPr>
        <p:spPr/>
        <p:txBody>
          <a:bodyPr/>
          <a:lstStyle/>
          <a:p>
            <a:r>
              <a:rPr lang="en-US" dirty="0"/>
              <a:t>Let’s add some shocks!</a:t>
            </a:r>
            <a:endParaRPr lang="LID4096" dirty="0"/>
          </a:p>
        </p:txBody>
      </p:sp>
      <p:sp>
        <p:nvSpPr>
          <p:cNvPr id="4" name="TextBox 3">
            <a:extLst>
              <a:ext uri="{FF2B5EF4-FFF2-40B4-BE49-F238E27FC236}">
                <a16:creationId xmlns:a16="http://schemas.microsoft.com/office/drawing/2014/main" id="{BC48C816-25FF-9394-867C-E18EA6E0BE5E}"/>
              </a:ext>
            </a:extLst>
          </p:cNvPr>
          <p:cNvSpPr txBox="1"/>
          <p:nvPr/>
        </p:nvSpPr>
        <p:spPr>
          <a:xfrm>
            <a:off x="1001486" y="2166257"/>
            <a:ext cx="9960428" cy="2677656"/>
          </a:xfrm>
          <a:prstGeom prst="rect">
            <a:avLst/>
          </a:prstGeom>
          <a:noFill/>
        </p:spPr>
        <p:txBody>
          <a:bodyPr wrap="square" rtlCol="0">
            <a:spAutoFit/>
          </a:bodyPr>
          <a:lstStyle/>
          <a:p>
            <a:r>
              <a:rPr lang="en-US" sz="2800" dirty="0"/>
              <a:t>Two people getting in an argument, John and Luca.</a:t>
            </a:r>
          </a:p>
          <a:p>
            <a:endParaRPr lang="en-US" sz="2800" dirty="0"/>
          </a:p>
          <a:p>
            <a:r>
              <a:rPr lang="en-US" sz="2800" dirty="0">
                <a:solidFill>
                  <a:schemeClr val="accent2"/>
                </a:solidFill>
              </a:rPr>
              <a:t>John</a:t>
            </a:r>
            <a:r>
              <a:rPr lang="en-US" sz="2800" dirty="0"/>
              <a:t> (reactive, composes himself quick)</a:t>
            </a:r>
          </a:p>
          <a:p>
            <a:r>
              <a:rPr lang="en-US" sz="2800" dirty="0">
                <a:solidFill>
                  <a:schemeClr val="accent5">
                    <a:lumMod val="75000"/>
                  </a:schemeClr>
                </a:solidFill>
              </a:rPr>
              <a:t>Luca</a:t>
            </a:r>
            <a:r>
              <a:rPr lang="en-US" sz="2800" dirty="0"/>
              <a:t> (hard to shake, slow to compose himself)</a:t>
            </a:r>
          </a:p>
          <a:p>
            <a:endParaRPr lang="en-US" sz="2800" dirty="0"/>
          </a:p>
          <a:p>
            <a:endParaRPr lang="en-US" sz="2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17AA81D-C570-EA75-C0CC-C98165F3F9D4}"/>
                  </a:ext>
                </a:extLst>
              </p:cNvPr>
              <p:cNvSpPr txBox="1"/>
              <p:nvPr/>
            </p:nvSpPr>
            <p:spPr>
              <a:xfrm>
                <a:off x="2538071" y="4490514"/>
                <a:ext cx="7115858" cy="706797"/>
              </a:xfrm>
              <a:prstGeom prst="rect">
                <a:avLst/>
              </a:prstGeom>
              <a:noFill/>
            </p:spPr>
            <p:txBody>
              <a:bodyPr wrap="none" lIns="0" tIns="0" rIns="0" bIns="0" rtlCol="0">
                <a:spAutoFit/>
              </a:bodyPr>
              <a:lstStyle/>
              <a:p>
                <a:pPr/>
                <a14:m>
                  <m:oMathPara xmlns:m="http://schemas.openxmlformats.org/officeDocument/2006/math">
                    <m:oMath>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𝑖</m:t>
                          </m:r>
                        </m:sub>
                      </m:sSub>
                      <m:r>
                        <a:rPr lang="en-US" sz="4400" b="0" i="1" smtClean="0">
                          <a:latin typeface="Cambria Math" panose="02040503050406030204" pitchFamily="18" charset="0"/>
                        </a:rPr>
                        <m:t>∗</m:t>
                      </m:r>
                      <m:r>
                        <a:rPr lang="en-US" sz="4400" b="0" i="1" smtClean="0">
                          <a:latin typeface="Cambria Math" panose="02040503050406030204" pitchFamily="18" charset="0"/>
                        </a:rPr>
                        <m:t>𝑦</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r>
                            <a:rPr lang="en-US" sz="4400" b="0" i="1" smtClean="0">
                              <a:latin typeface="Cambria Math" panose="02040503050406030204" pitchFamily="18" charset="0"/>
                            </a:rPr>
                            <m:t>−1</m:t>
                          </m:r>
                        </m:e>
                      </m:d>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𝑒</m:t>
                          </m:r>
                        </m:e>
                        <m:sub>
                          <m:r>
                            <a:rPr lang="en-US" sz="4400" b="0" i="1" smtClean="0">
                              <a:latin typeface="Cambria Math" panose="02040503050406030204" pitchFamily="18" charset="0"/>
                            </a:rPr>
                            <m:t>𝑖</m:t>
                          </m:r>
                          <m:r>
                            <a:rPr lang="en-US" sz="4400" b="0" i="1" smtClean="0">
                              <a:latin typeface="Cambria Math" panose="02040503050406030204" pitchFamily="18" charset="0"/>
                            </a:rPr>
                            <m:t>,</m:t>
                          </m:r>
                          <m:r>
                            <a:rPr lang="en-US" sz="4400" b="0" i="1" smtClean="0">
                              <a:latin typeface="Cambria Math" panose="02040503050406030204" pitchFamily="18" charset="0"/>
                            </a:rPr>
                            <m:t>𝑡</m:t>
                          </m:r>
                        </m:sub>
                      </m:sSub>
                    </m:oMath>
                  </m:oMathPara>
                </a14:m>
                <a:endParaRPr lang="LID4096" sz="4400" dirty="0"/>
              </a:p>
            </p:txBody>
          </p:sp>
        </mc:Choice>
        <mc:Fallback xmlns="">
          <p:sp>
            <p:nvSpPr>
              <p:cNvPr id="3" name="TextBox 2">
                <a:extLst>
                  <a:ext uri="{FF2B5EF4-FFF2-40B4-BE49-F238E27FC236}">
                    <a16:creationId xmlns:a16="http://schemas.microsoft.com/office/drawing/2014/main" id="{617AA81D-C570-EA75-C0CC-C98165F3F9D4}"/>
                  </a:ext>
                </a:extLst>
              </p:cNvPr>
              <p:cNvSpPr txBox="1">
                <a:spLocks noRot="1" noChangeAspect="1" noMove="1" noResize="1" noEditPoints="1" noAdjustHandles="1" noChangeArrowheads="1" noChangeShapeType="1" noTextEdit="1"/>
              </p:cNvSpPr>
              <p:nvPr/>
            </p:nvSpPr>
            <p:spPr>
              <a:xfrm>
                <a:off x="2538071" y="4490514"/>
                <a:ext cx="7115858" cy="706797"/>
              </a:xfrm>
              <a:prstGeom prst="rect">
                <a:avLst/>
              </a:prstGeom>
              <a:blipFill>
                <a:blip r:embed="rId2"/>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D8A7FB3-48ED-7EE7-2F5B-DE3A89E09456}"/>
                  </a:ext>
                </a:extLst>
              </p:cNvPr>
              <p:cNvSpPr txBox="1"/>
              <p:nvPr/>
            </p:nvSpPr>
            <p:spPr>
              <a:xfrm>
                <a:off x="2538071" y="5384878"/>
                <a:ext cx="1560876"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solidFill>
                                <a:schemeClr val="accent2"/>
                              </a:solidFill>
                              <a:latin typeface="Cambria Math" panose="02040503050406030204" pitchFamily="18" charset="0"/>
                            </a:rPr>
                          </m:ctrlPr>
                        </m:sSubPr>
                        <m:e>
                          <m:r>
                            <a:rPr lang="en-US" sz="3200" b="0" i="1" smtClean="0">
                              <a:solidFill>
                                <a:schemeClr val="accent2"/>
                              </a:solidFill>
                              <a:latin typeface="Cambria Math" panose="02040503050406030204" pitchFamily="18" charset="0"/>
                            </a:rPr>
                            <m:t>𝛽</m:t>
                          </m:r>
                        </m:e>
                        <m:sub>
                          <m:r>
                            <a:rPr lang="en-US" sz="3200" b="0" i="1" smtClean="0">
                              <a:solidFill>
                                <a:schemeClr val="accent2"/>
                              </a:solidFill>
                              <a:latin typeface="Cambria Math" panose="02040503050406030204" pitchFamily="18" charset="0"/>
                            </a:rPr>
                            <m:t>1</m:t>
                          </m:r>
                        </m:sub>
                      </m:sSub>
                      <m:r>
                        <a:rPr lang="en-US" sz="3200" b="0" i="1" smtClean="0">
                          <a:solidFill>
                            <a:schemeClr val="accent2"/>
                          </a:solidFill>
                          <a:latin typeface="Cambria Math" panose="02040503050406030204" pitchFamily="18" charset="0"/>
                        </a:rPr>
                        <m:t>=0.2</m:t>
                      </m:r>
                    </m:oMath>
                  </m:oMathPara>
                </a14:m>
                <a:endParaRPr lang="LID4096" sz="3200" dirty="0"/>
              </a:p>
            </p:txBody>
          </p:sp>
        </mc:Choice>
        <mc:Fallback xmlns="">
          <p:sp>
            <p:nvSpPr>
              <p:cNvPr id="6" name="TextBox 5">
                <a:extLst>
                  <a:ext uri="{FF2B5EF4-FFF2-40B4-BE49-F238E27FC236}">
                    <a16:creationId xmlns:a16="http://schemas.microsoft.com/office/drawing/2014/main" id="{8D8A7FB3-48ED-7EE7-2F5B-DE3A89E09456}"/>
                  </a:ext>
                </a:extLst>
              </p:cNvPr>
              <p:cNvSpPr txBox="1">
                <a:spLocks noRot="1" noChangeAspect="1" noMove="1" noResize="1" noEditPoints="1" noAdjustHandles="1" noChangeArrowheads="1" noChangeShapeType="1" noTextEdit="1"/>
              </p:cNvSpPr>
              <p:nvPr/>
            </p:nvSpPr>
            <p:spPr>
              <a:xfrm>
                <a:off x="2538071" y="5384878"/>
                <a:ext cx="1560876" cy="492443"/>
              </a:xfrm>
              <a:prstGeom prst="rect">
                <a:avLst/>
              </a:prstGeom>
              <a:blipFill>
                <a:blip r:embed="rId3"/>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46C5DC-4A88-2FF5-FED5-82D02789321B}"/>
                  </a:ext>
                </a:extLst>
              </p:cNvPr>
              <p:cNvSpPr txBox="1"/>
              <p:nvPr/>
            </p:nvSpPr>
            <p:spPr>
              <a:xfrm>
                <a:off x="2528582" y="6064888"/>
                <a:ext cx="1570365" cy="492443"/>
              </a:xfrm>
              <a:prstGeom prst="rect">
                <a:avLst/>
              </a:prstGeom>
              <a:noFill/>
            </p:spPr>
            <p:txBody>
              <a:bodyPr wrap="none" lIns="0" tIns="0" rIns="0" bIns="0" rtlCol="0">
                <a:spAutoFit/>
              </a:bodyPr>
              <a:lstStyle/>
              <a:p>
                <a:pPr/>
                <a14:m>
                  <m:oMathPara xmlns:m="http://schemas.openxmlformats.org/officeDocument/2006/math">
                    <m:oMath>
                      <m:sSub>
                        <m:sSubPr>
                          <m:ctrlPr>
                            <a:rPr lang="en-US" sz="3200" b="0" i="1" smtClean="0">
                              <a:solidFill>
                                <a:srgbClr val="7030A0"/>
                              </a:solidFill>
                              <a:latin typeface="Cambria Math" panose="02040503050406030204" pitchFamily="18" charset="0"/>
                            </a:rPr>
                          </m:ctrlPr>
                        </m:sSubPr>
                        <m:e>
                          <m:r>
                            <a:rPr lang="en-US" sz="3200" b="0" i="1" smtClean="0">
                              <a:solidFill>
                                <a:srgbClr val="7030A0"/>
                              </a:solidFill>
                              <a:latin typeface="Cambria Math" panose="02040503050406030204" pitchFamily="18" charset="0"/>
                            </a:rPr>
                            <m:t>𝛽</m:t>
                          </m:r>
                        </m:e>
                        <m:sub>
                          <m:r>
                            <a:rPr lang="en-US" sz="3200" b="0" i="1" smtClean="0">
                              <a:solidFill>
                                <a:srgbClr val="7030A0"/>
                              </a:solidFill>
                              <a:latin typeface="Cambria Math" panose="02040503050406030204" pitchFamily="18" charset="0"/>
                            </a:rPr>
                            <m:t>2</m:t>
                          </m:r>
                        </m:sub>
                      </m:sSub>
                      <m:r>
                        <a:rPr lang="en-US" sz="3200" b="0" i="1" smtClean="0">
                          <a:solidFill>
                            <a:srgbClr val="7030A0"/>
                          </a:solidFill>
                          <a:latin typeface="Cambria Math" panose="02040503050406030204" pitchFamily="18" charset="0"/>
                        </a:rPr>
                        <m:t>=0.6</m:t>
                      </m:r>
                    </m:oMath>
                  </m:oMathPara>
                </a14:m>
                <a:endParaRPr lang="LID4096" sz="3200" dirty="0">
                  <a:solidFill>
                    <a:srgbClr val="7030A0"/>
                  </a:solidFill>
                </a:endParaRPr>
              </a:p>
            </p:txBody>
          </p:sp>
        </mc:Choice>
        <mc:Fallback xmlns="">
          <p:sp>
            <p:nvSpPr>
              <p:cNvPr id="7" name="TextBox 6">
                <a:extLst>
                  <a:ext uri="{FF2B5EF4-FFF2-40B4-BE49-F238E27FC236}">
                    <a16:creationId xmlns:a16="http://schemas.microsoft.com/office/drawing/2014/main" id="{7346C5DC-4A88-2FF5-FED5-82D02789321B}"/>
                  </a:ext>
                </a:extLst>
              </p:cNvPr>
              <p:cNvSpPr txBox="1">
                <a:spLocks noRot="1" noChangeAspect="1" noMove="1" noResize="1" noEditPoints="1" noAdjustHandles="1" noChangeArrowheads="1" noChangeShapeType="1" noTextEdit="1"/>
              </p:cNvSpPr>
              <p:nvPr/>
            </p:nvSpPr>
            <p:spPr>
              <a:xfrm>
                <a:off x="2528582" y="6064888"/>
                <a:ext cx="1570365" cy="492443"/>
              </a:xfrm>
              <a:prstGeom prst="rect">
                <a:avLst/>
              </a:prstGeom>
              <a:blipFill>
                <a:blip r:embed="rId4"/>
                <a:stretch>
                  <a:fillRect/>
                </a:stretch>
              </a:blipFill>
            </p:spPr>
            <p:txBody>
              <a:bodyPr/>
              <a:lstStyle/>
              <a:p>
                <a:r>
                  <a:rPr lang="LID4096">
                    <a:noFill/>
                  </a:rPr>
                  <a:t> </a:t>
                </a:r>
              </a:p>
            </p:txBody>
          </p:sp>
        </mc:Fallback>
      </mc:AlternateContent>
    </p:spTree>
    <p:extLst>
      <p:ext uri="{BB962C8B-B14F-4D97-AF65-F5344CB8AC3E}">
        <p14:creationId xmlns:p14="http://schemas.microsoft.com/office/powerpoint/2010/main" val="20154753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2941-0833-03A8-AE77-6127A49A2039}"/>
              </a:ext>
            </a:extLst>
          </p:cNvPr>
          <p:cNvSpPr>
            <a:spLocks noGrp="1"/>
          </p:cNvSpPr>
          <p:nvPr>
            <p:ph type="title"/>
          </p:nvPr>
        </p:nvSpPr>
        <p:spPr/>
        <p:txBody>
          <a:bodyPr/>
          <a:lstStyle/>
          <a:p>
            <a:r>
              <a:rPr lang="en-US" dirty="0"/>
              <a:t>Simulated arguing</a:t>
            </a:r>
            <a:endParaRPr lang="LID4096" dirty="0"/>
          </a:p>
        </p:txBody>
      </p:sp>
      <p:sp>
        <p:nvSpPr>
          <p:cNvPr id="3" name="Content Placeholder 2">
            <a:extLst>
              <a:ext uri="{FF2B5EF4-FFF2-40B4-BE49-F238E27FC236}">
                <a16:creationId xmlns:a16="http://schemas.microsoft.com/office/drawing/2014/main" id="{8C2D298A-E852-C4A7-4B3D-0A475E7CB1DB}"/>
              </a:ext>
            </a:extLst>
          </p:cNvPr>
          <p:cNvSpPr>
            <a:spLocks noGrp="1"/>
          </p:cNvSpPr>
          <p:nvPr>
            <p:ph idx="1"/>
          </p:nvPr>
        </p:nvSpPr>
        <p:spPr>
          <a:xfrm>
            <a:off x="838200" y="1825625"/>
            <a:ext cx="10515600" cy="686221"/>
          </a:xfrm>
        </p:spPr>
        <p:txBody>
          <a:bodyPr>
            <a:normAutofit/>
          </a:bodyPr>
          <a:lstStyle/>
          <a:p>
            <a:r>
              <a:rPr lang="en-US" dirty="0"/>
              <a:t>Draw the ebb and flow of John and Luca’s emotions as they argue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77B2214-39C6-3296-F81F-4B4C31300F31}"/>
                  </a:ext>
                </a:extLst>
              </p:cNvPr>
              <p:cNvSpPr txBox="1"/>
              <p:nvPr/>
            </p:nvSpPr>
            <p:spPr>
              <a:xfrm>
                <a:off x="2075362" y="3075601"/>
                <a:ext cx="8333884" cy="706797"/>
              </a:xfrm>
              <a:prstGeom prst="rect">
                <a:avLst/>
              </a:prstGeom>
              <a:noFill/>
            </p:spPr>
            <p:txBody>
              <a:bodyPr wrap="none" lIns="0" tIns="0" rIns="0" bIns="0" rtlCol="0">
                <a:spAutoFit/>
              </a:bodyPr>
              <a:lstStyle/>
              <a:p>
                <a:pPr/>
                <a14:m>
                  <m:oMathPara xmlns:m="http://schemas.openxmlformats.org/officeDocument/2006/math">
                    <m:oMath>
                      <m:r>
                        <a:rPr lang="en-US" sz="4400" b="0" i="1" smtClean="0">
                          <a:solidFill>
                            <a:schemeClr val="accent2">
                              <a:lumMod val="75000"/>
                            </a:schemeClr>
                          </a:solidFill>
                          <a:latin typeface="Cambria Math" panose="02040503050406030204" pitchFamily="18" charset="0"/>
                        </a:rPr>
                        <m:t>𝑦</m:t>
                      </m:r>
                      <m:d>
                        <m:dPr>
                          <m:ctrlPr>
                            <a:rPr lang="en-US" sz="4400" b="0" i="1" smtClean="0">
                              <a:solidFill>
                                <a:schemeClr val="accent2">
                                  <a:lumMod val="75000"/>
                                </a:schemeClr>
                              </a:solidFill>
                              <a:latin typeface="Cambria Math" panose="02040503050406030204" pitchFamily="18" charset="0"/>
                            </a:rPr>
                          </m:ctrlPr>
                        </m:dPr>
                        <m:e>
                          <m:r>
                            <a:rPr lang="en-US" sz="4400" b="0" i="1" smtClean="0">
                              <a:solidFill>
                                <a:schemeClr val="accent2">
                                  <a:lumMod val="75000"/>
                                </a:schemeClr>
                              </a:solidFill>
                              <a:latin typeface="Cambria Math" panose="02040503050406030204" pitchFamily="18" charset="0"/>
                            </a:rPr>
                            <m:t>𝐽𝑜ℎ𝑛</m:t>
                          </m:r>
                          <m:r>
                            <a:rPr lang="en-US" sz="4400" b="0" i="1" smtClean="0">
                              <a:solidFill>
                                <a:schemeClr val="accent2">
                                  <a:lumMod val="75000"/>
                                </a:schemeClr>
                              </a:solidFill>
                              <a:latin typeface="Cambria Math" panose="02040503050406030204" pitchFamily="18" charset="0"/>
                            </a:rPr>
                            <m:t>,</m:t>
                          </m:r>
                          <m:r>
                            <a:rPr lang="en-US" sz="4400" b="0" i="1" smtClean="0">
                              <a:solidFill>
                                <a:schemeClr val="accent2">
                                  <a:lumMod val="75000"/>
                                </a:schemeClr>
                              </a:solidFill>
                              <a:latin typeface="Cambria Math" panose="02040503050406030204" pitchFamily="18" charset="0"/>
                            </a:rPr>
                            <m:t>𝑡</m:t>
                          </m:r>
                        </m:e>
                      </m:d>
                      <m:r>
                        <a:rPr lang="en-US" sz="4400" b="0" i="1" smtClean="0">
                          <a:solidFill>
                            <a:schemeClr val="accent2">
                              <a:lumMod val="75000"/>
                            </a:schemeClr>
                          </a:solidFill>
                          <a:latin typeface="Cambria Math" panose="02040503050406030204" pitchFamily="18" charset="0"/>
                        </a:rPr>
                        <m:t>=0.2∗</m:t>
                      </m:r>
                      <m:r>
                        <a:rPr lang="en-US" sz="4400" b="0" i="1" smtClean="0">
                          <a:solidFill>
                            <a:schemeClr val="accent2">
                              <a:lumMod val="75000"/>
                            </a:schemeClr>
                          </a:solidFill>
                          <a:latin typeface="Cambria Math" panose="02040503050406030204" pitchFamily="18" charset="0"/>
                        </a:rPr>
                        <m:t>𝑦</m:t>
                      </m:r>
                      <m:d>
                        <m:dPr>
                          <m:ctrlPr>
                            <a:rPr lang="en-US" sz="4400" b="0" i="1" smtClean="0">
                              <a:solidFill>
                                <a:schemeClr val="accent2">
                                  <a:lumMod val="75000"/>
                                </a:schemeClr>
                              </a:solidFill>
                              <a:latin typeface="Cambria Math" panose="02040503050406030204" pitchFamily="18" charset="0"/>
                            </a:rPr>
                          </m:ctrlPr>
                        </m:dPr>
                        <m:e>
                          <m:r>
                            <a:rPr lang="en-US" sz="4400" b="0" i="1" smtClean="0">
                              <a:solidFill>
                                <a:schemeClr val="accent2">
                                  <a:lumMod val="75000"/>
                                </a:schemeClr>
                              </a:solidFill>
                              <a:latin typeface="Cambria Math" panose="02040503050406030204" pitchFamily="18" charset="0"/>
                            </a:rPr>
                            <m:t>𝑖</m:t>
                          </m:r>
                          <m:r>
                            <a:rPr lang="en-US" sz="4400" b="0" i="1" smtClean="0">
                              <a:solidFill>
                                <a:schemeClr val="accent2">
                                  <a:lumMod val="75000"/>
                                </a:schemeClr>
                              </a:solidFill>
                              <a:latin typeface="Cambria Math" panose="02040503050406030204" pitchFamily="18" charset="0"/>
                            </a:rPr>
                            <m:t>,</m:t>
                          </m:r>
                          <m:r>
                            <a:rPr lang="en-US" sz="4400" b="0" i="1" smtClean="0">
                              <a:solidFill>
                                <a:schemeClr val="accent2">
                                  <a:lumMod val="75000"/>
                                </a:schemeClr>
                              </a:solidFill>
                              <a:latin typeface="Cambria Math" panose="02040503050406030204" pitchFamily="18" charset="0"/>
                            </a:rPr>
                            <m:t>𝑡</m:t>
                          </m:r>
                          <m:r>
                            <a:rPr lang="en-US" sz="4400" b="0" i="1" smtClean="0">
                              <a:solidFill>
                                <a:schemeClr val="accent2">
                                  <a:lumMod val="75000"/>
                                </a:schemeClr>
                              </a:solidFill>
                              <a:latin typeface="Cambria Math" panose="02040503050406030204" pitchFamily="18" charset="0"/>
                            </a:rPr>
                            <m:t>−1</m:t>
                          </m:r>
                        </m:e>
                      </m:d>
                      <m:r>
                        <a:rPr lang="en-US" sz="4400" b="0" i="1" smtClean="0">
                          <a:solidFill>
                            <a:schemeClr val="accent2">
                              <a:lumMod val="75000"/>
                            </a:schemeClr>
                          </a:solidFill>
                          <a:latin typeface="Cambria Math" panose="02040503050406030204" pitchFamily="18" charset="0"/>
                        </a:rPr>
                        <m:t>+</m:t>
                      </m:r>
                      <m:sSub>
                        <m:sSubPr>
                          <m:ctrlPr>
                            <a:rPr lang="en-US" sz="4400" b="0" i="1" smtClean="0">
                              <a:solidFill>
                                <a:schemeClr val="accent2">
                                  <a:lumMod val="75000"/>
                                </a:schemeClr>
                              </a:solidFill>
                              <a:latin typeface="Cambria Math" panose="02040503050406030204" pitchFamily="18" charset="0"/>
                            </a:rPr>
                          </m:ctrlPr>
                        </m:sSubPr>
                        <m:e>
                          <m:r>
                            <a:rPr lang="en-US" sz="4400" b="0" i="1" smtClean="0">
                              <a:solidFill>
                                <a:schemeClr val="accent2">
                                  <a:lumMod val="75000"/>
                                </a:schemeClr>
                              </a:solidFill>
                              <a:latin typeface="Cambria Math" panose="02040503050406030204" pitchFamily="18" charset="0"/>
                            </a:rPr>
                            <m:t>𝑒</m:t>
                          </m:r>
                        </m:e>
                        <m:sub>
                          <m:r>
                            <a:rPr lang="en-US" sz="4400" b="0" i="1" smtClean="0">
                              <a:solidFill>
                                <a:schemeClr val="accent2">
                                  <a:lumMod val="75000"/>
                                </a:schemeClr>
                              </a:solidFill>
                              <a:latin typeface="Cambria Math" panose="02040503050406030204" pitchFamily="18" charset="0"/>
                            </a:rPr>
                            <m:t>𝑖</m:t>
                          </m:r>
                          <m:r>
                            <a:rPr lang="en-US" sz="4400" b="0" i="1" smtClean="0">
                              <a:solidFill>
                                <a:schemeClr val="accent2">
                                  <a:lumMod val="75000"/>
                                </a:schemeClr>
                              </a:solidFill>
                              <a:latin typeface="Cambria Math" panose="02040503050406030204" pitchFamily="18" charset="0"/>
                            </a:rPr>
                            <m:t>,</m:t>
                          </m:r>
                          <m:r>
                            <a:rPr lang="en-US" sz="4400" b="0" i="1" smtClean="0">
                              <a:solidFill>
                                <a:schemeClr val="accent2">
                                  <a:lumMod val="75000"/>
                                </a:schemeClr>
                              </a:solidFill>
                              <a:latin typeface="Cambria Math" panose="02040503050406030204" pitchFamily="18" charset="0"/>
                            </a:rPr>
                            <m:t>𝑡</m:t>
                          </m:r>
                        </m:sub>
                      </m:sSub>
                    </m:oMath>
                  </m:oMathPara>
                </a14:m>
                <a:endParaRPr lang="LID4096" sz="4400" dirty="0">
                  <a:solidFill>
                    <a:schemeClr val="accent2">
                      <a:lumMod val="75000"/>
                    </a:schemeClr>
                  </a:solidFill>
                </a:endParaRPr>
              </a:p>
            </p:txBody>
          </p:sp>
        </mc:Choice>
        <mc:Fallback xmlns="">
          <p:sp>
            <p:nvSpPr>
              <p:cNvPr id="8" name="TextBox 7">
                <a:extLst>
                  <a:ext uri="{FF2B5EF4-FFF2-40B4-BE49-F238E27FC236}">
                    <a16:creationId xmlns:a16="http://schemas.microsoft.com/office/drawing/2014/main" id="{C77B2214-39C6-3296-F81F-4B4C31300F31}"/>
                  </a:ext>
                </a:extLst>
              </p:cNvPr>
              <p:cNvSpPr txBox="1">
                <a:spLocks noRot="1" noChangeAspect="1" noMove="1" noResize="1" noEditPoints="1" noAdjustHandles="1" noChangeArrowheads="1" noChangeShapeType="1" noTextEdit="1"/>
              </p:cNvSpPr>
              <p:nvPr/>
            </p:nvSpPr>
            <p:spPr>
              <a:xfrm>
                <a:off x="2075362" y="3075601"/>
                <a:ext cx="8333884" cy="7067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3994D20-CB9E-138A-A252-CEE7B72C5CFB}"/>
                  </a:ext>
                </a:extLst>
              </p:cNvPr>
              <p:cNvSpPr txBox="1"/>
              <p:nvPr/>
            </p:nvSpPr>
            <p:spPr>
              <a:xfrm>
                <a:off x="2075361" y="4264283"/>
                <a:ext cx="8382936" cy="706797"/>
              </a:xfrm>
              <a:prstGeom prst="rect">
                <a:avLst/>
              </a:prstGeom>
              <a:noFill/>
            </p:spPr>
            <p:txBody>
              <a:bodyPr wrap="none" lIns="0" tIns="0" rIns="0" bIns="0" rtlCol="0">
                <a:spAutoFit/>
              </a:bodyPr>
              <a:lstStyle/>
              <a:p>
                <a:pPr/>
                <a14:m>
                  <m:oMathPara xmlns:m="http://schemas.openxmlformats.org/officeDocument/2006/math">
                    <m:oMath>
                      <m:r>
                        <a:rPr lang="en-US" sz="4400" b="0" i="1" smtClean="0">
                          <a:solidFill>
                            <a:schemeClr val="accent5">
                              <a:lumMod val="75000"/>
                            </a:schemeClr>
                          </a:solidFill>
                          <a:latin typeface="Cambria Math" panose="02040503050406030204" pitchFamily="18" charset="0"/>
                        </a:rPr>
                        <m:t>𝑦</m:t>
                      </m:r>
                      <m:d>
                        <m:dPr>
                          <m:ctrlPr>
                            <a:rPr lang="en-US" sz="4400" b="0" i="1" smtClean="0">
                              <a:solidFill>
                                <a:schemeClr val="accent5">
                                  <a:lumMod val="75000"/>
                                </a:schemeClr>
                              </a:solidFill>
                              <a:latin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rPr>
                            <m:t>𝐿𝑢𝑐𝑎</m:t>
                          </m:r>
                          <m:r>
                            <a:rPr lang="en-US" sz="4400" b="0" i="1" smtClean="0">
                              <a:solidFill>
                                <a:schemeClr val="accent5">
                                  <a:lumMod val="75000"/>
                                </a:schemeClr>
                              </a:solidFill>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𝑡</m:t>
                          </m:r>
                        </m:e>
                      </m:d>
                      <m:r>
                        <a:rPr lang="en-US" sz="4400" b="0" i="1" smtClean="0">
                          <a:solidFill>
                            <a:schemeClr val="accent5">
                              <a:lumMod val="75000"/>
                            </a:schemeClr>
                          </a:solidFill>
                          <a:latin typeface="Cambria Math" panose="02040503050406030204" pitchFamily="18" charset="0"/>
                        </a:rPr>
                        <m:t>=0.6∗</m:t>
                      </m:r>
                      <m:r>
                        <a:rPr lang="en-US" sz="4400" b="0" i="1" smtClean="0">
                          <a:solidFill>
                            <a:schemeClr val="accent5">
                              <a:lumMod val="75000"/>
                            </a:schemeClr>
                          </a:solidFill>
                          <a:latin typeface="Cambria Math" panose="02040503050406030204" pitchFamily="18" charset="0"/>
                        </a:rPr>
                        <m:t>𝑦</m:t>
                      </m:r>
                      <m:d>
                        <m:dPr>
                          <m:ctrlPr>
                            <a:rPr lang="en-US" sz="4400" b="0" i="1" smtClean="0">
                              <a:solidFill>
                                <a:schemeClr val="accent5">
                                  <a:lumMod val="75000"/>
                                </a:schemeClr>
                              </a:solidFill>
                              <a:latin typeface="Cambria Math" panose="02040503050406030204" pitchFamily="18" charset="0"/>
                            </a:rPr>
                          </m:ctrlPr>
                        </m:dPr>
                        <m:e>
                          <m:r>
                            <a:rPr lang="en-US" sz="4400" b="0" i="1" smtClean="0">
                              <a:solidFill>
                                <a:schemeClr val="accent5">
                                  <a:lumMod val="75000"/>
                                </a:schemeClr>
                              </a:solidFill>
                              <a:latin typeface="Cambria Math" panose="02040503050406030204" pitchFamily="18" charset="0"/>
                            </a:rPr>
                            <m:t>𝑖</m:t>
                          </m:r>
                          <m:r>
                            <a:rPr lang="en-US" sz="4400" b="0" i="1" smtClean="0">
                              <a:solidFill>
                                <a:schemeClr val="accent5">
                                  <a:lumMod val="75000"/>
                                </a:schemeClr>
                              </a:solidFill>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𝑡</m:t>
                          </m:r>
                          <m:r>
                            <a:rPr lang="en-US" sz="4400" b="0" i="1" smtClean="0">
                              <a:solidFill>
                                <a:schemeClr val="accent5">
                                  <a:lumMod val="75000"/>
                                </a:schemeClr>
                              </a:solidFill>
                              <a:latin typeface="Cambria Math" panose="02040503050406030204" pitchFamily="18" charset="0"/>
                            </a:rPr>
                            <m:t>−1</m:t>
                          </m:r>
                        </m:e>
                      </m:d>
                      <m:r>
                        <a:rPr lang="en-US" sz="4400" b="0" i="1" smtClean="0">
                          <a:solidFill>
                            <a:schemeClr val="accent5">
                              <a:lumMod val="75000"/>
                            </a:schemeClr>
                          </a:solidFill>
                          <a:latin typeface="Cambria Math" panose="02040503050406030204" pitchFamily="18" charset="0"/>
                        </a:rPr>
                        <m:t>+</m:t>
                      </m:r>
                      <m:sSub>
                        <m:sSubPr>
                          <m:ctrlPr>
                            <a:rPr lang="en-US" sz="4400" b="0" i="1" smtClean="0">
                              <a:solidFill>
                                <a:schemeClr val="accent5">
                                  <a:lumMod val="75000"/>
                                </a:schemeClr>
                              </a:solidFill>
                              <a:latin typeface="Cambria Math" panose="02040503050406030204" pitchFamily="18" charset="0"/>
                            </a:rPr>
                          </m:ctrlPr>
                        </m:sSubPr>
                        <m:e>
                          <m:r>
                            <a:rPr lang="en-US" sz="4400" b="0" i="1" smtClean="0">
                              <a:solidFill>
                                <a:schemeClr val="accent5">
                                  <a:lumMod val="75000"/>
                                </a:schemeClr>
                              </a:solidFill>
                              <a:latin typeface="Cambria Math" panose="02040503050406030204" pitchFamily="18" charset="0"/>
                            </a:rPr>
                            <m:t>𝑒</m:t>
                          </m:r>
                        </m:e>
                        <m:sub>
                          <m:r>
                            <a:rPr lang="en-US" sz="4400" b="0" i="1" smtClean="0">
                              <a:solidFill>
                                <a:schemeClr val="accent5">
                                  <a:lumMod val="75000"/>
                                </a:schemeClr>
                              </a:solidFill>
                              <a:latin typeface="Cambria Math" panose="02040503050406030204" pitchFamily="18" charset="0"/>
                            </a:rPr>
                            <m:t>𝑖</m:t>
                          </m:r>
                          <m:r>
                            <a:rPr lang="en-US" sz="4400" b="0" i="1" smtClean="0">
                              <a:solidFill>
                                <a:schemeClr val="accent5">
                                  <a:lumMod val="75000"/>
                                </a:schemeClr>
                              </a:solidFill>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𝑡</m:t>
                          </m:r>
                        </m:sub>
                      </m:sSub>
                    </m:oMath>
                  </m:oMathPara>
                </a14:m>
                <a:endParaRPr lang="LID4096" sz="4400" dirty="0"/>
              </a:p>
            </p:txBody>
          </p:sp>
        </mc:Choice>
        <mc:Fallback xmlns="">
          <p:sp>
            <p:nvSpPr>
              <p:cNvPr id="9" name="TextBox 8">
                <a:extLst>
                  <a:ext uri="{FF2B5EF4-FFF2-40B4-BE49-F238E27FC236}">
                    <a16:creationId xmlns:a16="http://schemas.microsoft.com/office/drawing/2014/main" id="{A3994D20-CB9E-138A-A252-CEE7B72C5CFB}"/>
                  </a:ext>
                </a:extLst>
              </p:cNvPr>
              <p:cNvSpPr txBox="1">
                <a:spLocks noRot="1" noChangeAspect="1" noMove="1" noResize="1" noEditPoints="1" noAdjustHandles="1" noChangeArrowheads="1" noChangeShapeType="1" noTextEdit="1"/>
              </p:cNvSpPr>
              <p:nvPr/>
            </p:nvSpPr>
            <p:spPr>
              <a:xfrm>
                <a:off x="2075361" y="4264283"/>
                <a:ext cx="8382936" cy="7067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FB8A456-0819-0889-ADE1-D52DA1462990}"/>
                  </a:ext>
                </a:extLst>
              </p:cNvPr>
              <p:cNvSpPr txBox="1"/>
              <p:nvPr/>
            </p:nvSpPr>
            <p:spPr>
              <a:xfrm>
                <a:off x="2075361" y="5534835"/>
                <a:ext cx="4080476" cy="724557"/>
              </a:xfrm>
              <a:prstGeom prst="rect">
                <a:avLst/>
              </a:prstGeom>
              <a:noFill/>
            </p:spPr>
            <p:txBody>
              <a:bodyPr wrap="none" lIns="0" tIns="0" rIns="0" bIns="0" rtlCol="0">
                <a:spAutoFit/>
              </a:bodyPr>
              <a:lstStyle/>
              <a:p>
                <a:pPr/>
                <a14:m>
                  <m:oMathPara xmlns:m="http://schemas.openxmlformats.org/officeDocument/2006/math">
                    <m:oMath>
                      <m:sSub>
                        <m:sSubPr>
                          <m:ctrlPr>
                            <a:rPr lang="en-US" sz="4400" b="0" i="1" smtClean="0">
                              <a:solidFill>
                                <a:schemeClr val="accent2">
                                  <a:lumMod val="75000"/>
                                </a:schemeClr>
                              </a:solidFill>
                              <a:latin typeface="Cambria Math" panose="02040503050406030204" pitchFamily="18" charset="0"/>
                            </a:rPr>
                          </m:ctrlPr>
                        </m:sSubPr>
                        <m:e>
                          <m:r>
                            <a:rPr lang="en-US" sz="4400" b="0" i="1" smtClean="0">
                              <a:solidFill>
                                <a:schemeClr val="accent2">
                                  <a:lumMod val="75000"/>
                                </a:schemeClr>
                              </a:solidFill>
                              <a:latin typeface="Cambria Math" panose="02040503050406030204" pitchFamily="18" charset="0"/>
                            </a:rPr>
                            <m:t>𝑒</m:t>
                          </m:r>
                        </m:e>
                        <m:sub>
                          <m:r>
                            <a:rPr lang="en-US" sz="4400" b="0" i="1" smtClean="0">
                              <a:solidFill>
                                <a:schemeClr val="accent2">
                                  <a:lumMod val="75000"/>
                                </a:schemeClr>
                              </a:solidFill>
                              <a:latin typeface="Cambria Math" panose="02040503050406030204" pitchFamily="18" charset="0"/>
                            </a:rPr>
                            <m:t>𝐽𝑜ℎ𝑛</m:t>
                          </m:r>
                          <m:r>
                            <a:rPr lang="en-US" sz="4400" b="0" i="1" smtClean="0">
                              <a:solidFill>
                                <a:schemeClr val="accent2">
                                  <a:lumMod val="75000"/>
                                </a:schemeClr>
                              </a:solidFill>
                              <a:latin typeface="Cambria Math" panose="02040503050406030204" pitchFamily="18" charset="0"/>
                            </a:rPr>
                            <m:t>,</m:t>
                          </m:r>
                          <m:r>
                            <a:rPr lang="en-US" sz="4400" b="0" i="1" smtClean="0">
                              <a:solidFill>
                                <a:schemeClr val="accent2">
                                  <a:lumMod val="75000"/>
                                </a:schemeClr>
                              </a:solidFill>
                              <a:latin typeface="Cambria Math" panose="02040503050406030204" pitchFamily="18" charset="0"/>
                            </a:rPr>
                            <m:t>𝑡</m:t>
                          </m:r>
                        </m:sub>
                      </m:sSub>
                      <m:r>
                        <a:rPr lang="en-US" sz="4400" b="0" i="1" smtClean="0">
                          <a:solidFill>
                            <a:schemeClr val="accent2">
                              <a:lumMod val="75000"/>
                            </a:schemeClr>
                          </a:solidFill>
                          <a:latin typeface="Cambria Math" panose="02040503050406030204" pitchFamily="18" charset="0"/>
                        </a:rPr>
                        <m:t>=6,0,8,0 </m:t>
                      </m:r>
                    </m:oMath>
                  </m:oMathPara>
                </a14:m>
                <a:endParaRPr lang="LID4096" sz="4400" dirty="0"/>
              </a:p>
            </p:txBody>
          </p:sp>
        </mc:Choice>
        <mc:Fallback xmlns="">
          <p:sp>
            <p:nvSpPr>
              <p:cNvPr id="10" name="TextBox 9">
                <a:extLst>
                  <a:ext uri="{FF2B5EF4-FFF2-40B4-BE49-F238E27FC236}">
                    <a16:creationId xmlns:a16="http://schemas.microsoft.com/office/drawing/2014/main" id="{9FB8A456-0819-0889-ADE1-D52DA1462990}"/>
                  </a:ext>
                </a:extLst>
              </p:cNvPr>
              <p:cNvSpPr txBox="1">
                <a:spLocks noRot="1" noChangeAspect="1" noMove="1" noResize="1" noEditPoints="1" noAdjustHandles="1" noChangeArrowheads="1" noChangeShapeType="1" noTextEdit="1"/>
              </p:cNvSpPr>
              <p:nvPr/>
            </p:nvSpPr>
            <p:spPr>
              <a:xfrm>
                <a:off x="2075361" y="5534835"/>
                <a:ext cx="4080476" cy="72455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A98EBB-5B69-86FF-24CA-32492E25B0B6}"/>
                  </a:ext>
                </a:extLst>
              </p:cNvPr>
              <p:cNvSpPr txBox="1"/>
              <p:nvPr/>
            </p:nvSpPr>
            <p:spPr>
              <a:xfrm>
                <a:off x="7033835" y="5534835"/>
                <a:ext cx="4105226" cy="706797"/>
              </a:xfrm>
              <a:prstGeom prst="rect">
                <a:avLst/>
              </a:prstGeom>
              <a:noFill/>
            </p:spPr>
            <p:txBody>
              <a:bodyPr wrap="none" lIns="0" tIns="0" rIns="0" bIns="0" rtlCol="0">
                <a:spAutoFit/>
              </a:bodyPr>
              <a:lstStyle/>
              <a:p>
                <a:pPr/>
                <a14:m>
                  <m:oMathPara xmlns:m="http://schemas.openxmlformats.org/officeDocument/2006/math">
                    <m:oMath>
                      <m:sSub>
                        <m:sSubPr>
                          <m:ctrlPr>
                            <a:rPr lang="en-US" sz="4400" b="0" i="1" smtClean="0">
                              <a:solidFill>
                                <a:schemeClr val="accent5">
                                  <a:lumMod val="75000"/>
                                </a:schemeClr>
                              </a:solidFill>
                              <a:latin typeface="Cambria Math" panose="02040503050406030204" pitchFamily="18" charset="0"/>
                            </a:rPr>
                          </m:ctrlPr>
                        </m:sSubPr>
                        <m:e>
                          <m:r>
                            <a:rPr lang="en-US" sz="4400" b="0" i="1" smtClean="0">
                              <a:solidFill>
                                <a:schemeClr val="accent5">
                                  <a:lumMod val="75000"/>
                                </a:schemeClr>
                              </a:solidFill>
                              <a:latin typeface="Cambria Math" panose="02040503050406030204" pitchFamily="18" charset="0"/>
                            </a:rPr>
                            <m:t>𝑒</m:t>
                          </m:r>
                        </m:e>
                        <m:sub>
                          <m:r>
                            <a:rPr lang="en-US" sz="4400" b="0" i="1" smtClean="0">
                              <a:solidFill>
                                <a:schemeClr val="accent5">
                                  <a:lumMod val="75000"/>
                                </a:schemeClr>
                              </a:solidFill>
                              <a:latin typeface="Cambria Math" panose="02040503050406030204" pitchFamily="18" charset="0"/>
                            </a:rPr>
                            <m:t>𝐿𝑢𝑐𝑎</m:t>
                          </m:r>
                          <m:r>
                            <a:rPr lang="en-US" sz="4400" b="0" i="1" smtClean="0">
                              <a:solidFill>
                                <a:schemeClr val="accent5">
                                  <a:lumMod val="75000"/>
                                </a:schemeClr>
                              </a:solidFill>
                              <a:latin typeface="Cambria Math" panose="02040503050406030204" pitchFamily="18" charset="0"/>
                            </a:rPr>
                            <m:t>,</m:t>
                          </m:r>
                          <m:r>
                            <a:rPr lang="en-US" sz="4400" b="0" i="1" smtClean="0">
                              <a:solidFill>
                                <a:schemeClr val="accent5">
                                  <a:lumMod val="75000"/>
                                </a:schemeClr>
                              </a:solidFill>
                              <a:latin typeface="Cambria Math" panose="02040503050406030204" pitchFamily="18" charset="0"/>
                            </a:rPr>
                            <m:t>𝑡</m:t>
                          </m:r>
                        </m:sub>
                      </m:sSub>
                      <m:r>
                        <a:rPr lang="en-US" sz="4400" b="0" i="1" smtClean="0">
                          <a:solidFill>
                            <a:schemeClr val="accent5">
                              <a:lumMod val="75000"/>
                            </a:schemeClr>
                          </a:solidFill>
                          <a:latin typeface="Cambria Math" panose="02040503050406030204" pitchFamily="18" charset="0"/>
                        </a:rPr>
                        <m:t>=0,2,0,6 </m:t>
                      </m:r>
                    </m:oMath>
                  </m:oMathPara>
                </a14:m>
                <a:endParaRPr lang="LID4096" sz="4400" dirty="0"/>
              </a:p>
            </p:txBody>
          </p:sp>
        </mc:Choice>
        <mc:Fallback xmlns="">
          <p:sp>
            <p:nvSpPr>
              <p:cNvPr id="11" name="TextBox 10">
                <a:extLst>
                  <a:ext uri="{FF2B5EF4-FFF2-40B4-BE49-F238E27FC236}">
                    <a16:creationId xmlns:a16="http://schemas.microsoft.com/office/drawing/2014/main" id="{50A98EBB-5B69-86FF-24CA-32492E25B0B6}"/>
                  </a:ext>
                </a:extLst>
              </p:cNvPr>
              <p:cNvSpPr txBox="1">
                <a:spLocks noRot="1" noChangeAspect="1" noMove="1" noResize="1" noEditPoints="1" noAdjustHandles="1" noChangeArrowheads="1" noChangeShapeType="1" noTextEdit="1"/>
              </p:cNvSpPr>
              <p:nvPr/>
            </p:nvSpPr>
            <p:spPr>
              <a:xfrm>
                <a:off x="7033835" y="5534835"/>
                <a:ext cx="4105226" cy="70679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40284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79AA-2962-DA7E-8E5C-B5F2293072B7}"/>
              </a:ext>
            </a:extLst>
          </p:cNvPr>
          <p:cNvSpPr>
            <a:spLocks noGrp="1"/>
          </p:cNvSpPr>
          <p:nvPr>
            <p:ph type="title"/>
          </p:nvPr>
        </p:nvSpPr>
        <p:spPr/>
        <p:txBody>
          <a:bodyPr/>
          <a:lstStyle/>
          <a:p>
            <a:r>
              <a:rPr lang="en-US" dirty="0"/>
              <a:t>Two questions about these models</a:t>
            </a:r>
            <a:endParaRPr lang="LID4096" dirty="0"/>
          </a:p>
        </p:txBody>
      </p:sp>
      <p:sp>
        <p:nvSpPr>
          <p:cNvPr id="3" name="Content Placeholder 2">
            <a:extLst>
              <a:ext uri="{FF2B5EF4-FFF2-40B4-BE49-F238E27FC236}">
                <a16:creationId xmlns:a16="http://schemas.microsoft.com/office/drawing/2014/main" id="{60A9DF38-9B9A-533A-E0C4-169EEC0E917E}"/>
              </a:ext>
            </a:extLst>
          </p:cNvPr>
          <p:cNvSpPr>
            <a:spLocks noGrp="1"/>
          </p:cNvSpPr>
          <p:nvPr>
            <p:ph idx="1"/>
          </p:nvPr>
        </p:nvSpPr>
        <p:spPr/>
        <p:txBody>
          <a:bodyPr>
            <a:normAutofit/>
          </a:bodyPr>
          <a:lstStyle/>
          <a:p>
            <a:r>
              <a:rPr lang="en-US" sz="3200" dirty="0"/>
              <a:t>What happens in between the observations?</a:t>
            </a:r>
          </a:p>
          <a:p>
            <a:r>
              <a:rPr lang="en-US" sz="3200" dirty="0"/>
              <a:t>How can we stop noise from carrying over to the next occasion?</a:t>
            </a:r>
            <a:endParaRPr lang="LID4096" sz="3200" dirty="0"/>
          </a:p>
        </p:txBody>
      </p:sp>
    </p:spTree>
    <p:extLst>
      <p:ext uri="{BB962C8B-B14F-4D97-AF65-F5344CB8AC3E}">
        <p14:creationId xmlns:p14="http://schemas.microsoft.com/office/powerpoint/2010/main" val="2347330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17AC-A41C-8EE8-FF84-33210C97C9B4}"/>
              </a:ext>
            </a:extLst>
          </p:cNvPr>
          <p:cNvSpPr>
            <a:spLocks noGrp="1"/>
          </p:cNvSpPr>
          <p:nvPr>
            <p:ph type="title"/>
          </p:nvPr>
        </p:nvSpPr>
        <p:spPr/>
        <p:txBody>
          <a:bodyPr/>
          <a:lstStyle/>
          <a:p>
            <a:r>
              <a:rPr lang="en-US" dirty="0"/>
              <a:t>Download </a:t>
            </a:r>
            <a:r>
              <a:rPr lang="en-US" b="1" dirty="0" err="1"/>
              <a:t>ctsem</a:t>
            </a:r>
            <a:r>
              <a:rPr lang="en-US" dirty="0"/>
              <a:t> package in R</a:t>
            </a:r>
            <a:endParaRPr lang="LID4096" dirty="0"/>
          </a:p>
        </p:txBody>
      </p:sp>
      <p:pic>
        <p:nvPicPr>
          <p:cNvPr id="5" name="Picture 4">
            <a:extLst>
              <a:ext uri="{FF2B5EF4-FFF2-40B4-BE49-F238E27FC236}">
                <a16:creationId xmlns:a16="http://schemas.microsoft.com/office/drawing/2014/main" id="{122701FC-577E-83F3-0000-F56E00FC950C}"/>
              </a:ext>
            </a:extLst>
          </p:cNvPr>
          <p:cNvPicPr>
            <a:picLocks noChangeAspect="1"/>
          </p:cNvPicPr>
          <p:nvPr/>
        </p:nvPicPr>
        <p:blipFill>
          <a:blip r:embed="rId2"/>
          <a:stretch>
            <a:fillRect/>
          </a:stretch>
        </p:blipFill>
        <p:spPr>
          <a:xfrm>
            <a:off x="1620510" y="1613934"/>
            <a:ext cx="8950980" cy="4878941"/>
          </a:xfrm>
          <a:prstGeom prst="rect">
            <a:avLst/>
          </a:prstGeom>
        </p:spPr>
      </p:pic>
    </p:spTree>
    <p:extLst>
      <p:ext uri="{BB962C8B-B14F-4D97-AF65-F5344CB8AC3E}">
        <p14:creationId xmlns:p14="http://schemas.microsoft.com/office/powerpoint/2010/main" val="3883886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117DE-3798-152A-8C10-66D6A5E71A6B}"/>
              </a:ext>
            </a:extLst>
          </p:cNvPr>
          <p:cNvSpPr>
            <a:spLocks noGrp="1"/>
          </p:cNvSpPr>
          <p:nvPr>
            <p:ph type="title"/>
          </p:nvPr>
        </p:nvSpPr>
        <p:spPr/>
        <p:txBody>
          <a:bodyPr/>
          <a:lstStyle/>
          <a:p>
            <a:r>
              <a:rPr lang="en-US" dirty="0">
                <a:solidFill>
                  <a:schemeClr val="accent5">
                    <a:lumMod val="75000"/>
                  </a:schemeClr>
                </a:solidFill>
              </a:rPr>
              <a:t>Extra:</a:t>
            </a:r>
            <a:r>
              <a:rPr lang="en-US" dirty="0">
                <a:solidFill>
                  <a:srgbClr val="C00000"/>
                </a:solidFill>
              </a:rPr>
              <a:t> </a:t>
            </a:r>
            <a:r>
              <a:rPr lang="en-US" dirty="0"/>
              <a:t>Visualizing covariance</a:t>
            </a:r>
          </a:p>
        </p:txBody>
      </p:sp>
      <p:sp>
        <p:nvSpPr>
          <p:cNvPr id="3" name="Content Placeholder 2">
            <a:extLst>
              <a:ext uri="{FF2B5EF4-FFF2-40B4-BE49-F238E27FC236}">
                <a16:creationId xmlns:a16="http://schemas.microsoft.com/office/drawing/2014/main" id="{7BFFEEE5-44DF-1F72-EBD4-76D133CFB5FA}"/>
              </a:ext>
            </a:extLst>
          </p:cNvPr>
          <p:cNvSpPr>
            <a:spLocks noGrp="1"/>
          </p:cNvSpPr>
          <p:nvPr>
            <p:ph idx="1"/>
          </p:nvPr>
        </p:nvSpPr>
        <p:spPr>
          <a:xfrm>
            <a:off x="838200" y="1825625"/>
            <a:ext cx="10515600" cy="1603375"/>
          </a:xfrm>
        </p:spPr>
        <p:txBody>
          <a:bodyPr/>
          <a:lstStyle/>
          <a:p>
            <a:r>
              <a:rPr lang="en-US" dirty="0"/>
              <a:t>Paper: </a:t>
            </a:r>
            <a:r>
              <a:rPr lang="en-US" u="sng" dirty="0">
                <a:hlinkClick r:id="rId2"/>
              </a:rPr>
              <a:t>https://psyarxiv.com/gwu8b</a:t>
            </a:r>
            <a:endParaRPr lang="en-US" u="sng" dirty="0"/>
          </a:p>
          <a:p>
            <a:r>
              <a:rPr lang="en-US" dirty="0"/>
              <a:t>Game: </a:t>
            </a:r>
            <a:r>
              <a:rPr lang="en-US" dirty="0">
                <a:hlinkClick r:id="rId3"/>
              </a:rPr>
              <a:t>https://www.guessthecorrelation.com/</a:t>
            </a:r>
            <a:endParaRPr lang="en-US" dirty="0"/>
          </a:p>
        </p:txBody>
      </p:sp>
    </p:spTree>
    <p:extLst>
      <p:ext uri="{BB962C8B-B14F-4D97-AF65-F5344CB8AC3E}">
        <p14:creationId xmlns:p14="http://schemas.microsoft.com/office/powerpoint/2010/main" val="16802305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BE2F-1FB7-1024-46EF-5265AEFAA2F4}"/>
              </a:ext>
            </a:extLst>
          </p:cNvPr>
          <p:cNvSpPr>
            <a:spLocks noGrp="1"/>
          </p:cNvSpPr>
          <p:nvPr>
            <p:ph type="title"/>
          </p:nvPr>
        </p:nvSpPr>
        <p:spPr/>
        <p:txBody>
          <a:bodyPr/>
          <a:lstStyle/>
          <a:p>
            <a:r>
              <a:rPr lang="en-US" dirty="0"/>
              <a:t>Thank you for listening </a:t>
            </a:r>
            <a:r>
              <a:rPr lang="en-US" dirty="0">
                <a:sym typeface="Wingdings" panose="05000000000000000000" pitchFamily="2" charset="2"/>
              </a:rPr>
              <a:t></a:t>
            </a:r>
            <a:endParaRPr lang="en-CH" dirty="0"/>
          </a:p>
        </p:txBody>
      </p:sp>
    </p:spTree>
    <p:extLst>
      <p:ext uri="{BB962C8B-B14F-4D97-AF65-F5344CB8AC3E}">
        <p14:creationId xmlns:p14="http://schemas.microsoft.com/office/powerpoint/2010/main" val="4124779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948</TotalTime>
  <Words>1059</Words>
  <Application>Microsoft Office PowerPoint</Application>
  <PresentationFormat>Widescreen</PresentationFormat>
  <Paragraphs>134</Paragraphs>
  <Slides>39</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Cambria Math</vt:lpstr>
      <vt:lpstr>Wingdings</vt:lpstr>
      <vt:lpstr>Office Theme</vt:lpstr>
      <vt:lpstr>Dynamic Systems Thinking for Psychologists</vt:lpstr>
      <vt:lpstr>Is therapy going well?</vt:lpstr>
      <vt:lpstr>A way to find out…</vt:lpstr>
      <vt:lpstr>We need a reference, is 1.84 large or small?</vt:lpstr>
      <vt:lpstr>Many people</vt:lpstr>
      <vt:lpstr>Many people, same intercept and slope</vt:lpstr>
      <vt:lpstr>Individual differences</vt:lpstr>
      <vt:lpstr>What if people actually differ?</vt:lpstr>
      <vt:lpstr>What if people actually differ?</vt:lpstr>
      <vt:lpstr>PowerPoint Presentation</vt:lpstr>
      <vt:lpstr>Where do differences in intercept and slope come from?</vt:lpstr>
      <vt:lpstr>Where do differences in intercept and slope come from?</vt:lpstr>
      <vt:lpstr>Always normal?</vt:lpstr>
      <vt:lpstr>Always normal?</vt:lpstr>
      <vt:lpstr>Normal for simplicity, a starting assumption</vt:lpstr>
      <vt:lpstr>Normal for simplicity, a starting assumption</vt:lpstr>
      <vt:lpstr>Correlated intercept and slope</vt:lpstr>
      <vt:lpstr>A finite data problem…</vt:lpstr>
      <vt:lpstr>PowerPoint Presentation</vt:lpstr>
      <vt:lpstr>PowerPoint Presentation</vt:lpstr>
      <vt:lpstr>PowerPoint Presentation</vt:lpstr>
      <vt:lpstr>Partial pooling</vt:lpstr>
      <vt:lpstr>Partial pooling</vt:lpstr>
      <vt:lpstr>PowerPoint Presentation</vt:lpstr>
      <vt:lpstr>Group activity</vt:lpstr>
      <vt:lpstr>Break</vt:lpstr>
      <vt:lpstr>Magic cats?</vt:lpstr>
      <vt:lpstr>Formalize this model</vt:lpstr>
      <vt:lpstr>Formalize this model</vt:lpstr>
      <vt:lpstr>Let’s launch some cats</vt:lpstr>
      <vt:lpstr>Let’s add some shocks!</vt:lpstr>
      <vt:lpstr>Let’s add some shocks!</vt:lpstr>
      <vt:lpstr>Let’s add some shocks!</vt:lpstr>
      <vt:lpstr>Let’s add some shocks!</vt:lpstr>
      <vt:lpstr>Simulated arguing</vt:lpstr>
      <vt:lpstr>Two questions about these models</vt:lpstr>
      <vt:lpstr>Download ctsem package in R</vt:lpstr>
      <vt:lpstr>Extra: Visualizing covariance</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Aristodemou</dc:creator>
  <cp:lastModifiedBy>Michael Aristodemou</cp:lastModifiedBy>
  <cp:revision>11</cp:revision>
  <dcterms:created xsi:type="dcterms:W3CDTF">2025-09-25T13:13:09Z</dcterms:created>
  <dcterms:modified xsi:type="dcterms:W3CDTF">2026-10-05T08:08:31Z</dcterms:modified>
</cp:coreProperties>
</file>