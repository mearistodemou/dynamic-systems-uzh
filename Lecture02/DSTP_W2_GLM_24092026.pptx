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11" r:id="rId2"/>
    <p:sldId id="315" r:id="rId3"/>
    <p:sldId id="316" r:id="rId4"/>
    <p:sldId id="337" r:id="rId5"/>
    <p:sldId id="318" r:id="rId6"/>
    <p:sldId id="355" r:id="rId7"/>
    <p:sldId id="376" r:id="rId8"/>
    <p:sldId id="356" r:id="rId9"/>
    <p:sldId id="319" r:id="rId10"/>
    <p:sldId id="358" r:id="rId11"/>
    <p:sldId id="357" r:id="rId12"/>
    <p:sldId id="320" r:id="rId13"/>
    <p:sldId id="360" r:id="rId14"/>
    <p:sldId id="361" r:id="rId15"/>
    <p:sldId id="364" r:id="rId16"/>
    <p:sldId id="363" r:id="rId17"/>
    <p:sldId id="362" r:id="rId18"/>
    <p:sldId id="385" r:id="rId19"/>
    <p:sldId id="365" r:id="rId20"/>
    <p:sldId id="322" r:id="rId21"/>
    <p:sldId id="367" r:id="rId22"/>
    <p:sldId id="359" r:id="rId23"/>
    <p:sldId id="368" r:id="rId24"/>
    <p:sldId id="373" r:id="rId25"/>
    <p:sldId id="369" r:id="rId26"/>
    <p:sldId id="370" r:id="rId27"/>
    <p:sldId id="382" r:id="rId28"/>
    <p:sldId id="371" r:id="rId29"/>
    <p:sldId id="372" r:id="rId30"/>
    <p:sldId id="374" r:id="rId31"/>
    <p:sldId id="375" r:id="rId32"/>
    <p:sldId id="381" r:id="rId33"/>
    <p:sldId id="383" r:id="rId34"/>
    <p:sldId id="384" r:id="rId35"/>
    <p:sldId id="377" r:id="rId36"/>
    <p:sldId id="379" r:id="rId37"/>
    <p:sldId id="378" r:id="rId38"/>
    <p:sldId id="380" r:id="rId39"/>
    <p:sldId id="386" r:id="rId40"/>
    <p:sldId id="353" r:id="rId41"/>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42A1E-09A1-4E03-890E-DD550F1356C3}" v="40" dt="2026-09-25T08:13:38.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76998" autoAdjust="0"/>
  </p:normalViewPr>
  <p:slideViewPr>
    <p:cSldViewPr snapToGrid="0">
      <p:cViewPr varScale="1">
        <p:scale>
          <a:sx n="54" d="100"/>
          <a:sy n="54" d="100"/>
        </p:scale>
        <p:origin x="10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Aristodemou" userId="8f856845a52b247d" providerId="LiveId" clId="{C154C21A-E434-4F66-B5AD-9BF8E6CFD023}"/>
    <pc:docChg chg="undo custSel addSld delSld modSld sldOrd">
      <pc:chgData name="Michael Aristodemou" userId="8f856845a52b247d" providerId="LiveId" clId="{C154C21A-E434-4F66-B5AD-9BF8E6CFD023}" dt="2026-09-24T02:41:50.911" v="1240" actId="1076"/>
      <pc:docMkLst>
        <pc:docMk/>
      </pc:docMkLst>
      <pc:sldChg chg="modSp mod">
        <pc:chgData name="Michael Aristodemou" userId="8f856845a52b247d" providerId="LiveId" clId="{C154C21A-E434-4F66-B5AD-9BF8E6CFD023}" dt="2026-09-24T01:29:44.255" v="74" actId="1076"/>
        <pc:sldMkLst>
          <pc:docMk/>
          <pc:sldMk cId="2671520751" sldId="320"/>
        </pc:sldMkLst>
        <pc:spChg chg="mod">
          <ac:chgData name="Michael Aristodemou" userId="8f856845a52b247d" providerId="LiveId" clId="{C154C21A-E434-4F66-B5AD-9BF8E6CFD023}" dt="2026-09-24T01:29:39.617" v="73" actId="1076"/>
          <ac:spMkLst>
            <pc:docMk/>
            <pc:sldMk cId="2671520751" sldId="320"/>
            <ac:spMk id="6" creationId="{F0357866-4226-FF28-2C96-E335ECF35D43}"/>
          </ac:spMkLst>
        </pc:spChg>
        <pc:picChg chg="mod">
          <ac:chgData name="Michael Aristodemou" userId="8f856845a52b247d" providerId="LiveId" clId="{C154C21A-E434-4F66-B5AD-9BF8E6CFD023}" dt="2026-09-24T01:29:44.255" v="74" actId="1076"/>
          <ac:picMkLst>
            <pc:docMk/>
            <pc:sldMk cId="2671520751" sldId="320"/>
            <ac:picMk id="8" creationId="{2F8BE159-6F89-5317-7167-DBD69FC5956A}"/>
          </ac:picMkLst>
        </pc:picChg>
      </pc:sldChg>
      <pc:sldChg chg="del">
        <pc:chgData name="Michael Aristodemou" userId="8f856845a52b247d" providerId="LiveId" clId="{C154C21A-E434-4F66-B5AD-9BF8E6CFD023}" dt="2026-09-24T02:37:28.559" v="860" actId="47"/>
        <pc:sldMkLst>
          <pc:docMk/>
          <pc:sldMk cId="2376735674" sldId="321"/>
        </pc:sldMkLst>
      </pc:sldChg>
      <pc:sldChg chg="ord">
        <pc:chgData name="Michael Aristodemou" userId="8f856845a52b247d" providerId="LiveId" clId="{C154C21A-E434-4F66-B5AD-9BF8E6CFD023}" dt="2026-09-24T02:03:19.627" v="229"/>
        <pc:sldMkLst>
          <pc:docMk/>
          <pc:sldMk cId="2297989663" sldId="322"/>
        </pc:sldMkLst>
      </pc:sldChg>
      <pc:sldChg chg="del">
        <pc:chgData name="Michael Aristodemou" userId="8f856845a52b247d" providerId="LiveId" clId="{C154C21A-E434-4F66-B5AD-9BF8E6CFD023}" dt="2026-09-24T02:37:28.559" v="860" actId="47"/>
        <pc:sldMkLst>
          <pc:docMk/>
          <pc:sldMk cId="2311781833" sldId="323"/>
        </pc:sldMkLst>
      </pc:sldChg>
      <pc:sldChg chg="del">
        <pc:chgData name="Michael Aristodemou" userId="8f856845a52b247d" providerId="LiveId" clId="{C154C21A-E434-4F66-B5AD-9BF8E6CFD023}" dt="2026-09-24T02:37:28.559" v="860" actId="47"/>
        <pc:sldMkLst>
          <pc:docMk/>
          <pc:sldMk cId="513521465" sldId="324"/>
        </pc:sldMkLst>
      </pc:sldChg>
      <pc:sldChg chg="del">
        <pc:chgData name="Michael Aristodemou" userId="8f856845a52b247d" providerId="LiveId" clId="{C154C21A-E434-4F66-B5AD-9BF8E6CFD023}" dt="2026-09-24T02:37:28.559" v="860" actId="47"/>
        <pc:sldMkLst>
          <pc:docMk/>
          <pc:sldMk cId="614971934" sldId="325"/>
        </pc:sldMkLst>
      </pc:sldChg>
      <pc:sldChg chg="del">
        <pc:chgData name="Michael Aristodemou" userId="8f856845a52b247d" providerId="LiveId" clId="{C154C21A-E434-4F66-B5AD-9BF8E6CFD023}" dt="2026-09-24T02:37:28.559" v="860" actId="47"/>
        <pc:sldMkLst>
          <pc:docMk/>
          <pc:sldMk cId="4057056559" sldId="326"/>
        </pc:sldMkLst>
      </pc:sldChg>
      <pc:sldChg chg="del">
        <pc:chgData name="Michael Aristodemou" userId="8f856845a52b247d" providerId="LiveId" clId="{C154C21A-E434-4F66-B5AD-9BF8E6CFD023}" dt="2026-09-24T02:37:28.559" v="860" actId="47"/>
        <pc:sldMkLst>
          <pc:docMk/>
          <pc:sldMk cId="3952051762" sldId="327"/>
        </pc:sldMkLst>
      </pc:sldChg>
      <pc:sldChg chg="del">
        <pc:chgData name="Michael Aristodemou" userId="8f856845a52b247d" providerId="LiveId" clId="{C154C21A-E434-4F66-B5AD-9BF8E6CFD023}" dt="2026-09-24T02:37:28.559" v="860" actId="47"/>
        <pc:sldMkLst>
          <pc:docMk/>
          <pc:sldMk cId="2339984016" sldId="328"/>
        </pc:sldMkLst>
      </pc:sldChg>
      <pc:sldChg chg="del">
        <pc:chgData name="Michael Aristodemou" userId="8f856845a52b247d" providerId="LiveId" clId="{C154C21A-E434-4F66-B5AD-9BF8E6CFD023}" dt="2026-09-24T02:37:28.559" v="860" actId="47"/>
        <pc:sldMkLst>
          <pc:docMk/>
          <pc:sldMk cId="3507354875" sldId="329"/>
        </pc:sldMkLst>
      </pc:sldChg>
      <pc:sldChg chg="del">
        <pc:chgData name="Michael Aristodemou" userId="8f856845a52b247d" providerId="LiveId" clId="{C154C21A-E434-4F66-B5AD-9BF8E6CFD023}" dt="2026-09-24T02:37:28.559" v="860" actId="47"/>
        <pc:sldMkLst>
          <pc:docMk/>
          <pc:sldMk cId="2659087466" sldId="330"/>
        </pc:sldMkLst>
      </pc:sldChg>
      <pc:sldChg chg="del">
        <pc:chgData name="Michael Aristodemou" userId="8f856845a52b247d" providerId="LiveId" clId="{C154C21A-E434-4F66-B5AD-9BF8E6CFD023}" dt="2026-09-24T02:37:28.559" v="860" actId="47"/>
        <pc:sldMkLst>
          <pc:docMk/>
          <pc:sldMk cId="2641663071" sldId="331"/>
        </pc:sldMkLst>
      </pc:sldChg>
      <pc:sldChg chg="del">
        <pc:chgData name="Michael Aristodemou" userId="8f856845a52b247d" providerId="LiveId" clId="{C154C21A-E434-4F66-B5AD-9BF8E6CFD023}" dt="2026-09-24T02:37:28.559" v="860" actId="47"/>
        <pc:sldMkLst>
          <pc:docMk/>
          <pc:sldMk cId="574361007" sldId="332"/>
        </pc:sldMkLst>
      </pc:sldChg>
      <pc:sldChg chg="del">
        <pc:chgData name="Michael Aristodemou" userId="8f856845a52b247d" providerId="LiveId" clId="{C154C21A-E434-4F66-B5AD-9BF8E6CFD023}" dt="2026-09-24T02:37:28.559" v="860" actId="47"/>
        <pc:sldMkLst>
          <pc:docMk/>
          <pc:sldMk cId="159164791" sldId="333"/>
        </pc:sldMkLst>
      </pc:sldChg>
      <pc:sldChg chg="del">
        <pc:chgData name="Michael Aristodemou" userId="8f856845a52b247d" providerId="LiveId" clId="{C154C21A-E434-4F66-B5AD-9BF8E6CFD023}" dt="2026-09-24T02:37:28.559" v="860" actId="47"/>
        <pc:sldMkLst>
          <pc:docMk/>
          <pc:sldMk cId="2299345185" sldId="354"/>
        </pc:sldMkLst>
      </pc:sldChg>
      <pc:sldChg chg="addSp delSp modSp mod">
        <pc:chgData name="Michael Aristodemou" userId="8f856845a52b247d" providerId="LiveId" clId="{C154C21A-E434-4F66-B5AD-9BF8E6CFD023}" dt="2026-09-24T01:05:23.686" v="63" actId="1076"/>
        <pc:sldMkLst>
          <pc:docMk/>
          <pc:sldMk cId="3716450632" sldId="357"/>
        </pc:sldMkLst>
        <pc:spChg chg="del">
          <ac:chgData name="Michael Aristodemou" userId="8f856845a52b247d" providerId="LiveId" clId="{C154C21A-E434-4F66-B5AD-9BF8E6CFD023}" dt="2026-09-24T01:05:10.379" v="59" actId="478"/>
          <ac:spMkLst>
            <pc:docMk/>
            <pc:sldMk cId="3716450632" sldId="357"/>
            <ac:spMk id="2" creationId="{563437CE-FF4B-90F0-A599-BC75CDCE1E6F}"/>
          </ac:spMkLst>
        </pc:spChg>
        <pc:spChg chg="del">
          <ac:chgData name="Michael Aristodemou" userId="8f856845a52b247d" providerId="LiveId" clId="{C154C21A-E434-4F66-B5AD-9BF8E6CFD023}" dt="2026-09-24T01:03:46.128" v="58"/>
          <ac:spMkLst>
            <pc:docMk/>
            <pc:sldMk cId="3716450632" sldId="357"/>
            <ac:spMk id="3" creationId="{74DFCBA5-BA2F-5C68-2ADE-BCAD92ED2AE5}"/>
          </ac:spMkLst>
        </pc:spChg>
        <pc:picChg chg="add mod ord">
          <ac:chgData name="Michael Aristodemou" userId="8f856845a52b247d" providerId="LiveId" clId="{C154C21A-E434-4F66-B5AD-9BF8E6CFD023}" dt="2026-09-24T01:05:23.686" v="63" actId="1076"/>
          <ac:picMkLst>
            <pc:docMk/>
            <pc:sldMk cId="3716450632" sldId="357"/>
            <ac:picMk id="5" creationId="{4837FEA0-62E5-9332-A99F-D8ADD25858E1}"/>
          </ac:picMkLst>
        </pc:picChg>
      </pc:sldChg>
      <pc:sldChg chg="addSp modSp mod">
        <pc:chgData name="Michael Aristodemou" userId="8f856845a52b247d" providerId="LiveId" clId="{C154C21A-E434-4F66-B5AD-9BF8E6CFD023}" dt="2026-09-24T01:02:14.962" v="56" actId="20577"/>
        <pc:sldMkLst>
          <pc:docMk/>
          <pc:sldMk cId="976253718" sldId="358"/>
        </pc:sldMkLst>
        <pc:spChg chg="mod">
          <ac:chgData name="Michael Aristodemou" userId="8f856845a52b247d" providerId="LiveId" clId="{C154C21A-E434-4F66-B5AD-9BF8E6CFD023}" dt="2026-09-24T01:02:14.962" v="56" actId="20577"/>
          <ac:spMkLst>
            <pc:docMk/>
            <pc:sldMk cId="976253718" sldId="358"/>
            <ac:spMk id="2" creationId="{ECE3E541-9BE4-58B6-138C-B3D89A172264}"/>
          </ac:spMkLst>
        </pc:spChg>
        <pc:picChg chg="add mod">
          <ac:chgData name="Michael Aristodemou" userId="8f856845a52b247d" providerId="LiveId" clId="{C154C21A-E434-4F66-B5AD-9BF8E6CFD023}" dt="2026-09-24T01:02:06.600" v="34" actId="1076"/>
          <ac:picMkLst>
            <pc:docMk/>
            <pc:sldMk cId="976253718" sldId="358"/>
            <ac:picMk id="4" creationId="{84D17176-8352-4327-F6C8-D5D515928FB4}"/>
          </ac:picMkLst>
        </pc:picChg>
      </pc:sldChg>
      <pc:sldChg chg="addSp delSp modSp new mod">
        <pc:chgData name="Michael Aristodemou" userId="8f856845a52b247d" providerId="LiveId" clId="{C154C21A-E434-4F66-B5AD-9BF8E6CFD023}" dt="2026-09-24T01:39:01.469" v="82" actId="1076"/>
        <pc:sldMkLst>
          <pc:docMk/>
          <pc:sldMk cId="3348790998" sldId="359"/>
        </pc:sldMkLst>
        <pc:spChg chg="del">
          <ac:chgData name="Michael Aristodemou" userId="8f856845a52b247d" providerId="LiveId" clId="{C154C21A-E434-4F66-B5AD-9BF8E6CFD023}" dt="2026-09-24T01:38:52.043" v="78" actId="478"/>
          <ac:spMkLst>
            <pc:docMk/>
            <pc:sldMk cId="3348790998" sldId="359"/>
            <ac:spMk id="2" creationId="{D9C21D02-720D-3630-B316-EFCC08117CF7}"/>
          </ac:spMkLst>
        </pc:spChg>
        <pc:spChg chg="del">
          <ac:chgData name="Michael Aristodemou" userId="8f856845a52b247d" providerId="LiveId" clId="{C154C21A-E434-4F66-B5AD-9BF8E6CFD023}" dt="2026-09-24T01:38:49.046" v="77"/>
          <ac:spMkLst>
            <pc:docMk/>
            <pc:sldMk cId="3348790998" sldId="359"/>
            <ac:spMk id="3" creationId="{F2A16805-5F98-2E76-D821-B2416B450F00}"/>
          </ac:spMkLst>
        </pc:spChg>
        <pc:picChg chg="add mod ord">
          <ac:chgData name="Michael Aristodemou" userId="8f856845a52b247d" providerId="LiveId" clId="{C154C21A-E434-4F66-B5AD-9BF8E6CFD023}" dt="2026-09-24T01:39:01.469" v="82" actId="1076"/>
          <ac:picMkLst>
            <pc:docMk/>
            <pc:sldMk cId="3348790998" sldId="359"/>
            <ac:picMk id="5" creationId="{B8EC4AA4-7BA5-E8BA-B76B-85FEB6194C5D}"/>
          </ac:picMkLst>
        </pc:picChg>
      </pc:sldChg>
      <pc:sldChg chg="addSp delSp modSp new mod">
        <pc:chgData name="Michael Aristodemou" userId="8f856845a52b247d" providerId="LiveId" clId="{C154C21A-E434-4F66-B5AD-9BF8E6CFD023}" dt="2026-09-24T01:40:41.508" v="187" actId="1076"/>
        <pc:sldMkLst>
          <pc:docMk/>
          <pc:sldMk cId="1822065426" sldId="360"/>
        </pc:sldMkLst>
        <pc:spChg chg="mod">
          <ac:chgData name="Michael Aristodemou" userId="8f856845a52b247d" providerId="LiveId" clId="{C154C21A-E434-4F66-B5AD-9BF8E6CFD023}" dt="2026-09-24T01:40:19.799" v="183" actId="20577"/>
          <ac:spMkLst>
            <pc:docMk/>
            <pc:sldMk cId="1822065426" sldId="360"/>
            <ac:spMk id="2" creationId="{7B53E308-02BC-BEDC-B745-809A9A819A93}"/>
          </ac:spMkLst>
        </pc:spChg>
        <pc:spChg chg="del">
          <ac:chgData name="Michael Aristodemou" userId="8f856845a52b247d" providerId="LiveId" clId="{C154C21A-E434-4F66-B5AD-9BF8E6CFD023}" dt="2026-09-24T01:40:33.615" v="185"/>
          <ac:spMkLst>
            <pc:docMk/>
            <pc:sldMk cId="1822065426" sldId="360"/>
            <ac:spMk id="3" creationId="{DB4A4839-C91E-3B2C-EE4A-CDC2A7FC11AC}"/>
          </ac:spMkLst>
        </pc:spChg>
        <pc:picChg chg="add mod ord">
          <ac:chgData name="Michael Aristodemou" userId="8f856845a52b247d" providerId="LiveId" clId="{C154C21A-E434-4F66-B5AD-9BF8E6CFD023}" dt="2026-09-24T01:40:41.508" v="187" actId="1076"/>
          <ac:picMkLst>
            <pc:docMk/>
            <pc:sldMk cId="1822065426" sldId="360"/>
            <ac:picMk id="5" creationId="{B1C649BE-5571-8254-CD8F-C79A0C59E8AE}"/>
          </ac:picMkLst>
        </pc:picChg>
      </pc:sldChg>
      <pc:sldChg chg="addSp delSp modSp new mod">
        <pc:chgData name="Michael Aristodemou" userId="8f856845a52b247d" providerId="LiveId" clId="{C154C21A-E434-4F66-B5AD-9BF8E6CFD023}" dt="2026-09-24T01:56:33.226" v="195" actId="1076"/>
        <pc:sldMkLst>
          <pc:docMk/>
          <pc:sldMk cId="1450844767" sldId="361"/>
        </pc:sldMkLst>
        <pc:spChg chg="del">
          <ac:chgData name="Michael Aristodemou" userId="8f856845a52b247d" providerId="LiveId" clId="{C154C21A-E434-4F66-B5AD-9BF8E6CFD023}" dt="2026-09-24T01:56:16.622" v="191" actId="478"/>
          <ac:spMkLst>
            <pc:docMk/>
            <pc:sldMk cId="1450844767" sldId="361"/>
            <ac:spMk id="2" creationId="{0B178EC8-1FE1-9B90-08FE-BD5A27238EDA}"/>
          </ac:spMkLst>
        </pc:spChg>
        <pc:spChg chg="del">
          <ac:chgData name="Michael Aristodemou" userId="8f856845a52b247d" providerId="LiveId" clId="{C154C21A-E434-4F66-B5AD-9BF8E6CFD023}" dt="2026-09-24T01:56:14.133" v="190"/>
          <ac:spMkLst>
            <pc:docMk/>
            <pc:sldMk cId="1450844767" sldId="361"/>
            <ac:spMk id="3" creationId="{6C37C827-B0A8-B9A4-693A-718C72C55C60}"/>
          </ac:spMkLst>
        </pc:spChg>
        <pc:picChg chg="add mod ord">
          <ac:chgData name="Michael Aristodemou" userId="8f856845a52b247d" providerId="LiveId" clId="{C154C21A-E434-4F66-B5AD-9BF8E6CFD023}" dt="2026-09-24T01:56:33.226" v="195" actId="1076"/>
          <ac:picMkLst>
            <pc:docMk/>
            <pc:sldMk cId="1450844767" sldId="361"/>
            <ac:picMk id="5" creationId="{5AB4021A-2DFA-F194-50D1-E11F03B0185E}"/>
          </ac:picMkLst>
        </pc:picChg>
      </pc:sldChg>
      <pc:sldChg chg="addSp delSp modSp new mod">
        <pc:chgData name="Michael Aristodemou" userId="8f856845a52b247d" providerId="LiveId" clId="{C154C21A-E434-4F66-B5AD-9BF8E6CFD023}" dt="2026-09-24T01:58:55.386" v="211"/>
        <pc:sldMkLst>
          <pc:docMk/>
          <pc:sldMk cId="4235921102" sldId="362"/>
        </pc:sldMkLst>
        <pc:spChg chg="del">
          <ac:chgData name="Michael Aristodemou" userId="8f856845a52b247d" providerId="LiveId" clId="{C154C21A-E434-4F66-B5AD-9BF8E6CFD023}" dt="2026-09-24T01:58:52.667" v="209" actId="478"/>
          <ac:spMkLst>
            <pc:docMk/>
            <pc:sldMk cId="4235921102" sldId="362"/>
            <ac:spMk id="2" creationId="{7AC65A3E-DF4A-7F15-DAC9-53E5DD039CD1}"/>
          </ac:spMkLst>
        </pc:spChg>
        <pc:spChg chg="del">
          <ac:chgData name="Michael Aristodemou" userId="8f856845a52b247d" providerId="LiveId" clId="{C154C21A-E434-4F66-B5AD-9BF8E6CFD023}" dt="2026-09-24T01:58:52.667" v="209" actId="478"/>
          <ac:spMkLst>
            <pc:docMk/>
            <pc:sldMk cId="4235921102" sldId="362"/>
            <ac:spMk id="3" creationId="{0C353F98-2746-136E-C316-DD3AB91849E5}"/>
          </ac:spMkLst>
        </pc:spChg>
        <pc:picChg chg="add mod">
          <ac:chgData name="Michael Aristodemou" userId="8f856845a52b247d" providerId="LiveId" clId="{C154C21A-E434-4F66-B5AD-9BF8E6CFD023}" dt="2026-09-24T01:58:55.386" v="211"/>
          <ac:picMkLst>
            <pc:docMk/>
            <pc:sldMk cId="4235921102" sldId="362"/>
            <ac:picMk id="5" creationId="{3D78390F-F609-BE3F-0C79-C4ACA86F0626}"/>
          </ac:picMkLst>
        </pc:picChg>
      </pc:sldChg>
      <pc:sldChg chg="addSp delSp modSp add mod ord">
        <pc:chgData name="Michael Aristodemou" userId="8f856845a52b247d" providerId="LiveId" clId="{C154C21A-E434-4F66-B5AD-9BF8E6CFD023}" dt="2026-09-24T01:58:43.860" v="208"/>
        <pc:sldMkLst>
          <pc:docMk/>
          <pc:sldMk cId="979887841" sldId="363"/>
        </pc:sldMkLst>
        <pc:spChg chg="add del mod">
          <ac:chgData name="Michael Aristodemou" userId="8f856845a52b247d" providerId="LiveId" clId="{C154C21A-E434-4F66-B5AD-9BF8E6CFD023}" dt="2026-09-24T01:58:40.460" v="206" actId="478"/>
          <ac:spMkLst>
            <pc:docMk/>
            <pc:sldMk cId="979887841" sldId="363"/>
            <ac:spMk id="3" creationId="{D5E8F70C-10E9-5D14-7286-C0EC26192E1E}"/>
          </ac:spMkLst>
        </pc:spChg>
        <pc:picChg chg="del">
          <ac:chgData name="Michael Aristodemou" userId="8f856845a52b247d" providerId="LiveId" clId="{C154C21A-E434-4F66-B5AD-9BF8E6CFD023}" dt="2026-09-24T01:58:38.892" v="205" actId="478"/>
          <ac:picMkLst>
            <pc:docMk/>
            <pc:sldMk cId="979887841" sldId="363"/>
            <ac:picMk id="5" creationId="{E7C79099-8CF2-48AD-72D3-5C4744AD6DA9}"/>
          </ac:picMkLst>
        </pc:picChg>
        <pc:picChg chg="add mod">
          <ac:chgData name="Michael Aristodemou" userId="8f856845a52b247d" providerId="LiveId" clId="{C154C21A-E434-4F66-B5AD-9BF8E6CFD023}" dt="2026-09-24T01:58:43.860" v="208"/>
          <ac:picMkLst>
            <pc:docMk/>
            <pc:sldMk cId="979887841" sldId="363"/>
            <ac:picMk id="6" creationId="{ACB67F82-DF07-4D9C-838A-C401CEE5AEE3}"/>
          </ac:picMkLst>
        </pc:picChg>
      </pc:sldChg>
      <pc:sldChg chg="addSp delSp modSp add mod">
        <pc:chgData name="Michael Aristodemou" userId="8f856845a52b247d" providerId="LiveId" clId="{C154C21A-E434-4F66-B5AD-9BF8E6CFD023}" dt="2026-09-24T01:58:27.728" v="202"/>
        <pc:sldMkLst>
          <pc:docMk/>
          <pc:sldMk cId="3565348181" sldId="364"/>
        </pc:sldMkLst>
        <pc:spChg chg="add del mod">
          <ac:chgData name="Michael Aristodemou" userId="8f856845a52b247d" providerId="LiveId" clId="{C154C21A-E434-4F66-B5AD-9BF8E6CFD023}" dt="2026-09-24T01:58:25.074" v="200" actId="478"/>
          <ac:spMkLst>
            <pc:docMk/>
            <pc:sldMk cId="3565348181" sldId="364"/>
            <ac:spMk id="3" creationId="{ABB4A9D7-B135-7291-75C0-A328A59634B4}"/>
          </ac:spMkLst>
        </pc:spChg>
        <pc:picChg chg="del">
          <ac:chgData name="Michael Aristodemou" userId="8f856845a52b247d" providerId="LiveId" clId="{C154C21A-E434-4F66-B5AD-9BF8E6CFD023}" dt="2026-09-24T01:58:21.996" v="199" actId="478"/>
          <ac:picMkLst>
            <pc:docMk/>
            <pc:sldMk cId="3565348181" sldId="364"/>
            <ac:picMk id="5" creationId="{F6260FFF-07DE-A781-6EB0-905BF9CC3FAD}"/>
          </ac:picMkLst>
        </pc:picChg>
        <pc:picChg chg="add mod">
          <ac:chgData name="Michael Aristodemou" userId="8f856845a52b247d" providerId="LiveId" clId="{C154C21A-E434-4F66-B5AD-9BF8E6CFD023}" dt="2026-09-24T01:58:27.728" v="202"/>
          <ac:picMkLst>
            <pc:docMk/>
            <pc:sldMk cId="3565348181" sldId="364"/>
            <ac:picMk id="6" creationId="{BB5E351E-F263-D3C5-B1C7-DF8400786415}"/>
          </ac:picMkLst>
        </pc:picChg>
      </pc:sldChg>
      <pc:sldChg chg="addSp delSp modSp new mod">
        <pc:chgData name="Michael Aristodemou" userId="8f856845a52b247d" providerId="LiveId" clId="{C154C21A-E434-4F66-B5AD-9BF8E6CFD023}" dt="2026-09-24T01:59:17.728" v="216"/>
        <pc:sldMkLst>
          <pc:docMk/>
          <pc:sldMk cId="1386666627" sldId="365"/>
        </pc:sldMkLst>
        <pc:spChg chg="del">
          <ac:chgData name="Michael Aristodemou" userId="8f856845a52b247d" providerId="LiveId" clId="{C154C21A-E434-4F66-B5AD-9BF8E6CFD023}" dt="2026-09-24T01:59:13.453" v="213" actId="478"/>
          <ac:spMkLst>
            <pc:docMk/>
            <pc:sldMk cId="1386666627" sldId="365"/>
            <ac:spMk id="2" creationId="{8465FAE0-3607-71B1-A0C6-75FFA36A80CC}"/>
          </ac:spMkLst>
        </pc:spChg>
        <pc:spChg chg="del">
          <ac:chgData name="Michael Aristodemou" userId="8f856845a52b247d" providerId="LiveId" clId="{C154C21A-E434-4F66-B5AD-9BF8E6CFD023}" dt="2026-09-24T01:59:15.057" v="214" actId="478"/>
          <ac:spMkLst>
            <pc:docMk/>
            <pc:sldMk cId="1386666627" sldId="365"/>
            <ac:spMk id="3" creationId="{0B553D10-8624-37B7-4616-0D8925862A8B}"/>
          </ac:spMkLst>
        </pc:spChg>
        <pc:picChg chg="add mod">
          <ac:chgData name="Michael Aristodemou" userId="8f856845a52b247d" providerId="LiveId" clId="{C154C21A-E434-4F66-B5AD-9BF8E6CFD023}" dt="2026-09-24T01:59:17.728" v="216"/>
          <ac:picMkLst>
            <pc:docMk/>
            <pc:sldMk cId="1386666627" sldId="365"/>
            <ac:picMk id="5" creationId="{EDD09B6D-ACCB-F646-48BD-506AEB27FDAD}"/>
          </ac:picMkLst>
        </pc:picChg>
      </pc:sldChg>
      <pc:sldChg chg="addSp delSp modSp new del mod">
        <pc:chgData name="Michael Aristodemou" userId="8f856845a52b247d" providerId="LiveId" clId="{C154C21A-E434-4F66-B5AD-9BF8E6CFD023}" dt="2026-09-24T02:01:46.158" v="222" actId="47"/>
        <pc:sldMkLst>
          <pc:docMk/>
          <pc:sldMk cId="733822155" sldId="366"/>
        </pc:sldMkLst>
        <pc:spChg chg="del">
          <ac:chgData name="Michael Aristodemou" userId="8f856845a52b247d" providerId="LiveId" clId="{C154C21A-E434-4F66-B5AD-9BF8E6CFD023}" dt="2026-09-24T02:01:07.407" v="218" actId="478"/>
          <ac:spMkLst>
            <pc:docMk/>
            <pc:sldMk cId="733822155" sldId="366"/>
            <ac:spMk id="2" creationId="{16A2F27F-FF69-6078-6695-F9056A3F5DCD}"/>
          </ac:spMkLst>
        </pc:spChg>
        <pc:spChg chg="del">
          <ac:chgData name="Michael Aristodemou" userId="8f856845a52b247d" providerId="LiveId" clId="{C154C21A-E434-4F66-B5AD-9BF8E6CFD023}" dt="2026-09-24T02:01:08.710" v="219" actId="478"/>
          <ac:spMkLst>
            <pc:docMk/>
            <pc:sldMk cId="733822155" sldId="366"/>
            <ac:spMk id="3" creationId="{783EE248-3E0A-C6F1-80E9-77DE41C86C56}"/>
          </ac:spMkLst>
        </pc:spChg>
        <pc:picChg chg="add mod">
          <ac:chgData name="Michael Aristodemou" userId="8f856845a52b247d" providerId="LiveId" clId="{C154C21A-E434-4F66-B5AD-9BF8E6CFD023}" dt="2026-09-24T02:01:13.050" v="221"/>
          <ac:picMkLst>
            <pc:docMk/>
            <pc:sldMk cId="733822155" sldId="366"/>
            <ac:picMk id="5" creationId="{7B1270D2-D9B3-9732-3EAD-062DA74F61B8}"/>
          </ac:picMkLst>
        </pc:picChg>
      </pc:sldChg>
      <pc:sldChg chg="addSp delSp modSp new mod">
        <pc:chgData name="Michael Aristodemou" userId="8f856845a52b247d" providerId="LiveId" clId="{C154C21A-E434-4F66-B5AD-9BF8E6CFD023}" dt="2026-09-24T02:02:01.392" v="227"/>
        <pc:sldMkLst>
          <pc:docMk/>
          <pc:sldMk cId="4001293738" sldId="366"/>
        </pc:sldMkLst>
        <pc:spChg chg="del">
          <ac:chgData name="Michael Aristodemou" userId="8f856845a52b247d" providerId="LiveId" clId="{C154C21A-E434-4F66-B5AD-9BF8E6CFD023}" dt="2026-09-24T02:01:50.781" v="224" actId="478"/>
          <ac:spMkLst>
            <pc:docMk/>
            <pc:sldMk cId="4001293738" sldId="366"/>
            <ac:spMk id="2" creationId="{F3F22185-E3C4-162A-80F4-A05C4F726FE7}"/>
          </ac:spMkLst>
        </pc:spChg>
        <pc:spChg chg="del">
          <ac:chgData name="Michael Aristodemou" userId="8f856845a52b247d" providerId="LiveId" clId="{C154C21A-E434-4F66-B5AD-9BF8E6CFD023}" dt="2026-09-24T02:01:52.275" v="225" actId="478"/>
          <ac:spMkLst>
            <pc:docMk/>
            <pc:sldMk cId="4001293738" sldId="366"/>
            <ac:spMk id="3" creationId="{FF8624EF-914B-EBD6-2A7D-B8C441D4817C}"/>
          </ac:spMkLst>
        </pc:spChg>
        <pc:picChg chg="add mod">
          <ac:chgData name="Michael Aristodemou" userId="8f856845a52b247d" providerId="LiveId" clId="{C154C21A-E434-4F66-B5AD-9BF8E6CFD023}" dt="2026-09-24T02:02:01.392" v="227"/>
          <ac:picMkLst>
            <pc:docMk/>
            <pc:sldMk cId="4001293738" sldId="366"/>
            <ac:picMk id="5" creationId="{D7945F15-70D6-0E70-7923-B0B2CCABB091}"/>
          </ac:picMkLst>
        </pc:picChg>
      </pc:sldChg>
      <pc:sldChg chg="delSp modSp new mod">
        <pc:chgData name="Michael Aristodemou" userId="8f856845a52b247d" providerId="LiveId" clId="{C154C21A-E434-4F66-B5AD-9BF8E6CFD023}" dt="2026-09-24T02:11:00.096" v="324" actId="1076"/>
        <pc:sldMkLst>
          <pc:docMk/>
          <pc:sldMk cId="1726243765" sldId="367"/>
        </pc:sldMkLst>
        <pc:spChg chg="mod">
          <ac:chgData name="Michael Aristodemou" userId="8f856845a52b247d" providerId="LiveId" clId="{C154C21A-E434-4F66-B5AD-9BF8E6CFD023}" dt="2026-09-24T02:11:00.096" v="324" actId="1076"/>
          <ac:spMkLst>
            <pc:docMk/>
            <pc:sldMk cId="1726243765" sldId="367"/>
            <ac:spMk id="2" creationId="{7D63CF6C-1A79-0F99-E415-7B3B59F305EF}"/>
          </ac:spMkLst>
        </pc:spChg>
        <pc:spChg chg="del">
          <ac:chgData name="Michael Aristodemou" userId="8f856845a52b247d" providerId="LiveId" clId="{C154C21A-E434-4F66-B5AD-9BF8E6CFD023}" dt="2026-09-24T02:10:57.574" v="323" actId="478"/>
          <ac:spMkLst>
            <pc:docMk/>
            <pc:sldMk cId="1726243765" sldId="367"/>
            <ac:spMk id="3" creationId="{4D43B0A0-1BD4-008F-D4F3-C37C251EF136}"/>
          </ac:spMkLst>
        </pc:spChg>
      </pc:sldChg>
      <pc:sldChg chg="addSp delSp modSp new mod setBg">
        <pc:chgData name="Michael Aristodemou" userId="8f856845a52b247d" providerId="LiveId" clId="{C154C21A-E434-4F66-B5AD-9BF8E6CFD023}" dt="2026-09-24T02:12:11.766" v="333" actId="26606"/>
        <pc:sldMkLst>
          <pc:docMk/>
          <pc:sldMk cId="384702983" sldId="368"/>
        </pc:sldMkLst>
        <pc:spChg chg="del">
          <ac:chgData name="Michael Aristodemou" userId="8f856845a52b247d" providerId="LiveId" clId="{C154C21A-E434-4F66-B5AD-9BF8E6CFD023}" dt="2026-09-24T02:12:01.161" v="326" actId="478"/>
          <ac:spMkLst>
            <pc:docMk/>
            <pc:sldMk cId="384702983" sldId="368"/>
            <ac:spMk id="2" creationId="{CD1FE4B9-BBBC-2440-AD05-94535E7E0E68}"/>
          </ac:spMkLst>
        </pc:spChg>
        <pc:spChg chg="del">
          <ac:chgData name="Michael Aristodemou" userId="8f856845a52b247d" providerId="LiveId" clId="{C154C21A-E434-4F66-B5AD-9BF8E6CFD023}" dt="2026-09-24T02:12:02.242" v="327" actId="478"/>
          <ac:spMkLst>
            <pc:docMk/>
            <pc:sldMk cId="384702983" sldId="368"/>
            <ac:spMk id="3" creationId="{D10941BD-A1A0-A368-A227-1C5DF39074C8}"/>
          </ac:spMkLst>
        </pc:spChg>
        <pc:spChg chg="add del">
          <ac:chgData name="Michael Aristodemou" userId="8f856845a52b247d" providerId="LiveId" clId="{C154C21A-E434-4F66-B5AD-9BF8E6CFD023}" dt="2026-09-24T02:12:11.766" v="333" actId="26606"/>
          <ac:spMkLst>
            <pc:docMk/>
            <pc:sldMk cId="384702983" sldId="368"/>
            <ac:spMk id="10" creationId="{E559D998-AB6C-46E1-B394-118E9A1E2D62}"/>
          </ac:spMkLst>
        </pc:spChg>
        <pc:picChg chg="add mod">
          <ac:chgData name="Michael Aristodemou" userId="8f856845a52b247d" providerId="LiveId" clId="{C154C21A-E434-4F66-B5AD-9BF8E6CFD023}" dt="2026-09-24T02:12:11.766" v="333" actId="26606"/>
          <ac:picMkLst>
            <pc:docMk/>
            <pc:sldMk cId="384702983" sldId="368"/>
            <ac:picMk id="5" creationId="{CA1B7A33-7E3E-6A48-CF81-D4A4383F998B}"/>
          </ac:picMkLst>
        </pc:picChg>
      </pc:sldChg>
      <pc:sldChg chg="addSp delSp modSp new mod">
        <pc:chgData name="Michael Aristodemou" userId="8f856845a52b247d" providerId="LiveId" clId="{C154C21A-E434-4F66-B5AD-9BF8E6CFD023}" dt="2026-09-24T02:13:07.531" v="338"/>
        <pc:sldMkLst>
          <pc:docMk/>
          <pc:sldMk cId="3140061125" sldId="369"/>
        </pc:sldMkLst>
        <pc:spChg chg="del">
          <ac:chgData name="Michael Aristodemou" userId="8f856845a52b247d" providerId="LiveId" clId="{C154C21A-E434-4F66-B5AD-9BF8E6CFD023}" dt="2026-09-24T02:13:03.904" v="335" actId="478"/>
          <ac:spMkLst>
            <pc:docMk/>
            <pc:sldMk cId="3140061125" sldId="369"/>
            <ac:spMk id="2" creationId="{EDB0A482-78E7-9723-94CA-FF741FC1E87D}"/>
          </ac:spMkLst>
        </pc:spChg>
        <pc:spChg chg="del">
          <ac:chgData name="Michael Aristodemou" userId="8f856845a52b247d" providerId="LiveId" clId="{C154C21A-E434-4F66-B5AD-9BF8E6CFD023}" dt="2026-09-24T02:13:04.714" v="336" actId="478"/>
          <ac:spMkLst>
            <pc:docMk/>
            <pc:sldMk cId="3140061125" sldId="369"/>
            <ac:spMk id="3" creationId="{8DE260C7-96EB-58A3-1F85-E0D771ECAE94}"/>
          </ac:spMkLst>
        </pc:spChg>
        <pc:picChg chg="add mod">
          <ac:chgData name="Michael Aristodemou" userId="8f856845a52b247d" providerId="LiveId" clId="{C154C21A-E434-4F66-B5AD-9BF8E6CFD023}" dt="2026-09-24T02:13:07.531" v="338"/>
          <ac:picMkLst>
            <pc:docMk/>
            <pc:sldMk cId="3140061125" sldId="369"/>
            <ac:picMk id="5" creationId="{33BFA1A6-5F35-76EC-DF00-783CEA54AC09}"/>
          </ac:picMkLst>
        </pc:picChg>
      </pc:sldChg>
      <pc:sldChg chg="addSp delSp modSp new mod">
        <pc:chgData name="Michael Aristodemou" userId="8f856845a52b247d" providerId="LiveId" clId="{C154C21A-E434-4F66-B5AD-9BF8E6CFD023}" dt="2026-09-24T02:13:31.398" v="342"/>
        <pc:sldMkLst>
          <pc:docMk/>
          <pc:sldMk cId="2953555752" sldId="370"/>
        </pc:sldMkLst>
        <pc:spChg chg="del">
          <ac:chgData name="Michael Aristodemou" userId="8f856845a52b247d" providerId="LiveId" clId="{C154C21A-E434-4F66-B5AD-9BF8E6CFD023}" dt="2026-09-24T02:13:27.083" v="340" actId="478"/>
          <ac:spMkLst>
            <pc:docMk/>
            <pc:sldMk cId="2953555752" sldId="370"/>
            <ac:spMk id="2" creationId="{8D632011-8A0F-AB20-2B91-D303ADE8E0C6}"/>
          </ac:spMkLst>
        </pc:spChg>
        <pc:spChg chg="del">
          <ac:chgData name="Michael Aristodemou" userId="8f856845a52b247d" providerId="LiveId" clId="{C154C21A-E434-4F66-B5AD-9BF8E6CFD023}" dt="2026-09-24T02:13:27.083" v="340" actId="478"/>
          <ac:spMkLst>
            <pc:docMk/>
            <pc:sldMk cId="2953555752" sldId="370"/>
            <ac:spMk id="3" creationId="{DC823AB9-64EB-60C6-B4ED-4C6C84FEDB9F}"/>
          </ac:spMkLst>
        </pc:spChg>
        <pc:picChg chg="add mod">
          <ac:chgData name="Michael Aristodemou" userId="8f856845a52b247d" providerId="LiveId" clId="{C154C21A-E434-4F66-B5AD-9BF8E6CFD023}" dt="2026-09-24T02:13:31.398" v="342"/>
          <ac:picMkLst>
            <pc:docMk/>
            <pc:sldMk cId="2953555752" sldId="370"/>
            <ac:picMk id="5" creationId="{B0F09374-BD53-B50F-DB14-65B2D8AAF529}"/>
          </ac:picMkLst>
        </pc:picChg>
      </pc:sldChg>
      <pc:sldChg chg="delSp modSp new mod">
        <pc:chgData name="Michael Aristodemou" userId="8f856845a52b247d" providerId="LiveId" clId="{C154C21A-E434-4F66-B5AD-9BF8E6CFD023}" dt="2026-09-24T02:19:53.384" v="490" actId="1076"/>
        <pc:sldMkLst>
          <pc:docMk/>
          <pc:sldMk cId="1457726761" sldId="371"/>
        </pc:sldMkLst>
        <pc:spChg chg="mod">
          <ac:chgData name="Michael Aristodemou" userId="8f856845a52b247d" providerId="LiveId" clId="{C154C21A-E434-4F66-B5AD-9BF8E6CFD023}" dt="2026-09-24T02:19:53.384" v="490" actId="1076"/>
          <ac:spMkLst>
            <pc:docMk/>
            <pc:sldMk cId="1457726761" sldId="371"/>
            <ac:spMk id="2" creationId="{0AFC3C7F-EC1B-CA33-D65F-2094D42A27C9}"/>
          </ac:spMkLst>
        </pc:spChg>
        <pc:spChg chg="del">
          <ac:chgData name="Michael Aristodemou" userId="8f856845a52b247d" providerId="LiveId" clId="{C154C21A-E434-4F66-B5AD-9BF8E6CFD023}" dt="2026-09-24T02:19:49.699" v="489" actId="478"/>
          <ac:spMkLst>
            <pc:docMk/>
            <pc:sldMk cId="1457726761" sldId="371"/>
            <ac:spMk id="3" creationId="{8E3ED95A-4B4C-DE64-AECD-5FCEEEC72EAE}"/>
          </ac:spMkLst>
        </pc:spChg>
      </pc:sldChg>
      <pc:sldChg chg="addSp delSp modSp new del mod">
        <pc:chgData name="Michael Aristodemou" userId="8f856845a52b247d" providerId="LiveId" clId="{C154C21A-E434-4F66-B5AD-9BF8E6CFD023}" dt="2026-09-24T02:19:15.756" v="351" actId="2696"/>
        <pc:sldMkLst>
          <pc:docMk/>
          <pc:sldMk cId="4209561903" sldId="371"/>
        </pc:sldMkLst>
        <pc:spChg chg="del">
          <ac:chgData name="Michael Aristodemou" userId="8f856845a52b247d" providerId="LiveId" clId="{C154C21A-E434-4F66-B5AD-9BF8E6CFD023}" dt="2026-09-24T02:14:53.351" v="346" actId="478"/>
          <ac:spMkLst>
            <pc:docMk/>
            <pc:sldMk cId="4209561903" sldId="371"/>
            <ac:spMk id="2" creationId="{CEBA67CE-D370-62AF-F102-95B31817EC52}"/>
          </ac:spMkLst>
        </pc:spChg>
        <pc:spChg chg="del">
          <ac:chgData name="Michael Aristodemou" userId="8f856845a52b247d" providerId="LiveId" clId="{C154C21A-E434-4F66-B5AD-9BF8E6CFD023}" dt="2026-09-24T02:14:45.418" v="345"/>
          <ac:spMkLst>
            <pc:docMk/>
            <pc:sldMk cId="4209561903" sldId="371"/>
            <ac:spMk id="3" creationId="{583E3105-12B1-74DB-50D7-37E8B21826E7}"/>
          </ac:spMkLst>
        </pc:spChg>
        <pc:spChg chg="add del mod">
          <ac:chgData name="Michael Aristodemou" userId="8f856845a52b247d" providerId="LiveId" clId="{C154C21A-E434-4F66-B5AD-9BF8E6CFD023}" dt="2026-09-24T02:19:11.056" v="350" actId="478"/>
          <ac:spMkLst>
            <pc:docMk/>
            <pc:sldMk cId="4209561903" sldId="371"/>
            <ac:spMk id="7" creationId="{6FFB4BAA-DC0C-9C5C-6B05-71573E785C0A}"/>
          </ac:spMkLst>
        </pc:spChg>
        <pc:picChg chg="add del mod ord">
          <ac:chgData name="Michael Aristodemou" userId="8f856845a52b247d" providerId="LiveId" clId="{C154C21A-E434-4F66-B5AD-9BF8E6CFD023}" dt="2026-09-24T02:14:59.842" v="349" actId="478"/>
          <ac:picMkLst>
            <pc:docMk/>
            <pc:sldMk cId="4209561903" sldId="371"/>
            <ac:picMk id="5" creationId="{6D4751FB-EC81-52EA-EA75-03AF467FBB56}"/>
          </ac:picMkLst>
        </pc:picChg>
      </pc:sldChg>
      <pc:sldChg chg="addSp delSp modSp new mod">
        <pc:chgData name="Michael Aristodemou" userId="8f856845a52b247d" providerId="LiveId" clId="{C154C21A-E434-4F66-B5AD-9BF8E6CFD023}" dt="2026-09-24T02:20:36.185" v="555" actId="1076"/>
        <pc:sldMkLst>
          <pc:docMk/>
          <pc:sldMk cId="4243405676" sldId="372"/>
        </pc:sldMkLst>
        <pc:spChg chg="mod">
          <ac:chgData name="Michael Aristodemou" userId="8f856845a52b247d" providerId="LiveId" clId="{C154C21A-E434-4F66-B5AD-9BF8E6CFD023}" dt="2026-09-24T02:20:11.686" v="550" actId="122"/>
          <ac:spMkLst>
            <pc:docMk/>
            <pc:sldMk cId="4243405676" sldId="372"/>
            <ac:spMk id="2" creationId="{09A3E398-1834-065C-8163-B65751782DE2}"/>
          </ac:spMkLst>
        </pc:spChg>
        <pc:spChg chg="del">
          <ac:chgData name="Michael Aristodemou" userId="8f856845a52b247d" providerId="LiveId" clId="{C154C21A-E434-4F66-B5AD-9BF8E6CFD023}" dt="2026-09-24T02:20:25.603" v="552"/>
          <ac:spMkLst>
            <pc:docMk/>
            <pc:sldMk cId="4243405676" sldId="372"/>
            <ac:spMk id="3" creationId="{DEA21293-FA45-0259-68B2-17596D80C381}"/>
          </ac:spMkLst>
        </pc:spChg>
        <pc:picChg chg="add mod ord">
          <ac:chgData name="Michael Aristodemou" userId="8f856845a52b247d" providerId="LiveId" clId="{C154C21A-E434-4F66-B5AD-9BF8E6CFD023}" dt="2026-09-24T02:20:36.185" v="555" actId="1076"/>
          <ac:picMkLst>
            <pc:docMk/>
            <pc:sldMk cId="4243405676" sldId="372"/>
            <ac:picMk id="5" creationId="{6D4AD12E-1B33-6D5E-E9B2-B34408234168}"/>
          </ac:picMkLst>
        </pc:picChg>
      </pc:sldChg>
      <pc:sldChg chg="delSp modSp new mod">
        <pc:chgData name="Michael Aristodemou" userId="8f856845a52b247d" providerId="LiveId" clId="{C154C21A-E434-4F66-B5AD-9BF8E6CFD023}" dt="2026-09-24T02:21:46.472" v="615" actId="1076"/>
        <pc:sldMkLst>
          <pc:docMk/>
          <pc:sldMk cId="4242386361" sldId="373"/>
        </pc:sldMkLst>
        <pc:spChg chg="mod">
          <ac:chgData name="Michael Aristodemou" userId="8f856845a52b247d" providerId="LiveId" clId="{C154C21A-E434-4F66-B5AD-9BF8E6CFD023}" dt="2026-09-24T02:21:46.472" v="615" actId="1076"/>
          <ac:spMkLst>
            <pc:docMk/>
            <pc:sldMk cId="4242386361" sldId="373"/>
            <ac:spMk id="2" creationId="{C21DB32C-B3D5-084B-1703-99A1117C691F}"/>
          </ac:spMkLst>
        </pc:spChg>
        <pc:spChg chg="del">
          <ac:chgData name="Michael Aristodemou" userId="8f856845a52b247d" providerId="LiveId" clId="{C154C21A-E434-4F66-B5AD-9BF8E6CFD023}" dt="2026-09-24T02:21:42.976" v="614" actId="478"/>
          <ac:spMkLst>
            <pc:docMk/>
            <pc:sldMk cId="4242386361" sldId="373"/>
            <ac:spMk id="3" creationId="{4C66EAA6-90D1-E11C-2E1C-514EC72A78B1}"/>
          </ac:spMkLst>
        </pc:spChg>
      </pc:sldChg>
      <pc:sldChg chg="addSp delSp modSp new mod">
        <pc:chgData name="Michael Aristodemou" userId="8f856845a52b247d" providerId="LiveId" clId="{C154C21A-E434-4F66-B5AD-9BF8E6CFD023}" dt="2026-09-24T02:22:58.609" v="621" actId="1076"/>
        <pc:sldMkLst>
          <pc:docMk/>
          <pc:sldMk cId="1690716754" sldId="374"/>
        </pc:sldMkLst>
        <pc:spChg chg="del">
          <ac:chgData name="Michael Aristodemou" userId="8f856845a52b247d" providerId="LiveId" clId="{C154C21A-E434-4F66-B5AD-9BF8E6CFD023}" dt="2026-09-24T02:22:50.601" v="617" actId="478"/>
          <ac:spMkLst>
            <pc:docMk/>
            <pc:sldMk cId="1690716754" sldId="374"/>
            <ac:spMk id="2" creationId="{FC288099-072E-56AC-16D9-4D0DB48F977E}"/>
          </ac:spMkLst>
        </pc:spChg>
        <pc:spChg chg="del">
          <ac:chgData name="Michael Aristodemou" userId="8f856845a52b247d" providerId="LiveId" clId="{C154C21A-E434-4F66-B5AD-9BF8E6CFD023}" dt="2026-09-24T02:22:51.956" v="618" actId="478"/>
          <ac:spMkLst>
            <pc:docMk/>
            <pc:sldMk cId="1690716754" sldId="374"/>
            <ac:spMk id="3" creationId="{D22D47CD-E8CE-8652-5157-07A7DBAC309B}"/>
          </ac:spMkLst>
        </pc:spChg>
        <pc:picChg chg="add mod">
          <ac:chgData name="Michael Aristodemou" userId="8f856845a52b247d" providerId="LiveId" clId="{C154C21A-E434-4F66-B5AD-9BF8E6CFD023}" dt="2026-09-24T02:22:58.609" v="621" actId="1076"/>
          <ac:picMkLst>
            <pc:docMk/>
            <pc:sldMk cId="1690716754" sldId="374"/>
            <ac:picMk id="5" creationId="{5139244A-3EF0-779A-C1CD-7D681D59CCD4}"/>
          </ac:picMkLst>
        </pc:picChg>
      </pc:sldChg>
      <pc:sldChg chg="addSp delSp modSp new mod">
        <pc:chgData name="Michael Aristodemou" userId="8f856845a52b247d" providerId="LiveId" clId="{C154C21A-E434-4F66-B5AD-9BF8E6CFD023}" dt="2026-09-24T02:24:24.398" v="626"/>
        <pc:sldMkLst>
          <pc:docMk/>
          <pc:sldMk cId="1347373737" sldId="375"/>
        </pc:sldMkLst>
        <pc:spChg chg="del">
          <ac:chgData name="Michael Aristodemou" userId="8f856845a52b247d" providerId="LiveId" clId="{C154C21A-E434-4F66-B5AD-9BF8E6CFD023}" dt="2026-09-24T02:24:20.580" v="623" actId="478"/>
          <ac:spMkLst>
            <pc:docMk/>
            <pc:sldMk cId="1347373737" sldId="375"/>
            <ac:spMk id="2" creationId="{62DF3C5C-C7BD-B987-28BD-5A52528DF05B}"/>
          </ac:spMkLst>
        </pc:spChg>
        <pc:spChg chg="del">
          <ac:chgData name="Michael Aristodemou" userId="8f856845a52b247d" providerId="LiveId" clId="{C154C21A-E434-4F66-B5AD-9BF8E6CFD023}" dt="2026-09-24T02:24:21.848" v="624" actId="478"/>
          <ac:spMkLst>
            <pc:docMk/>
            <pc:sldMk cId="1347373737" sldId="375"/>
            <ac:spMk id="3" creationId="{15DB92C9-0A94-8919-E8CF-87371DE88C46}"/>
          </ac:spMkLst>
        </pc:spChg>
        <pc:picChg chg="add mod">
          <ac:chgData name="Michael Aristodemou" userId="8f856845a52b247d" providerId="LiveId" clId="{C154C21A-E434-4F66-B5AD-9BF8E6CFD023}" dt="2026-09-24T02:24:24.398" v="626"/>
          <ac:picMkLst>
            <pc:docMk/>
            <pc:sldMk cId="1347373737" sldId="375"/>
            <ac:picMk id="5" creationId="{251D676E-3B6E-E963-48DB-B9EFC84975A2}"/>
          </ac:picMkLst>
        </pc:picChg>
      </pc:sldChg>
      <pc:sldChg chg="modSp new del mod">
        <pc:chgData name="Michael Aristodemou" userId="8f856845a52b247d" providerId="LiveId" clId="{C154C21A-E434-4F66-B5AD-9BF8E6CFD023}" dt="2026-09-24T02:32:02.485" v="679" actId="2696"/>
        <pc:sldMkLst>
          <pc:docMk/>
          <pc:sldMk cId="1095055281" sldId="376"/>
        </pc:sldMkLst>
        <pc:spChg chg="mod">
          <ac:chgData name="Michael Aristodemou" userId="8f856845a52b247d" providerId="LiveId" clId="{C154C21A-E434-4F66-B5AD-9BF8E6CFD023}" dt="2026-09-24T02:29:40.957" v="678" actId="122"/>
          <ac:spMkLst>
            <pc:docMk/>
            <pc:sldMk cId="1095055281" sldId="376"/>
            <ac:spMk id="2" creationId="{1A208C6F-FD9E-09B4-3754-5D710AB8A06D}"/>
          </ac:spMkLst>
        </pc:spChg>
      </pc:sldChg>
      <pc:sldChg chg="modSp new mod">
        <pc:chgData name="Michael Aristodemou" userId="8f856845a52b247d" providerId="LiveId" clId="{C154C21A-E434-4F66-B5AD-9BF8E6CFD023}" dt="2026-09-24T02:36:16.750" v="859" actId="20577"/>
        <pc:sldMkLst>
          <pc:docMk/>
          <pc:sldMk cId="2757432508" sldId="376"/>
        </pc:sldMkLst>
        <pc:spChg chg="mod">
          <ac:chgData name="Michael Aristodemou" userId="8f856845a52b247d" providerId="LiveId" clId="{C154C21A-E434-4F66-B5AD-9BF8E6CFD023}" dt="2026-09-24T02:35:43.324" v="776" actId="20577"/>
          <ac:spMkLst>
            <pc:docMk/>
            <pc:sldMk cId="2757432508" sldId="376"/>
            <ac:spMk id="2" creationId="{9C5EF96F-D8A6-A523-D38A-E320F3FC79CD}"/>
          </ac:spMkLst>
        </pc:spChg>
        <pc:spChg chg="mod">
          <ac:chgData name="Michael Aristodemou" userId="8f856845a52b247d" providerId="LiveId" clId="{C154C21A-E434-4F66-B5AD-9BF8E6CFD023}" dt="2026-09-24T02:36:16.750" v="859" actId="20577"/>
          <ac:spMkLst>
            <pc:docMk/>
            <pc:sldMk cId="2757432508" sldId="376"/>
            <ac:spMk id="3" creationId="{C31F98DD-6E7D-0C16-45C0-0DD0A873B3BC}"/>
          </ac:spMkLst>
        </pc:spChg>
      </pc:sldChg>
      <pc:sldChg chg="delSp modSp new del mod">
        <pc:chgData name="Michael Aristodemou" userId="8f856845a52b247d" providerId="LiveId" clId="{C154C21A-E434-4F66-B5AD-9BF8E6CFD023}" dt="2026-09-24T02:35:33.663" v="733" actId="2696"/>
        <pc:sldMkLst>
          <pc:docMk/>
          <pc:sldMk cId="3122790348" sldId="376"/>
        </pc:sldMkLst>
        <pc:spChg chg="mod">
          <ac:chgData name="Michael Aristodemou" userId="8f856845a52b247d" providerId="LiveId" clId="{C154C21A-E434-4F66-B5AD-9BF8E6CFD023}" dt="2026-09-24T02:35:26.574" v="732" actId="1076"/>
          <ac:spMkLst>
            <pc:docMk/>
            <pc:sldMk cId="3122790348" sldId="376"/>
            <ac:spMk id="2" creationId="{BA089011-D4EC-6F67-E1B5-56106853DC6C}"/>
          </ac:spMkLst>
        </pc:spChg>
        <pc:spChg chg="del">
          <ac:chgData name="Michael Aristodemou" userId="8f856845a52b247d" providerId="LiveId" clId="{C154C21A-E434-4F66-B5AD-9BF8E6CFD023}" dt="2026-09-24T02:32:22.343" v="730" actId="478"/>
          <ac:spMkLst>
            <pc:docMk/>
            <pc:sldMk cId="3122790348" sldId="376"/>
            <ac:spMk id="3" creationId="{72797970-1811-8E25-6EBC-4212155C78B5}"/>
          </ac:spMkLst>
        </pc:spChg>
      </pc:sldChg>
      <pc:sldChg chg="delSp modSp new mod">
        <pc:chgData name="Michael Aristodemou" userId="8f856845a52b247d" providerId="LiveId" clId="{C154C21A-E434-4F66-B5AD-9BF8E6CFD023}" dt="2026-09-24T02:38:06.562" v="987" actId="1076"/>
        <pc:sldMkLst>
          <pc:docMk/>
          <pc:sldMk cId="2893736790" sldId="377"/>
        </pc:sldMkLst>
        <pc:spChg chg="mod">
          <ac:chgData name="Michael Aristodemou" userId="8f856845a52b247d" providerId="LiveId" clId="{C154C21A-E434-4F66-B5AD-9BF8E6CFD023}" dt="2026-09-24T02:38:06.562" v="987" actId="1076"/>
          <ac:spMkLst>
            <pc:docMk/>
            <pc:sldMk cId="2893736790" sldId="377"/>
            <ac:spMk id="2" creationId="{D56BABE2-0795-79F8-DFFA-CFD4ADAD145E}"/>
          </ac:spMkLst>
        </pc:spChg>
        <pc:spChg chg="del">
          <ac:chgData name="Michael Aristodemou" userId="8f856845a52b247d" providerId="LiveId" clId="{C154C21A-E434-4F66-B5AD-9BF8E6CFD023}" dt="2026-09-24T02:38:02.664" v="986" actId="478"/>
          <ac:spMkLst>
            <pc:docMk/>
            <pc:sldMk cId="2893736790" sldId="377"/>
            <ac:spMk id="3" creationId="{32E094B7-3162-2A40-8324-4DA6109FB3AD}"/>
          </ac:spMkLst>
        </pc:spChg>
      </pc:sldChg>
      <pc:sldChg chg="delSp modSp new mod">
        <pc:chgData name="Michael Aristodemou" userId="8f856845a52b247d" providerId="LiveId" clId="{C154C21A-E434-4F66-B5AD-9BF8E6CFD023}" dt="2026-09-24T02:41:18.752" v="1169" actId="20577"/>
        <pc:sldMkLst>
          <pc:docMk/>
          <pc:sldMk cId="3595909075" sldId="378"/>
        </pc:sldMkLst>
        <pc:spChg chg="mod">
          <ac:chgData name="Michael Aristodemou" userId="8f856845a52b247d" providerId="LiveId" clId="{C154C21A-E434-4F66-B5AD-9BF8E6CFD023}" dt="2026-09-24T02:41:18.752" v="1169" actId="20577"/>
          <ac:spMkLst>
            <pc:docMk/>
            <pc:sldMk cId="3595909075" sldId="378"/>
            <ac:spMk id="2" creationId="{3219ED0B-D79D-1906-6B40-85787588C04A}"/>
          </ac:spMkLst>
        </pc:spChg>
        <pc:spChg chg="del">
          <ac:chgData name="Michael Aristodemou" userId="8f856845a52b247d" providerId="LiveId" clId="{C154C21A-E434-4F66-B5AD-9BF8E6CFD023}" dt="2026-09-24T02:38:30.532" v="1063" actId="478"/>
          <ac:spMkLst>
            <pc:docMk/>
            <pc:sldMk cId="3595909075" sldId="378"/>
            <ac:spMk id="3" creationId="{2174EC93-1B0F-5314-E090-F6D102399870}"/>
          </ac:spMkLst>
        </pc:spChg>
      </pc:sldChg>
      <pc:sldChg chg="addSp delSp modSp new mod">
        <pc:chgData name="Michael Aristodemou" userId="8f856845a52b247d" providerId="LiveId" clId="{C154C21A-E434-4F66-B5AD-9BF8E6CFD023}" dt="2026-09-24T02:40:36.398" v="1111" actId="1076"/>
        <pc:sldMkLst>
          <pc:docMk/>
          <pc:sldMk cId="1132282165" sldId="379"/>
        </pc:sldMkLst>
        <pc:spChg chg="mod">
          <ac:chgData name="Michael Aristodemou" userId="8f856845a52b247d" providerId="LiveId" clId="{C154C21A-E434-4F66-B5AD-9BF8E6CFD023}" dt="2026-09-24T02:40:36.398" v="1111" actId="1076"/>
          <ac:spMkLst>
            <pc:docMk/>
            <pc:sldMk cId="1132282165" sldId="379"/>
            <ac:spMk id="2" creationId="{A47F4F6D-FC3E-34BA-3B52-7B84F5A3E2E5}"/>
          </ac:spMkLst>
        </pc:spChg>
        <pc:spChg chg="del">
          <ac:chgData name="Michael Aristodemou" userId="8f856845a52b247d" providerId="LiveId" clId="{C154C21A-E434-4F66-B5AD-9BF8E6CFD023}" dt="2026-09-24T02:40:25.406" v="1108"/>
          <ac:spMkLst>
            <pc:docMk/>
            <pc:sldMk cId="1132282165" sldId="379"/>
            <ac:spMk id="3" creationId="{B857C51D-C6D1-174E-242C-A79172AAD020}"/>
          </ac:spMkLst>
        </pc:spChg>
        <pc:picChg chg="add mod ord">
          <ac:chgData name="Michael Aristodemou" userId="8f856845a52b247d" providerId="LiveId" clId="{C154C21A-E434-4F66-B5AD-9BF8E6CFD023}" dt="2026-09-24T02:40:30.675" v="1110" actId="1076"/>
          <ac:picMkLst>
            <pc:docMk/>
            <pc:sldMk cId="1132282165" sldId="379"/>
            <ac:picMk id="5" creationId="{BD3FD746-0C65-6A24-8C26-6C04B9C5EBFD}"/>
          </ac:picMkLst>
        </pc:picChg>
      </pc:sldChg>
      <pc:sldChg chg="delSp modSp new mod">
        <pc:chgData name="Michael Aristodemou" userId="8f856845a52b247d" providerId="LiveId" clId="{C154C21A-E434-4F66-B5AD-9BF8E6CFD023}" dt="2026-09-24T02:41:50.911" v="1240" actId="1076"/>
        <pc:sldMkLst>
          <pc:docMk/>
          <pc:sldMk cId="484502406" sldId="380"/>
        </pc:sldMkLst>
        <pc:spChg chg="mod">
          <ac:chgData name="Michael Aristodemou" userId="8f856845a52b247d" providerId="LiveId" clId="{C154C21A-E434-4F66-B5AD-9BF8E6CFD023}" dt="2026-09-24T02:41:50.911" v="1240" actId="1076"/>
          <ac:spMkLst>
            <pc:docMk/>
            <pc:sldMk cId="484502406" sldId="380"/>
            <ac:spMk id="2" creationId="{3CF12D58-96EF-E196-B0C7-7D7686D98C9E}"/>
          </ac:spMkLst>
        </pc:spChg>
        <pc:spChg chg="del">
          <ac:chgData name="Michael Aristodemou" userId="8f856845a52b247d" providerId="LiveId" clId="{C154C21A-E434-4F66-B5AD-9BF8E6CFD023}" dt="2026-09-24T02:41:46.395" v="1239" actId="478"/>
          <ac:spMkLst>
            <pc:docMk/>
            <pc:sldMk cId="484502406" sldId="380"/>
            <ac:spMk id="3" creationId="{D0084AAE-97B9-75F4-4F4C-D9D6902E0EE3}"/>
          </ac:spMkLst>
        </pc:spChg>
      </pc:sldChg>
    </pc:docChg>
  </pc:docChgLst>
  <pc:docChgLst>
    <pc:chgData name="Michael Aristodemou" userId="8f856845a52b247d" providerId="LiveId" clId="{9B00AFCF-B802-464E-AF44-A44E735D0D35}"/>
    <pc:docChg chg="undo custSel addSld delSld modSld sldOrd">
      <pc:chgData name="Michael Aristodemou" userId="8f856845a52b247d" providerId="LiveId" clId="{9B00AFCF-B802-464E-AF44-A44E735D0D35}" dt="2026-09-25T08:13:40.998" v="7981" actId="6549"/>
      <pc:docMkLst>
        <pc:docMk/>
      </pc:docMkLst>
      <pc:sldChg chg="modSp mod">
        <pc:chgData name="Michael Aristodemou" userId="8f856845a52b247d" providerId="LiveId" clId="{9B00AFCF-B802-464E-AF44-A44E735D0D35}" dt="2026-09-23T08:26:41.657" v="6962" actId="1076"/>
        <pc:sldMkLst>
          <pc:docMk/>
          <pc:sldMk cId="2870236714" sldId="311"/>
        </pc:sldMkLst>
        <pc:picChg chg="mod">
          <ac:chgData name="Michael Aristodemou" userId="8f856845a52b247d" providerId="LiveId" clId="{9B00AFCF-B802-464E-AF44-A44E735D0D35}" dt="2026-09-23T08:26:41.657" v="6962" actId="1076"/>
          <ac:picMkLst>
            <pc:docMk/>
            <pc:sldMk cId="2870236714" sldId="311"/>
            <ac:picMk id="15" creationId="{9DF468E7-5952-3FB9-1C0A-F1FBA3876257}"/>
          </ac:picMkLst>
        </pc:picChg>
      </pc:sldChg>
      <pc:sldChg chg="modNotesTx">
        <pc:chgData name="Michael Aristodemou" userId="8f856845a52b247d" providerId="LiveId" clId="{9B00AFCF-B802-464E-AF44-A44E735D0D35}" dt="2026-09-23T08:33:28.892" v="7177" actId="20577"/>
        <pc:sldMkLst>
          <pc:docMk/>
          <pc:sldMk cId="1666381783" sldId="315"/>
        </pc:sldMkLst>
      </pc:sldChg>
      <pc:sldChg chg="addSp delSp modSp mod ord">
        <pc:chgData name="Michael Aristodemou" userId="8f856845a52b247d" providerId="LiveId" clId="{9B00AFCF-B802-464E-AF44-A44E735D0D35}" dt="2026-09-23T14:20:53.306" v="7397" actId="1076"/>
        <pc:sldMkLst>
          <pc:docMk/>
          <pc:sldMk cId="1967701720" sldId="319"/>
        </pc:sldMkLst>
        <pc:spChg chg="mod">
          <ac:chgData name="Michael Aristodemou" userId="8f856845a52b247d" providerId="LiveId" clId="{9B00AFCF-B802-464E-AF44-A44E735D0D35}" dt="2026-09-23T14:20:50.374" v="7396" actId="1076"/>
          <ac:spMkLst>
            <pc:docMk/>
            <pc:sldMk cId="1967701720" sldId="319"/>
            <ac:spMk id="2" creationId="{88E4ABB7-70D1-021A-A35B-428580B94C3F}"/>
          </ac:spMkLst>
        </pc:spChg>
        <pc:spChg chg="mod">
          <ac:chgData name="Michael Aristodemou" userId="8f856845a52b247d" providerId="LiveId" clId="{9B00AFCF-B802-464E-AF44-A44E735D0D35}" dt="2026-09-23T14:20:53.306" v="7397" actId="1076"/>
          <ac:spMkLst>
            <pc:docMk/>
            <pc:sldMk cId="1967701720" sldId="319"/>
            <ac:spMk id="5" creationId="{891074C0-08DA-246D-C35A-11B1D9FC8D58}"/>
          </ac:spMkLst>
        </pc:spChg>
        <pc:picChg chg="add mod ord">
          <ac:chgData name="Michael Aristodemou" userId="8f856845a52b247d" providerId="LiveId" clId="{9B00AFCF-B802-464E-AF44-A44E735D0D35}" dt="2026-09-23T14:17:45.077" v="7395" actId="1076"/>
          <ac:picMkLst>
            <pc:docMk/>
            <pc:sldMk cId="1967701720" sldId="319"/>
            <ac:picMk id="4" creationId="{10BDDA6A-F6D3-9DB6-E405-29BCAC336C68}"/>
          </ac:picMkLst>
        </pc:picChg>
      </pc:sldChg>
      <pc:sldChg chg="delSp modSp new mod">
        <pc:chgData name="Michael Aristodemou" userId="8f856845a52b247d" providerId="LiveId" clId="{9B00AFCF-B802-464E-AF44-A44E735D0D35}" dt="2026-09-23T12:55:29.814" v="7241" actId="20577"/>
        <pc:sldMkLst>
          <pc:docMk/>
          <pc:sldMk cId="608774578" sldId="355"/>
        </pc:sldMkLst>
        <pc:spChg chg="mod">
          <ac:chgData name="Michael Aristodemou" userId="8f856845a52b247d" providerId="LiveId" clId="{9B00AFCF-B802-464E-AF44-A44E735D0D35}" dt="2026-09-23T12:55:29.814" v="7241" actId="20577"/>
          <ac:spMkLst>
            <pc:docMk/>
            <pc:sldMk cId="608774578" sldId="355"/>
            <ac:spMk id="2" creationId="{BF72AD4E-2CB9-1460-5A90-FE874378FE0A}"/>
          </ac:spMkLst>
        </pc:spChg>
      </pc:sldChg>
      <pc:sldChg chg="addSp delSp modSp new mod">
        <pc:chgData name="Michael Aristodemou" userId="8f856845a52b247d" providerId="LiveId" clId="{9B00AFCF-B802-464E-AF44-A44E735D0D35}" dt="2026-09-23T12:57:43.771" v="7253" actId="1076"/>
        <pc:sldMkLst>
          <pc:docMk/>
          <pc:sldMk cId="2231074329" sldId="356"/>
        </pc:sldMkLst>
        <pc:picChg chg="add mod">
          <ac:chgData name="Michael Aristodemou" userId="8f856845a52b247d" providerId="LiveId" clId="{9B00AFCF-B802-464E-AF44-A44E735D0D35}" dt="2026-09-23T12:57:43.771" v="7253" actId="1076"/>
          <ac:picMkLst>
            <pc:docMk/>
            <pc:sldMk cId="2231074329" sldId="356"/>
            <ac:picMk id="5" creationId="{E01AADF8-79BE-9D57-914E-5CA5DEF3F246}"/>
          </ac:picMkLst>
        </pc:picChg>
      </pc:sldChg>
      <pc:sldChg chg="new">
        <pc:chgData name="Michael Aristodemou" userId="8f856845a52b247d" providerId="LiveId" clId="{9B00AFCF-B802-464E-AF44-A44E735D0D35}" dt="2026-09-23T13:01:59.396" v="7254" actId="680"/>
        <pc:sldMkLst>
          <pc:docMk/>
          <pc:sldMk cId="3716450632" sldId="357"/>
        </pc:sldMkLst>
      </pc:sldChg>
      <pc:sldChg chg="addSp delSp modSp new mod">
        <pc:chgData name="Michael Aristodemou" userId="8f856845a52b247d" providerId="LiveId" clId="{9B00AFCF-B802-464E-AF44-A44E735D0D35}" dt="2026-09-23T13:13:14.325" v="7356" actId="20577"/>
        <pc:sldMkLst>
          <pc:docMk/>
          <pc:sldMk cId="976253718" sldId="358"/>
        </pc:sldMkLst>
        <pc:spChg chg="mod">
          <ac:chgData name="Michael Aristodemou" userId="8f856845a52b247d" providerId="LiveId" clId="{9B00AFCF-B802-464E-AF44-A44E735D0D35}" dt="2026-09-23T13:13:14.325" v="7356" actId="20577"/>
          <ac:spMkLst>
            <pc:docMk/>
            <pc:sldMk cId="976253718" sldId="358"/>
            <ac:spMk id="2" creationId="{ECE3E541-9BE4-58B6-138C-B3D89A172264}"/>
          </ac:spMkLst>
        </pc:spChg>
      </pc:sldChg>
      <pc:sldChg chg="modNotesTx">
        <pc:chgData name="Michael Aristodemou" userId="8f856845a52b247d" providerId="LiveId" clId="{9B00AFCF-B802-464E-AF44-A44E735D0D35}" dt="2026-09-25T08:13:40.998" v="7981" actId="6549"/>
        <pc:sldMkLst>
          <pc:docMk/>
          <pc:sldMk cId="1450844767" sldId="361"/>
        </pc:sldMkLst>
      </pc:sldChg>
      <pc:sldChg chg="modNotesTx">
        <pc:chgData name="Michael Aristodemou" userId="8f856845a52b247d" providerId="LiveId" clId="{9B00AFCF-B802-464E-AF44-A44E735D0D35}" dt="2026-09-25T08:13:23.254" v="7977" actId="113"/>
        <pc:sldMkLst>
          <pc:docMk/>
          <pc:sldMk cId="979887841" sldId="363"/>
        </pc:sldMkLst>
      </pc:sldChg>
      <pc:sldChg chg="modNotesTx">
        <pc:chgData name="Michael Aristodemou" userId="8f856845a52b247d" providerId="LiveId" clId="{9B00AFCF-B802-464E-AF44-A44E735D0D35}" dt="2026-09-25T08:13:31.565" v="7979" actId="20577"/>
        <pc:sldMkLst>
          <pc:docMk/>
          <pc:sldMk cId="3565348181" sldId="364"/>
        </pc:sldMkLst>
      </pc:sldChg>
      <pc:sldChg chg="del">
        <pc:chgData name="Michael Aristodemou" userId="8f856845a52b247d" providerId="LiveId" clId="{9B00AFCF-B802-464E-AF44-A44E735D0D35}" dt="2026-09-24T08:13:55.205" v="7649" actId="47"/>
        <pc:sldMkLst>
          <pc:docMk/>
          <pc:sldMk cId="4001293738" sldId="366"/>
        </pc:sldMkLst>
      </pc:sldChg>
      <pc:sldChg chg="addSp delSp mod">
        <pc:chgData name="Michael Aristodemou" userId="8f856845a52b247d" providerId="LiveId" clId="{9B00AFCF-B802-464E-AF44-A44E735D0D35}" dt="2026-09-24T07:42:47.750" v="7399" actId="22"/>
        <pc:sldMkLst>
          <pc:docMk/>
          <pc:sldMk cId="1347373737" sldId="375"/>
        </pc:sldMkLst>
        <pc:picChg chg="add del">
          <ac:chgData name="Michael Aristodemou" userId="8f856845a52b247d" providerId="LiveId" clId="{9B00AFCF-B802-464E-AF44-A44E735D0D35}" dt="2026-09-24T07:42:47.750" v="7399" actId="22"/>
          <ac:picMkLst>
            <pc:docMk/>
            <pc:sldMk cId="1347373737" sldId="375"/>
            <ac:picMk id="3" creationId="{C892A5A2-C88A-AA2B-E2AE-3DD00899BF5D}"/>
          </ac:picMkLst>
        </pc:picChg>
      </pc:sldChg>
      <pc:sldChg chg="modSp mod">
        <pc:chgData name="Michael Aristodemou" userId="8f856845a52b247d" providerId="LiveId" clId="{9B00AFCF-B802-464E-AF44-A44E735D0D35}" dt="2026-09-24T08:37:19.473" v="7669" actId="20577"/>
        <pc:sldMkLst>
          <pc:docMk/>
          <pc:sldMk cId="484502406" sldId="380"/>
        </pc:sldMkLst>
        <pc:spChg chg="mod">
          <ac:chgData name="Michael Aristodemou" userId="8f856845a52b247d" providerId="LiveId" clId="{9B00AFCF-B802-464E-AF44-A44E735D0D35}" dt="2026-09-24T08:37:19.473" v="7669" actId="20577"/>
          <ac:spMkLst>
            <pc:docMk/>
            <pc:sldMk cId="484502406" sldId="380"/>
            <ac:spMk id="2" creationId="{3CF12D58-96EF-E196-B0C7-7D7686D98C9E}"/>
          </ac:spMkLst>
        </pc:spChg>
      </pc:sldChg>
      <pc:sldChg chg="addSp delSp modSp new mod">
        <pc:chgData name="Michael Aristodemou" userId="8f856845a52b247d" providerId="LiveId" clId="{9B00AFCF-B802-464E-AF44-A44E735D0D35}" dt="2026-09-24T07:43:11.140" v="7469" actId="1076"/>
        <pc:sldMkLst>
          <pc:docMk/>
          <pc:sldMk cId="3252131190" sldId="381"/>
        </pc:sldMkLst>
        <pc:spChg chg="mod">
          <ac:chgData name="Michael Aristodemou" userId="8f856845a52b247d" providerId="LiveId" clId="{9B00AFCF-B802-464E-AF44-A44E735D0D35}" dt="2026-09-24T07:43:06.275" v="7467" actId="20577"/>
          <ac:spMkLst>
            <pc:docMk/>
            <pc:sldMk cId="3252131190" sldId="381"/>
            <ac:spMk id="2" creationId="{1768E60F-4AC5-1B97-48A9-A5838A5F6F6D}"/>
          </ac:spMkLst>
        </pc:spChg>
        <pc:spChg chg="del">
          <ac:chgData name="Michael Aristodemou" userId="8f856845a52b247d" providerId="LiveId" clId="{9B00AFCF-B802-464E-AF44-A44E735D0D35}" dt="2026-09-24T07:42:53.271" v="7401" actId="22"/>
          <ac:spMkLst>
            <pc:docMk/>
            <pc:sldMk cId="3252131190" sldId="381"/>
            <ac:spMk id="3" creationId="{A6201F65-1EE8-5282-10BB-FBFACEFAEB47}"/>
          </ac:spMkLst>
        </pc:spChg>
        <pc:picChg chg="add mod">
          <ac:chgData name="Michael Aristodemou" userId="8f856845a52b247d" providerId="LiveId" clId="{9B00AFCF-B802-464E-AF44-A44E735D0D35}" dt="2026-09-24T07:43:11.140" v="7469" actId="1076"/>
          <ac:picMkLst>
            <pc:docMk/>
            <pc:sldMk cId="3252131190" sldId="381"/>
            <ac:picMk id="5" creationId="{C7F11779-FE05-C975-1DC5-BF0E14ABEECE}"/>
          </ac:picMkLst>
        </pc:picChg>
      </pc:sldChg>
      <pc:sldChg chg="delSp modSp new mod">
        <pc:chgData name="Michael Aristodemou" userId="8f856845a52b247d" providerId="LiveId" clId="{9B00AFCF-B802-464E-AF44-A44E735D0D35}" dt="2026-09-24T07:54:10.883" v="7538" actId="20577"/>
        <pc:sldMkLst>
          <pc:docMk/>
          <pc:sldMk cId="2305371592" sldId="382"/>
        </pc:sldMkLst>
        <pc:spChg chg="mod">
          <ac:chgData name="Michael Aristodemou" userId="8f856845a52b247d" providerId="LiveId" clId="{9B00AFCF-B802-464E-AF44-A44E735D0D35}" dt="2026-09-24T07:54:10.883" v="7538" actId="20577"/>
          <ac:spMkLst>
            <pc:docMk/>
            <pc:sldMk cId="2305371592" sldId="382"/>
            <ac:spMk id="2" creationId="{CC911E67-20B7-A4C3-11EB-DE530991989C}"/>
          </ac:spMkLst>
        </pc:spChg>
        <pc:spChg chg="del">
          <ac:chgData name="Michael Aristodemou" userId="8f856845a52b247d" providerId="LiveId" clId="{9B00AFCF-B802-464E-AF44-A44E735D0D35}" dt="2026-09-24T07:53:56.854" v="7517" actId="478"/>
          <ac:spMkLst>
            <pc:docMk/>
            <pc:sldMk cId="2305371592" sldId="382"/>
            <ac:spMk id="3" creationId="{79378015-2CD7-E46D-D2F8-C4260AB6CBA0}"/>
          </ac:spMkLst>
        </pc:spChg>
      </pc:sldChg>
      <pc:sldChg chg="addSp delSp modSp new mod ord">
        <pc:chgData name="Michael Aristodemou" userId="8f856845a52b247d" providerId="LiveId" clId="{9B00AFCF-B802-464E-AF44-A44E735D0D35}" dt="2026-09-24T07:56:31.213" v="7646"/>
        <pc:sldMkLst>
          <pc:docMk/>
          <pc:sldMk cId="152053363" sldId="383"/>
        </pc:sldMkLst>
        <pc:spChg chg="mod">
          <ac:chgData name="Michael Aristodemou" userId="8f856845a52b247d" providerId="LiveId" clId="{9B00AFCF-B802-464E-AF44-A44E735D0D35}" dt="2026-09-24T07:55:55.343" v="7640" actId="1076"/>
          <ac:spMkLst>
            <pc:docMk/>
            <pc:sldMk cId="152053363" sldId="383"/>
            <ac:spMk id="2" creationId="{50C7AFA3-5C6E-9F54-AEF0-4FA2F58CC462}"/>
          </ac:spMkLst>
        </pc:spChg>
        <pc:spChg chg="del">
          <ac:chgData name="Michael Aristodemou" userId="8f856845a52b247d" providerId="LiveId" clId="{9B00AFCF-B802-464E-AF44-A44E735D0D35}" dt="2026-09-24T07:55:47.074" v="7639" actId="478"/>
          <ac:spMkLst>
            <pc:docMk/>
            <pc:sldMk cId="152053363" sldId="383"/>
            <ac:spMk id="3" creationId="{F6237F87-3ACC-DA77-13D4-6C79C2DEF263}"/>
          </ac:spMkLst>
        </pc:spChg>
        <pc:picChg chg="add del">
          <ac:chgData name="Michael Aristodemou" userId="8f856845a52b247d" providerId="LiveId" clId="{9B00AFCF-B802-464E-AF44-A44E735D0D35}" dt="2026-09-24T07:56:19.672" v="7642" actId="22"/>
          <ac:picMkLst>
            <pc:docMk/>
            <pc:sldMk cId="152053363" sldId="383"/>
            <ac:picMk id="5" creationId="{2682034E-A5E3-6938-7B4C-36A4FF767E49}"/>
          </ac:picMkLst>
        </pc:picChg>
      </pc:sldChg>
      <pc:sldChg chg="addSp new mod ord">
        <pc:chgData name="Michael Aristodemou" userId="8f856845a52b247d" providerId="LiveId" clId="{9B00AFCF-B802-464E-AF44-A44E735D0D35}" dt="2026-09-24T07:56:33.602" v="7648"/>
        <pc:sldMkLst>
          <pc:docMk/>
          <pc:sldMk cId="297600422" sldId="384"/>
        </pc:sldMkLst>
        <pc:picChg chg="add">
          <ac:chgData name="Michael Aristodemou" userId="8f856845a52b247d" providerId="LiveId" clId="{9B00AFCF-B802-464E-AF44-A44E735D0D35}" dt="2026-09-24T07:56:23.406" v="7644" actId="22"/>
          <ac:picMkLst>
            <pc:docMk/>
            <pc:sldMk cId="297600422" sldId="384"/>
            <ac:picMk id="5" creationId="{FFCB517A-072B-2A64-D4EE-D69A87BDDC11}"/>
          </ac:picMkLst>
        </pc:picChg>
      </pc:sldChg>
      <pc:sldChg chg="delSp modSp new mod">
        <pc:chgData name="Michael Aristodemou" userId="8f856845a52b247d" providerId="LiveId" clId="{9B00AFCF-B802-464E-AF44-A44E735D0D35}" dt="2026-09-24T08:55:48.897" v="7675" actId="122"/>
        <pc:sldMkLst>
          <pc:docMk/>
          <pc:sldMk cId="1744251087" sldId="385"/>
        </pc:sldMkLst>
        <pc:spChg chg="mod">
          <ac:chgData name="Michael Aristodemou" userId="8f856845a52b247d" providerId="LiveId" clId="{9B00AFCF-B802-464E-AF44-A44E735D0D35}" dt="2026-09-24T08:55:48.897" v="7675" actId="122"/>
          <ac:spMkLst>
            <pc:docMk/>
            <pc:sldMk cId="1744251087" sldId="385"/>
            <ac:spMk id="2" creationId="{018399AD-1123-D340-9C88-EC7776B43762}"/>
          </ac:spMkLst>
        </pc:spChg>
        <pc:spChg chg="del">
          <ac:chgData name="Michael Aristodemou" userId="8f856845a52b247d" providerId="LiveId" clId="{9B00AFCF-B802-464E-AF44-A44E735D0D35}" dt="2026-09-24T08:55:16.888" v="7672" actId="478"/>
          <ac:spMkLst>
            <pc:docMk/>
            <pc:sldMk cId="1744251087" sldId="385"/>
            <ac:spMk id="3" creationId="{7BE23701-F6C1-B282-9088-83EE94CD81B4}"/>
          </ac:spMkLst>
        </pc:spChg>
      </pc:sldChg>
      <pc:sldChg chg="addSp delSp modSp new mod">
        <pc:chgData name="Michael Aristodemou" userId="8f856845a52b247d" providerId="LiveId" clId="{9B00AFCF-B802-464E-AF44-A44E735D0D35}" dt="2026-09-24T09:38:36.286" v="7937" actId="20577"/>
        <pc:sldMkLst>
          <pc:docMk/>
          <pc:sldMk cId="3624629663" sldId="386"/>
        </pc:sldMkLst>
        <pc:spChg chg="mod">
          <ac:chgData name="Michael Aristodemou" userId="8f856845a52b247d" providerId="LiveId" clId="{9B00AFCF-B802-464E-AF44-A44E735D0D35}" dt="2026-09-24T09:32:55.696" v="7704" actId="20577"/>
          <ac:spMkLst>
            <pc:docMk/>
            <pc:sldMk cId="3624629663" sldId="386"/>
            <ac:spMk id="2" creationId="{E0127147-55C9-4C15-7D61-4727403225FD}"/>
          </ac:spMkLst>
        </pc:spChg>
        <pc:spChg chg="mod">
          <ac:chgData name="Michael Aristodemou" userId="8f856845a52b247d" providerId="LiveId" clId="{9B00AFCF-B802-464E-AF44-A44E735D0D35}" dt="2026-09-24T09:38:36.286" v="7937" actId="20577"/>
          <ac:spMkLst>
            <pc:docMk/>
            <pc:sldMk cId="3624629663" sldId="386"/>
            <ac:spMk id="3" creationId="{0326654D-F181-94F6-F113-48637BA18709}"/>
          </ac:spMkLst>
        </pc:spChg>
        <pc:picChg chg="add del mod">
          <ac:chgData name="Michael Aristodemou" userId="8f856845a52b247d" providerId="LiveId" clId="{9B00AFCF-B802-464E-AF44-A44E735D0D35}" dt="2026-09-24T09:38:17.368" v="7927" actId="478"/>
          <ac:picMkLst>
            <pc:docMk/>
            <pc:sldMk cId="3624629663" sldId="386"/>
            <ac:picMk id="5" creationId="{5E55050C-E899-AFE7-7EC7-6EC07B40288F}"/>
          </ac:picMkLst>
        </pc:picChg>
        <pc:picChg chg="add mod">
          <ac:chgData name="Michael Aristodemou" userId="8f856845a52b247d" providerId="LiveId" clId="{9B00AFCF-B802-464E-AF44-A44E735D0D35}" dt="2026-09-24T09:38:32.679" v="7932" actId="1076"/>
          <ac:picMkLst>
            <pc:docMk/>
            <pc:sldMk cId="3624629663" sldId="386"/>
            <ac:picMk id="7" creationId="{9AF1F097-F6A2-DF64-B48A-078FF5F28F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3097A-5B02-46CD-80DA-DB175CC6E96B}" type="datetimeFigureOut">
              <a:rPr lang="en-CH" smtClean="0"/>
              <a:t>25.09.2026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820292-1CE7-4EA0-B18B-88DA866A7021}" type="slidenum">
              <a:rPr lang="en-CH" smtClean="0"/>
              <a:t>‹#›</a:t>
            </a:fld>
            <a:endParaRPr lang="en-CH"/>
          </a:p>
        </p:txBody>
      </p:sp>
    </p:spTree>
    <p:extLst>
      <p:ext uri="{BB962C8B-B14F-4D97-AF65-F5344CB8AC3E}">
        <p14:creationId xmlns:p14="http://schemas.microsoft.com/office/powerpoint/2010/main" val="963845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examples of ideas: (1) variables; (2) measurement occasions; (3) populations; (4) design; (5) interventions; (6) </a:t>
            </a:r>
            <a:endParaRPr lang="en-CH" dirty="0"/>
          </a:p>
        </p:txBody>
      </p:sp>
      <p:sp>
        <p:nvSpPr>
          <p:cNvPr id="4" name="Slide Number Placeholder 3"/>
          <p:cNvSpPr>
            <a:spLocks noGrp="1"/>
          </p:cNvSpPr>
          <p:nvPr>
            <p:ph type="sldNum" sz="quarter" idx="5"/>
          </p:nvPr>
        </p:nvSpPr>
        <p:spPr/>
        <p:txBody>
          <a:bodyPr/>
          <a:lstStyle/>
          <a:p>
            <a:fld id="{E6820292-1CE7-4EA0-B18B-88DA866A7021}" type="slidenum">
              <a:rPr lang="en-CH" smtClean="0"/>
              <a:t>2</a:t>
            </a:fld>
            <a:endParaRPr lang="en-CH"/>
          </a:p>
        </p:txBody>
      </p:sp>
    </p:spTree>
    <p:extLst>
      <p:ext uri="{BB962C8B-B14F-4D97-AF65-F5344CB8AC3E}">
        <p14:creationId xmlns:p14="http://schemas.microsoft.com/office/powerpoint/2010/main" val="2865800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820292-1CE7-4EA0-B18B-88DA866A7021}" type="slidenum">
              <a:rPr lang="en-CH" smtClean="0"/>
              <a:t>11</a:t>
            </a:fld>
            <a:endParaRPr lang="en-CH"/>
          </a:p>
        </p:txBody>
      </p:sp>
    </p:spTree>
    <p:extLst>
      <p:ext uri="{BB962C8B-B14F-4D97-AF65-F5344CB8AC3E}">
        <p14:creationId xmlns:p14="http://schemas.microsoft.com/office/powerpoint/2010/main" val="255656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E6820292-1CE7-4EA0-B18B-88DA866A7021}" type="slidenum">
              <a:rPr lang="en-CH" smtClean="0"/>
              <a:t>12</a:t>
            </a:fld>
            <a:endParaRPr lang="en-CH"/>
          </a:p>
        </p:txBody>
      </p:sp>
    </p:spTree>
    <p:extLst>
      <p:ext uri="{BB962C8B-B14F-4D97-AF65-F5344CB8AC3E}">
        <p14:creationId xmlns:p14="http://schemas.microsoft.com/office/powerpoint/2010/main" val="1524599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Added as an explanation for students:</a:t>
            </a:r>
          </a:p>
          <a:p>
            <a:pPr rtl="0"/>
            <a:r>
              <a:rPr lang="en-US" dirty="0"/>
              <a:t>Think of 100 small things that nudge Albert's mood each week: sleep, his </a:t>
            </a:r>
            <a:r>
              <a:rPr lang="en-US" dirty="0" err="1"/>
              <a:t>flatmate</a:t>
            </a:r>
            <a:r>
              <a:rPr lang="en-US" dirty="0"/>
              <a:t>, the weather, work, a phone call… Each one on its own is lopsided. Most weeks it does nothing; now and then it lands a blow. Say each has a 1-in-10 chance of hitting him in a given week.</a:t>
            </a:r>
          </a:p>
          <a:p>
            <a:pPr rtl="0"/>
            <a:r>
              <a:rPr lang="en-US" dirty="0"/>
              <a:t>With one influence, the week is either fine or a blow, and the picture is completely lopsided. With 100, something different happens: </a:t>
            </a:r>
            <a:r>
              <a:rPr lang="en-US" i="1" dirty="0"/>
              <a:t>every</a:t>
            </a:r>
            <a:r>
              <a:rPr lang="en-US" dirty="0"/>
              <a:t> week a few of them hit. On average about 10, usually somewhere between 5 and 15. Hardly ever 0, hardly ever 25.</a:t>
            </a:r>
          </a:p>
          <a:p>
            <a:pPr rtl="0"/>
            <a:r>
              <a:rPr lang="en-US" dirty="0"/>
              <a:t>So, a week's shock is really asking </a:t>
            </a:r>
            <a:r>
              <a:rPr lang="en-US" i="1" dirty="0"/>
              <a:t>how many</a:t>
            </a:r>
            <a:r>
              <a:rPr lang="en-US" dirty="0"/>
              <a:t> of the 100 hit this time. That count bunches up around its typical value and thins out evenly on both sides, because there are many ways to get an ordinary week and very few ways to get an extreme one. Everything would have to go wrong at once, or right at once.</a:t>
            </a:r>
          </a:p>
          <a:p>
            <a:pPr rtl="0"/>
            <a:r>
              <a:rPr lang="en-US" dirty="0"/>
              <a:t>The lopsidedness of each single influence gets outnumbered. The </a:t>
            </a:r>
            <a:r>
              <a:rPr lang="en-US" b="1" dirty="0"/>
              <a:t>sum</a:t>
            </a:r>
            <a:r>
              <a:rPr lang="en-US" dirty="0"/>
              <a:t> comes out bell-shaped, even though none of its parts is. That's the central limit theorem.</a:t>
            </a:r>
          </a:p>
          <a:p>
            <a:endParaRPr lang="en-US" dirty="0"/>
          </a:p>
        </p:txBody>
      </p:sp>
      <p:sp>
        <p:nvSpPr>
          <p:cNvPr id="4" name="Slide Number Placeholder 3"/>
          <p:cNvSpPr>
            <a:spLocks noGrp="1"/>
          </p:cNvSpPr>
          <p:nvPr>
            <p:ph type="sldNum" sz="quarter" idx="5"/>
          </p:nvPr>
        </p:nvSpPr>
        <p:spPr/>
        <p:txBody>
          <a:bodyPr/>
          <a:lstStyle/>
          <a:p>
            <a:fld id="{E6820292-1CE7-4EA0-B18B-88DA866A7021}" type="slidenum">
              <a:rPr lang="en-CH" smtClean="0"/>
              <a:t>14</a:t>
            </a:fld>
            <a:endParaRPr lang="en-CH"/>
          </a:p>
        </p:txBody>
      </p:sp>
    </p:spTree>
    <p:extLst>
      <p:ext uri="{BB962C8B-B14F-4D97-AF65-F5344CB8AC3E}">
        <p14:creationId xmlns:p14="http://schemas.microsoft.com/office/powerpoint/2010/main" val="918802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14F4F-466D-CA67-CB81-4D89986EA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D7DA8-F8B9-9A5E-5EF8-7E363E7CF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1B3F2B-325E-9E55-A7BD-993E63C598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Added as an explanation for students:</a:t>
            </a:r>
            <a:endParaRPr lang="en-US" dirty="0"/>
          </a:p>
          <a:p>
            <a:pPr rtl="0"/>
            <a:r>
              <a:rPr lang="en-US" dirty="0"/>
              <a:t>Think of 100 small things that nudge Albert's mood each week: sleep, his </a:t>
            </a:r>
            <a:r>
              <a:rPr lang="en-US" dirty="0" err="1"/>
              <a:t>flatmate</a:t>
            </a:r>
            <a:r>
              <a:rPr lang="en-US" dirty="0"/>
              <a:t>, the weather, work, a phone call… Each one on its own is lopsided. Most weeks it does nothing; now and then it lands a blow. Say each has a 1-in-10 chance of hitting him in a given week.</a:t>
            </a:r>
          </a:p>
          <a:p>
            <a:pPr rtl="0"/>
            <a:r>
              <a:rPr lang="en-US" dirty="0"/>
              <a:t>With one influence, the week is either fine or a blow, and the picture is completely lopsided. With 100, something different happens: </a:t>
            </a:r>
            <a:r>
              <a:rPr lang="en-US" i="1" dirty="0"/>
              <a:t>every</a:t>
            </a:r>
            <a:r>
              <a:rPr lang="en-US" dirty="0"/>
              <a:t> week a few of them hit. On average about 10, usually somewhere between 5 and 15. Hardly ever 0, hardly ever 25.</a:t>
            </a:r>
          </a:p>
          <a:p>
            <a:pPr rtl="0"/>
            <a:r>
              <a:rPr lang="en-US" dirty="0"/>
              <a:t>So a week's shock is really asking </a:t>
            </a:r>
            <a:r>
              <a:rPr lang="en-US" i="1" dirty="0"/>
              <a:t>how many</a:t>
            </a:r>
            <a:r>
              <a:rPr lang="en-US" dirty="0"/>
              <a:t> of the 100 hit this time. That count bunches up around its typical value and thins out evenly on both sides, because there are many ways to get an ordinary week and very few ways to get an extreme one. Everything would have to go wrong at once, or right at once.</a:t>
            </a:r>
          </a:p>
          <a:p>
            <a:pPr rtl="0"/>
            <a:r>
              <a:rPr lang="en-US" dirty="0"/>
              <a:t>The lopsidedness of each single influence gets outnumbered. The </a:t>
            </a:r>
            <a:r>
              <a:rPr lang="en-US" b="1" dirty="0"/>
              <a:t>sum</a:t>
            </a:r>
            <a:r>
              <a:rPr lang="en-US" dirty="0"/>
              <a:t> comes out bell-shaped, even though none of its parts is. That's the central limit theorem.</a:t>
            </a:r>
          </a:p>
          <a:p>
            <a:endParaRPr lang="en-US" dirty="0"/>
          </a:p>
        </p:txBody>
      </p:sp>
      <p:sp>
        <p:nvSpPr>
          <p:cNvPr id="4" name="Slide Number Placeholder 3">
            <a:extLst>
              <a:ext uri="{FF2B5EF4-FFF2-40B4-BE49-F238E27FC236}">
                <a16:creationId xmlns:a16="http://schemas.microsoft.com/office/drawing/2014/main" id="{1710856B-5139-B069-692C-F0A7826E4A23}"/>
              </a:ext>
            </a:extLst>
          </p:cNvPr>
          <p:cNvSpPr>
            <a:spLocks noGrp="1"/>
          </p:cNvSpPr>
          <p:nvPr>
            <p:ph type="sldNum" sz="quarter" idx="5"/>
          </p:nvPr>
        </p:nvSpPr>
        <p:spPr/>
        <p:txBody>
          <a:bodyPr/>
          <a:lstStyle/>
          <a:p>
            <a:fld id="{E6820292-1CE7-4EA0-B18B-88DA866A7021}" type="slidenum">
              <a:rPr lang="en-CH" smtClean="0"/>
              <a:t>15</a:t>
            </a:fld>
            <a:endParaRPr lang="en-CH"/>
          </a:p>
        </p:txBody>
      </p:sp>
    </p:spTree>
    <p:extLst>
      <p:ext uri="{BB962C8B-B14F-4D97-AF65-F5344CB8AC3E}">
        <p14:creationId xmlns:p14="http://schemas.microsoft.com/office/powerpoint/2010/main" val="614162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F8937-40A9-F5C2-9429-57F400C92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A0000-673D-73A4-E01C-7F2EEC5D1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02C44-48AB-B1CC-F81F-D7750A7BE7AC}"/>
              </a:ext>
            </a:extLst>
          </p:cNvPr>
          <p:cNvSpPr>
            <a:spLocks noGrp="1"/>
          </p:cNvSpPr>
          <p:nvPr>
            <p:ph type="body" idx="1"/>
          </p:nvPr>
        </p:nvSpPr>
        <p:spPr/>
        <p:txBody>
          <a:bodyPr/>
          <a:lstStyle/>
          <a:p>
            <a:pPr rtl="0"/>
            <a:r>
              <a:rPr lang="en-US" b="1" dirty="0"/>
              <a:t>Added as an explanation for students:</a:t>
            </a:r>
          </a:p>
          <a:p>
            <a:pPr rtl="0"/>
            <a:r>
              <a:rPr lang="en-US" dirty="0"/>
              <a:t>Think of 100 small things that nudge Albert's mood each week: sleep, his </a:t>
            </a:r>
            <a:r>
              <a:rPr lang="en-US" dirty="0" err="1"/>
              <a:t>flatmate</a:t>
            </a:r>
            <a:r>
              <a:rPr lang="en-US" dirty="0"/>
              <a:t>, the weather, work, a phone call… Each one on its own is lopsided. Most weeks it does nothing; now and then it lands a blow. Say each has a 1-in-10 chance of hitting him in a given week.</a:t>
            </a:r>
          </a:p>
          <a:p>
            <a:pPr rtl="0"/>
            <a:r>
              <a:rPr lang="en-US" dirty="0"/>
              <a:t>With one influence, the week is either fine or a blow, and the picture is completely lopsided. With 100, something different happens: </a:t>
            </a:r>
            <a:r>
              <a:rPr lang="en-US" i="1" dirty="0"/>
              <a:t>every</a:t>
            </a:r>
            <a:r>
              <a:rPr lang="en-US" dirty="0"/>
              <a:t> week a few of them hit. On average about 10, usually somewhere between 5 and 15. Hardly ever 0, hardly ever 25.</a:t>
            </a:r>
          </a:p>
          <a:p>
            <a:pPr rtl="0"/>
            <a:r>
              <a:rPr lang="en-US" dirty="0"/>
              <a:t>So, a week's shock is really asking </a:t>
            </a:r>
            <a:r>
              <a:rPr lang="en-US" i="1" dirty="0"/>
              <a:t>how many</a:t>
            </a:r>
            <a:r>
              <a:rPr lang="en-US" dirty="0"/>
              <a:t> of the 100 hit this time. That count bunches up around its typical value and thins out evenly on both sides, because there are many ways to get an ordinary week and very few ways to get an extreme one. Everything would have to go wrong at once, or right at once.</a:t>
            </a:r>
          </a:p>
          <a:p>
            <a:pPr rtl="0"/>
            <a:r>
              <a:rPr lang="en-US" dirty="0"/>
              <a:t>The lopsidedness of each single influence gets outnumbered. The </a:t>
            </a:r>
            <a:r>
              <a:rPr lang="en-US" b="1" dirty="0"/>
              <a:t>sum</a:t>
            </a:r>
            <a:r>
              <a:rPr lang="en-US" dirty="0"/>
              <a:t> comes out bell-shaped, even though none of its parts is. That's the central limit theorem.</a:t>
            </a:r>
          </a:p>
          <a:p>
            <a:endParaRPr lang="en-US" dirty="0"/>
          </a:p>
        </p:txBody>
      </p:sp>
      <p:sp>
        <p:nvSpPr>
          <p:cNvPr id="4" name="Slide Number Placeholder 3">
            <a:extLst>
              <a:ext uri="{FF2B5EF4-FFF2-40B4-BE49-F238E27FC236}">
                <a16:creationId xmlns:a16="http://schemas.microsoft.com/office/drawing/2014/main" id="{708029BD-2175-9EDB-CAA4-2DFD162E73C5}"/>
              </a:ext>
            </a:extLst>
          </p:cNvPr>
          <p:cNvSpPr>
            <a:spLocks noGrp="1"/>
          </p:cNvSpPr>
          <p:nvPr>
            <p:ph type="sldNum" sz="quarter" idx="5"/>
          </p:nvPr>
        </p:nvSpPr>
        <p:spPr/>
        <p:txBody>
          <a:bodyPr/>
          <a:lstStyle/>
          <a:p>
            <a:fld id="{E6820292-1CE7-4EA0-B18B-88DA866A7021}" type="slidenum">
              <a:rPr lang="en-CH" smtClean="0"/>
              <a:t>16</a:t>
            </a:fld>
            <a:endParaRPr lang="en-CH"/>
          </a:p>
        </p:txBody>
      </p:sp>
    </p:spTree>
    <p:extLst>
      <p:ext uri="{BB962C8B-B14F-4D97-AF65-F5344CB8AC3E}">
        <p14:creationId xmlns:p14="http://schemas.microsoft.com/office/powerpoint/2010/main" val="3340460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820292-1CE7-4EA0-B18B-88DA866A7021}" type="slidenum">
              <a:rPr lang="en-CH" smtClean="0"/>
              <a:t>19</a:t>
            </a:fld>
            <a:endParaRPr lang="en-CH"/>
          </a:p>
        </p:txBody>
      </p:sp>
    </p:spTree>
    <p:extLst>
      <p:ext uri="{BB962C8B-B14F-4D97-AF65-F5344CB8AC3E}">
        <p14:creationId xmlns:p14="http://schemas.microsoft.com/office/powerpoint/2010/main" val="1782446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820292-1CE7-4EA0-B18B-88DA866A7021}" type="slidenum">
              <a:rPr lang="en-CH" smtClean="0"/>
              <a:t>30</a:t>
            </a:fld>
            <a:endParaRPr lang="en-CH"/>
          </a:p>
        </p:txBody>
      </p:sp>
    </p:spTree>
    <p:extLst>
      <p:ext uri="{BB962C8B-B14F-4D97-AF65-F5344CB8AC3E}">
        <p14:creationId xmlns:p14="http://schemas.microsoft.com/office/powerpoint/2010/main" val="2932966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820292-1CE7-4EA0-B18B-88DA866A7021}" type="slidenum">
              <a:rPr lang="en-CH" smtClean="0"/>
              <a:t>31</a:t>
            </a:fld>
            <a:endParaRPr lang="en-CH"/>
          </a:p>
        </p:txBody>
      </p:sp>
    </p:spTree>
    <p:extLst>
      <p:ext uri="{BB962C8B-B14F-4D97-AF65-F5344CB8AC3E}">
        <p14:creationId xmlns:p14="http://schemas.microsoft.com/office/powerpoint/2010/main" val="407467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96AD2-746A-DA7F-A69E-2D63B46E0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D3A30988-F4D0-8234-DBA8-B6BD9408C9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012C1990-2B4F-36D5-69D2-2D19648262F5}"/>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5" name="Footer Placeholder 4">
            <a:extLst>
              <a:ext uri="{FF2B5EF4-FFF2-40B4-BE49-F238E27FC236}">
                <a16:creationId xmlns:a16="http://schemas.microsoft.com/office/drawing/2014/main" id="{12F8B009-22E5-9367-DAD8-23375D2953FA}"/>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3BFAC355-466D-C55C-85CA-7D142DA67BCB}"/>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1287545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AB3C8-5671-0847-294F-A4EFB97F8022}"/>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ABE1D9B5-65D0-4F22-F753-0FE4D455E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B82E21C8-3D44-BE2B-8292-76B58B6E0B65}"/>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5" name="Footer Placeholder 4">
            <a:extLst>
              <a:ext uri="{FF2B5EF4-FFF2-40B4-BE49-F238E27FC236}">
                <a16:creationId xmlns:a16="http://schemas.microsoft.com/office/drawing/2014/main" id="{02C79D60-3B97-8536-AEA9-144BD6565B1F}"/>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961F44FE-41D5-731D-E8B2-D01C6C755043}"/>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42537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F29B-9642-3CB0-A461-073C1593D5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97B876A3-5FB6-7B00-DA07-FB9C87177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27A3BB-6D14-33F9-B97C-CCC315238F36}"/>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5" name="Footer Placeholder 4">
            <a:extLst>
              <a:ext uri="{FF2B5EF4-FFF2-40B4-BE49-F238E27FC236}">
                <a16:creationId xmlns:a16="http://schemas.microsoft.com/office/drawing/2014/main" id="{C9C10AD9-29E1-0867-DA4E-8D5953BEC2A0}"/>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236CD028-3649-4D2C-AF71-9E070EFDC4F2}"/>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107981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77064-FED7-80D5-D390-2A607A4C72D5}"/>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CDF6619B-77ED-336B-1300-2B65EEADB8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280A0467-1BFB-E93F-CDA4-4CBD1FC6B8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8051E70E-F7B2-83B6-DBAC-E6B90268C33C}"/>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6" name="Footer Placeholder 5">
            <a:extLst>
              <a:ext uri="{FF2B5EF4-FFF2-40B4-BE49-F238E27FC236}">
                <a16:creationId xmlns:a16="http://schemas.microsoft.com/office/drawing/2014/main" id="{45719775-9A55-9728-BA84-41F08B4F4112}"/>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95DA77FB-038C-FBAD-F4CE-E9C8F3144C7F}"/>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1342298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A0027-90E7-486A-B576-2B39072C6A03}"/>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00A95E2B-0EE8-8CB6-DA2C-25610D594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32EF8F-56DB-E91F-50A5-1383F12436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7583D1E9-3A92-7C23-8695-34E306D592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460E1A-73B0-6548-DE61-D445BBD636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86665BB9-ADB9-6123-00DA-180BF938B6CF}"/>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8" name="Footer Placeholder 7">
            <a:extLst>
              <a:ext uri="{FF2B5EF4-FFF2-40B4-BE49-F238E27FC236}">
                <a16:creationId xmlns:a16="http://schemas.microsoft.com/office/drawing/2014/main" id="{E0C7AE19-C0EC-87C7-CBA7-003E7EB9F057}"/>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7C0ABB44-18D3-DE84-23C5-84A20ED084F8}"/>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2495117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E0C20-4F5C-4D60-565A-3E29EC2B6EB0}"/>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24E0A2BA-096F-263D-BC99-D454AFC88774}"/>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4" name="Footer Placeholder 3">
            <a:extLst>
              <a:ext uri="{FF2B5EF4-FFF2-40B4-BE49-F238E27FC236}">
                <a16:creationId xmlns:a16="http://schemas.microsoft.com/office/drawing/2014/main" id="{6F9F1AAD-993E-B1E5-B8A6-87086716854B}"/>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A7C1A3DC-568A-B866-0D85-560B47433B32}"/>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3868493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D782DD-13BD-CE9B-51DA-51F1D29F8B31}"/>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3" name="Footer Placeholder 2">
            <a:extLst>
              <a:ext uri="{FF2B5EF4-FFF2-40B4-BE49-F238E27FC236}">
                <a16:creationId xmlns:a16="http://schemas.microsoft.com/office/drawing/2014/main" id="{CA7EB8F7-B2AA-4026-1FE8-2916DEFEC96E}"/>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3D8C0DE3-E171-68C4-CD4A-4D20C1C0431F}"/>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2816659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F4E2C-2589-C356-BEB9-79A6DD2B1A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C01864E7-8E42-C967-EA9F-1E8B8A22F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29EDF957-26C3-A32E-1957-AE99C569CA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ED22D2-2DB8-8877-DAD9-FB0447BD0F64}"/>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6" name="Footer Placeholder 5">
            <a:extLst>
              <a:ext uri="{FF2B5EF4-FFF2-40B4-BE49-F238E27FC236}">
                <a16:creationId xmlns:a16="http://schemas.microsoft.com/office/drawing/2014/main" id="{01631A43-3873-701F-7224-31688B524A08}"/>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339868AD-8922-554B-7225-7962259072DA}"/>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805974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5C89-18B9-19D9-A4EA-F75C7CED3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FC1D0EA4-B81C-70C5-3E05-D00B570001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E4AF26AE-81AC-6566-1E39-4D28C6925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0470E-9CEC-09FA-684A-8FCCBE0DBDD5}"/>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6" name="Footer Placeholder 5">
            <a:extLst>
              <a:ext uri="{FF2B5EF4-FFF2-40B4-BE49-F238E27FC236}">
                <a16:creationId xmlns:a16="http://schemas.microsoft.com/office/drawing/2014/main" id="{87AE6D97-C4BB-8E97-1B1C-10E06B1D1FE2}"/>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62B8641F-56A9-3502-40AF-C3FD892D135B}"/>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3149635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B5B3-E142-87AC-2698-61092A26DE19}"/>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FEBB1FA0-5DEA-4C20-380E-17AE617503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213D9556-B45B-0F83-41B7-92E56C1087A4}"/>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5" name="Footer Placeholder 4">
            <a:extLst>
              <a:ext uri="{FF2B5EF4-FFF2-40B4-BE49-F238E27FC236}">
                <a16:creationId xmlns:a16="http://schemas.microsoft.com/office/drawing/2014/main" id="{E3C7DE88-7B79-8092-FDD6-4917898A5180}"/>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4EB8B55E-96D6-F0E7-15F0-8B9E0116FD1B}"/>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856363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6BF4B7-FD4A-A66E-3D48-BF067C6C80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EA25FDF3-406C-BCC6-3B26-76D5231644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ED020A16-8498-1153-AEAB-7B8BCB38BC4C}"/>
              </a:ext>
            </a:extLst>
          </p:cNvPr>
          <p:cNvSpPr>
            <a:spLocks noGrp="1"/>
          </p:cNvSpPr>
          <p:nvPr>
            <p:ph type="dt" sz="half" idx="10"/>
          </p:nvPr>
        </p:nvSpPr>
        <p:spPr/>
        <p:txBody>
          <a:bodyPr/>
          <a:lstStyle/>
          <a:p>
            <a:fld id="{13EB9067-CA54-44B5-82AF-286EC9AD8FE7}" type="datetimeFigureOut">
              <a:rPr lang="en-CH" smtClean="0"/>
              <a:t>25.09.2026</a:t>
            </a:fld>
            <a:endParaRPr lang="en-CH"/>
          </a:p>
        </p:txBody>
      </p:sp>
      <p:sp>
        <p:nvSpPr>
          <p:cNvPr id="5" name="Footer Placeholder 4">
            <a:extLst>
              <a:ext uri="{FF2B5EF4-FFF2-40B4-BE49-F238E27FC236}">
                <a16:creationId xmlns:a16="http://schemas.microsoft.com/office/drawing/2014/main" id="{4F542B88-9A32-0AE4-74B4-101426599932}"/>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F505218D-26C2-0685-0E96-0670D7195C35}"/>
              </a:ext>
            </a:extLst>
          </p:cNvPr>
          <p:cNvSpPr>
            <a:spLocks noGrp="1"/>
          </p:cNvSpPr>
          <p:nvPr>
            <p:ph type="sldNum" sz="quarter" idx="12"/>
          </p:nvPr>
        </p:nvSpPr>
        <p:spPr/>
        <p:txBody>
          <a:bodyPr/>
          <a:lstStyle/>
          <a:p>
            <a:fld id="{33CF2DDB-73D8-4B2D-905D-39AA37EEE3BA}" type="slidenum">
              <a:rPr lang="en-CH" smtClean="0"/>
              <a:t>‹#›</a:t>
            </a:fld>
            <a:endParaRPr lang="en-CH"/>
          </a:p>
        </p:txBody>
      </p:sp>
    </p:spTree>
    <p:extLst>
      <p:ext uri="{BB962C8B-B14F-4D97-AF65-F5344CB8AC3E}">
        <p14:creationId xmlns:p14="http://schemas.microsoft.com/office/powerpoint/2010/main" val="2454628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F91D56-815D-6D87-7C66-CA70342413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BBDB0037-6241-12E8-584F-774E633395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10B56B0E-01AD-337A-1037-42B7F3E724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EB9067-CA54-44B5-82AF-286EC9AD8FE7}" type="datetimeFigureOut">
              <a:rPr lang="en-CH" smtClean="0"/>
              <a:t>25.09.2026</a:t>
            </a:fld>
            <a:endParaRPr lang="en-CH"/>
          </a:p>
        </p:txBody>
      </p:sp>
      <p:sp>
        <p:nvSpPr>
          <p:cNvPr id="5" name="Footer Placeholder 4">
            <a:extLst>
              <a:ext uri="{FF2B5EF4-FFF2-40B4-BE49-F238E27FC236}">
                <a16:creationId xmlns:a16="http://schemas.microsoft.com/office/drawing/2014/main" id="{EC918CB9-A65F-2DF8-40F5-75AFA6A0F3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847E0909-EA66-8B0B-870F-C875DDBB74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CF2DDB-73D8-4B2D-905D-39AA37EEE3BA}" type="slidenum">
              <a:rPr lang="en-CH" smtClean="0"/>
              <a:t>‹#›</a:t>
            </a:fld>
            <a:endParaRPr lang="en-CH"/>
          </a:p>
        </p:txBody>
      </p:sp>
    </p:spTree>
    <p:extLst>
      <p:ext uri="{BB962C8B-B14F-4D97-AF65-F5344CB8AC3E}">
        <p14:creationId xmlns:p14="http://schemas.microsoft.com/office/powerpoint/2010/main" val="1572685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seeing-theory.brown.edu/probability-distributions/index.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osf.io/preprints/psyarxiv/4q9ex_v4"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diagram of a graph&#10;&#10;AI-generated content may be incorrect.">
            <a:extLst>
              <a:ext uri="{FF2B5EF4-FFF2-40B4-BE49-F238E27FC236}">
                <a16:creationId xmlns:a16="http://schemas.microsoft.com/office/drawing/2014/main" id="{9DF468E7-5952-3FB9-1C0A-F1FBA3876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83184" y="-116878"/>
            <a:ext cx="6858000" cy="6858000"/>
          </a:xfrm>
          <a:prstGeom prst="rect">
            <a:avLst/>
          </a:prstGeom>
        </p:spPr>
      </p:pic>
      <p:sp>
        <p:nvSpPr>
          <p:cNvPr id="8" name="Title 7">
            <a:extLst>
              <a:ext uri="{FF2B5EF4-FFF2-40B4-BE49-F238E27FC236}">
                <a16:creationId xmlns:a16="http://schemas.microsoft.com/office/drawing/2014/main" id="{99C5BDDE-E792-D662-11ED-B539CDE8D9B8}"/>
              </a:ext>
            </a:extLst>
          </p:cNvPr>
          <p:cNvSpPr>
            <a:spLocks noGrp="1"/>
          </p:cNvSpPr>
          <p:nvPr>
            <p:ph type="title"/>
          </p:nvPr>
        </p:nvSpPr>
        <p:spPr>
          <a:xfrm>
            <a:off x="4298667" y="3011276"/>
            <a:ext cx="7038567" cy="1325563"/>
          </a:xfrm>
        </p:spPr>
        <p:txBody>
          <a:bodyPr>
            <a:normAutofit/>
          </a:bodyPr>
          <a:lstStyle/>
          <a:p>
            <a:r>
              <a:rPr lang="en-US" dirty="0"/>
              <a:t>Dynamic Systems Thinking for</a:t>
            </a:r>
            <a:br>
              <a:rPr lang="en-US" dirty="0"/>
            </a:br>
            <a:r>
              <a:rPr lang="en-US" dirty="0"/>
              <a:t>Psychologists</a:t>
            </a:r>
            <a:endParaRPr lang="en-CH" dirty="0"/>
          </a:p>
        </p:txBody>
      </p:sp>
      <p:sp>
        <p:nvSpPr>
          <p:cNvPr id="12" name="Subtitle 2">
            <a:extLst>
              <a:ext uri="{FF2B5EF4-FFF2-40B4-BE49-F238E27FC236}">
                <a16:creationId xmlns:a16="http://schemas.microsoft.com/office/drawing/2014/main" id="{7AFEA554-F0BA-D7F7-B944-98D22D32361C}"/>
              </a:ext>
            </a:extLst>
          </p:cNvPr>
          <p:cNvSpPr txBox="1">
            <a:spLocks/>
          </p:cNvSpPr>
          <p:nvPr/>
        </p:nvSpPr>
        <p:spPr>
          <a:xfrm>
            <a:off x="4298667" y="4475435"/>
            <a:ext cx="5505449"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D0D0D"/>
                </a:solidFill>
              </a:rPr>
              <a:t>Michael E. Aristodemou</a:t>
            </a:r>
            <a:endParaRPr lang="en-CH" sz="2000" dirty="0">
              <a:solidFill>
                <a:srgbClr val="0D0D0D"/>
              </a:solidFill>
            </a:endParaRPr>
          </a:p>
        </p:txBody>
      </p:sp>
      <p:sp>
        <p:nvSpPr>
          <p:cNvPr id="13" name="TextBox 12">
            <a:extLst>
              <a:ext uri="{FF2B5EF4-FFF2-40B4-BE49-F238E27FC236}">
                <a16:creationId xmlns:a16="http://schemas.microsoft.com/office/drawing/2014/main" id="{60D532BA-56D8-DE29-EAC6-D83F61E5EFE6}"/>
              </a:ext>
            </a:extLst>
          </p:cNvPr>
          <p:cNvSpPr txBox="1"/>
          <p:nvPr/>
        </p:nvSpPr>
        <p:spPr>
          <a:xfrm>
            <a:off x="4298667" y="4854471"/>
            <a:ext cx="4399722" cy="369332"/>
          </a:xfrm>
          <a:prstGeom prst="rect">
            <a:avLst/>
          </a:prstGeom>
          <a:noFill/>
        </p:spPr>
        <p:txBody>
          <a:bodyPr wrap="square" rtlCol="0">
            <a:spAutoFit/>
          </a:bodyPr>
          <a:lstStyle/>
          <a:p>
            <a:r>
              <a:rPr lang="en-US" dirty="0">
                <a:solidFill>
                  <a:srgbClr val="0D0D0D"/>
                </a:solidFill>
              </a:rPr>
              <a:t>michael.aristodemou@psychologie.uzh.ch</a:t>
            </a:r>
            <a:endParaRPr lang="en-CH" dirty="0">
              <a:solidFill>
                <a:srgbClr val="0D0D0D"/>
              </a:solidFill>
            </a:endParaRPr>
          </a:p>
        </p:txBody>
      </p:sp>
      <p:sp>
        <p:nvSpPr>
          <p:cNvPr id="2" name="TextBox 1">
            <a:extLst>
              <a:ext uri="{FF2B5EF4-FFF2-40B4-BE49-F238E27FC236}">
                <a16:creationId xmlns:a16="http://schemas.microsoft.com/office/drawing/2014/main" id="{3C917886-7CE4-F53C-5E08-88CF04E485EA}"/>
              </a:ext>
            </a:extLst>
          </p:cNvPr>
          <p:cNvSpPr txBox="1"/>
          <p:nvPr/>
        </p:nvSpPr>
        <p:spPr>
          <a:xfrm>
            <a:off x="4298667" y="5418173"/>
            <a:ext cx="4214191" cy="369332"/>
          </a:xfrm>
          <a:prstGeom prst="rect">
            <a:avLst/>
          </a:prstGeom>
          <a:noFill/>
        </p:spPr>
        <p:txBody>
          <a:bodyPr wrap="square" rtlCol="0">
            <a:spAutoFit/>
          </a:bodyPr>
          <a:lstStyle/>
          <a:p>
            <a:r>
              <a:rPr lang="en-GB" dirty="0">
                <a:solidFill>
                  <a:srgbClr val="FF0000"/>
                </a:solidFill>
              </a:rPr>
              <a:t>Lecture 2</a:t>
            </a:r>
            <a:r>
              <a:rPr lang="en-US" dirty="0">
                <a:solidFill>
                  <a:srgbClr val="FF0000"/>
                </a:solidFill>
              </a:rPr>
              <a:t>: General Linear Model</a:t>
            </a:r>
            <a:endParaRPr lang="en-CH" dirty="0">
              <a:solidFill>
                <a:srgbClr val="FF0000"/>
              </a:solidFill>
            </a:endParaRPr>
          </a:p>
        </p:txBody>
      </p:sp>
    </p:spTree>
    <p:extLst>
      <p:ext uri="{BB962C8B-B14F-4D97-AF65-F5344CB8AC3E}">
        <p14:creationId xmlns:p14="http://schemas.microsoft.com/office/powerpoint/2010/main" val="287023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C3A2-685C-E3D8-1FC1-1A4226FCB48F}"/>
              </a:ext>
            </a:extLst>
          </p:cNvPr>
          <p:cNvSpPr>
            <a:spLocks noGrp="1"/>
          </p:cNvSpPr>
          <p:nvPr>
            <p:ph type="title"/>
          </p:nvPr>
        </p:nvSpPr>
        <p:spPr/>
        <p:txBody>
          <a:bodyPr/>
          <a:lstStyle/>
          <a:p>
            <a:r>
              <a:rPr lang="en-US" dirty="0"/>
              <a:t>We have (now not so little) Albert going to therapy</a:t>
            </a:r>
            <a:endParaRPr lang="en-CH" dirty="0"/>
          </a:p>
        </p:txBody>
      </p:sp>
      <p:sp>
        <p:nvSpPr>
          <p:cNvPr id="3" name="Content Placeholder 2">
            <a:extLst>
              <a:ext uri="{FF2B5EF4-FFF2-40B4-BE49-F238E27FC236}">
                <a16:creationId xmlns:a16="http://schemas.microsoft.com/office/drawing/2014/main" id="{E48BC006-3716-A9C7-C35C-E0FEF9A62F31}"/>
              </a:ext>
            </a:extLst>
          </p:cNvPr>
          <p:cNvSpPr>
            <a:spLocks noGrp="1"/>
          </p:cNvSpPr>
          <p:nvPr>
            <p:ph idx="1"/>
          </p:nvPr>
        </p:nvSpPr>
        <p:spPr/>
        <p:txBody>
          <a:bodyPr/>
          <a:lstStyle/>
          <a:p>
            <a:r>
              <a:rPr lang="en-US" dirty="0"/>
              <a:t>We did a diagnostic interview and found the main complaint to be mood.</a:t>
            </a:r>
          </a:p>
          <a:p>
            <a:r>
              <a:rPr lang="en-US" dirty="0"/>
              <a:t>21 weeks of therapy.</a:t>
            </a:r>
          </a:p>
          <a:p>
            <a:r>
              <a:rPr lang="en-US" dirty="0"/>
              <a:t>We need to set up a study to find out more information about his progress.</a:t>
            </a:r>
          </a:p>
          <a:p>
            <a:r>
              <a:rPr lang="en-US" b="1" dirty="0">
                <a:solidFill>
                  <a:srgbClr val="0070C0"/>
                </a:solidFill>
              </a:rPr>
              <a:t>What do we need?</a:t>
            </a:r>
            <a:endParaRPr lang="en-CH" b="1" dirty="0">
              <a:solidFill>
                <a:srgbClr val="0070C0"/>
              </a:solidFill>
            </a:endParaRPr>
          </a:p>
        </p:txBody>
      </p:sp>
      <p:pic>
        <p:nvPicPr>
          <p:cNvPr id="5" name="Graphic 4" descr="Group of men with solid fill">
            <a:extLst>
              <a:ext uri="{FF2B5EF4-FFF2-40B4-BE49-F238E27FC236}">
                <a16:creationId xmlns:a16="http://schemas.microsoft.com/office/drawing/2014/main" id="{0C12E7CC-9802-2A70-BF57-3A3202AFF6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75738" y="4652352"/>
            <a:ext cx="1840523" cy="1840523"/>
          </a:xfrm>
          <a:prstGeom prst="rect">
            <a:avLst/>
          </a:prstGeom>
        </p:spPr>
      </p:pic>
    </p:spTree>
    <p:extLst>
      <p:ext uri="{BB962C8B-B14F-4D97-AF65-F5344CB8AC3E}">
        <p14:creationId xmlns:p14="http://schemas.microsoft.com/office/powerpoint/2010/main" val="1666381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664A-A061-BD38-7F0D-B88BDEC09EDB}"/>
              </a:ext>
            </a:extLst>
          </p:cNvPr>
          <p:cNvSpPr>
            <a:spLocks noGrp="1"/>
          </p:cNvSpPr>
          <p:nvPr>
            <p:ph type="title"/>
          </p:nvPr>
        </p:nvSpPr>
        <p:spPr/>
        <p:txBody>
          <a:bodyPr/>
          <a:lstStyle/>
          <a:p>
            <a:r>
              <a:rPr lang="en-US"/>
              <a:t>Great ideas, but we don’t have money…</a:t>
            </a:r>
            <a:endParaRPr lang="en-CH" dirty="0"/>
          </a:p>
        </p:txBody>
      </p:sp>
      <p:sp>
        <p:nvSpPr>
          <p:cNvPr id="3" name="Content Placeholder 2">
            <a:extLst>
              <a:ext uri="{FF2B5EF4-FFF2-40B4-BE49-F238E27FC236}">
                <a16:creationId xmlns:a16="http://schemas.microsoft.com/office/drawing/2014/main" id="{D724491D-2889-FE56-B310-04880A51D6CB}"/>
              </a:ext>
            </a:extLst>
          </p:cNvPr>
          <p:cNvSpPr>
            <a:spLocks noGrp="1"/>
          </p:cNvSpPr>
          <p:nvPr>
            <p:ph idx="1"/>
          </p:nvPr>
        </p:nvSpPr>
        <p:spPr>
          <a:xfrm>
            <a:off x="838200" y="1825625"/>
            <a:ext cx="10515600" cy="1257209"/>
          </a:xfrm>
        </p:spPr>
        <p:txBody>
          <a:bodyPr/>
          <a:lstStyle/>
          <a:p>
            <a:r>
              <a:rPr lang="en-US" b="1" dirty="0"/>
              <a:t>Measures:</a:t>
            </a:r>
            <a:r>
              <a:rPr lang="en-US" dirty="0"/>
              <a:t> affect (continuous scale; 0 - 100)</a:t>
            </a:r>
          </a:p>
          <a:p>
            <a:r>
              <a:rPr lang="en-US" b="1" dirty="0"/>
              <a:t>Time interval: </a:t>
            </a:r>
            <a:r>
              <a:rPr lang="en-US" dirty="0"/>
              <a:t>once every 7 days at 12:00 p.m.</a:t>
            </a:r>
          </a:p>
          <a:p>
            <a:endParaRPr lang="en-US" dirty="0"/>
          </a:p>
          <a:p>
            <a:endParaRPr lang="en-US" dirty="0"/>
          </a:p>
          <a:p>
            <a:endParaRPr lang="en-CH" dirty="0"/>
          </a:p>
        </p:txBody>
      </p:sp>
      <p:pic>
        <p:nvPicPr>
          <p:cNvPr id="5" name="Graphic 4" descr="Smart Phone with solid fill">
            <a:extLst>
              <a:ext uri="{FF2B5EF4-FFF2-40B4-BE49-F238E27FC236}">
                <a16:creationId xmlns:a16="http://schemas.microsoft.com/office/drawing/2014/main" id="{6701BCCC-39D2-7D38-E3F1-02D96A695C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3637052" y="4108510"/>
            <a:ext cx="1583285" cy="1583285"/>
          </a:xfrm>
          <a:prstGeom prst="rect">
            <a:avLst/>
          </a:prstGeom>
        </p:spPr>
      </p:pic>
      <p:pic>
        <p:nvPicPr>
          <p:cNvPr id="7" name="Graphic 6" descr="Worried face with solid fill with solid fill">
            <a:extLst>
              <a:ext uri="{FF2B5EF4-FFF2-40B4-BE49-F238E27FC236}">
                <a16:creationId xmlns:a16="http://schemas.microsoft.com/office/drawing/2014/main" id="{0D65A8F1-A68F-0CB2-072F-A2C58BF47C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8215" y="4410623"/>
            <a:ext cx="1101969" cy="1101969"/>
          </a:xfrm>
          <a:prstGeom prst="rect">
            <a:avLst/>
          </a:prstGeom>
        </p:spPr>
      </p:pic>
      <p:pic>
        <p:nvPicPr>
          <p:cNvPr id="9" name="Graphic 8" descr="Daily calendar with solid fill">
            <a:extLst>
              <a:ext uri="{FF2B5EF4-FFF2-40B4-BE49-F238E27FC236}">
                <a16:creationId xmlns:a16="http://schemas.microsoft.com/office/drawing/2014/main" id="{6A518571-B4F7-E214-8DF4-8FBBBEE710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18062" y="4226411"/>
            <a:ext cx="1465384" cy="1465384"/>
          </a:xfrm>
          <a:prstGeom prst="rect">
            <a:avLst/>
          </a:prstGeom>
        </p:spPr>
      </p:pic>
    </p:spTree>
    <p:extLst>
      <p:ext uri="{BB962C8B-B14F-4D97-AF65-F5344CB8AC3E}">
        <p14:creationId xmlns:p14="http://schemas.microsoft.com/office/powerpoint/2010/main" val="2768380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6C28-E68C-5FEA-4F9F-11215C1C293B}"/>
              </a:ext>
            </a:extLst>
          </p:cNvPr>
          <p:cNvSpPr>
            <a:spLocks noGrp="1"/>
          </p:cNvSpPr>
          <p:nvPr>
            <p:ph type="title"/>
          </p:nvPr>
        </p:nvSpPr>
        <p:spPr>
          <a:xfrm>
            <a:off x="838200" y="2766218"/>
            <a:ext cx="10515600" cy="1325563"/>
          </a:xfrm>
        </p:spPr>
        <p:txBody>
          <a:bodyPr/>
          <a:lstStyle/>
          <a:p>
            <a:r>
              <a:rPr lang="en-US" dirty="0"/>
              <a:t>We need to convince people to give us money</a:t>
            </a:r>
            <a:endParaRPr lang="en-CH" dirty="0"/>
          </a:p>
        </p:txBody>
      </p:sp>
    </p:spTree>
    <p:extLst>
      <p:ext uri="{BB962C8B-B14F-4D97-AF65-F5344CB8AC3E}">
        <p14:creationId xmlns:p14="http://schemas.microsoft.com/office/powerpoint/2010/main" val="3243295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42B46-E442-0417-636F-E7FF7EF0C69C}"/>
              </a:ext>
            </a:extLst>
          </p:cNvPr>
          <p:cNvSpPr>
            <a:spLocks noGrp="1"/>
          </p:cNvSpPr>
          <p:nvPr>
            <p:ph type="title"/>
          </p:nvPr>
        </p:nvSpPr>
        <p:spPr>
          <a:xfrm>
            <a:off x="838200" y="495754"/>
            <a:ext cx="10515600" cy="1325563"/>
          </a:xfrm>
        </p:spPr>
        <p:txBody>
          <a:bodyPr/>
          <a:lstStyle/>
          <a:p>
            <a:r>
              <a:rPr lang="en-US" dirty="0"/>
              <a:t>Let’s imagine the shape of change</a:t>
            </a:r>
            <a:endParaRPr lang="en-CH" dirty="0"/>
          </a:p>
        </p:txBody>
      </p:sp>
      <p:cxnSp>
        <p:nvCxnSpPr>
          <p:cNvPr id="5" name="Straight Connector 4">
            <a:extLst>
              <a:ext uri="{FF2B5EF4-FFF2-40B4-BE49-F238E27FC236}">
                <a16:creationId xmlns:a16="http://schemas.microsoft.com/office/drawing/2014/main" id="{D95C5BAB-0DF3-DF45-5A15-1337F1ED54DB}"/>
              </a:ext>
            </a:extLst>
          </p:cNvPr>
          <p:cNvCxnSpPr>
            <a:cxnSpLocks/>
          </p:cNvCxnSpPr>
          <p:nvPr/>
        </p:nvCxnSpPr>
        <p:spPr>
          <a:xfrm>
            <a:off x="2758918" y="1803044"/>
            <a:ext cx="0" cy="4294386"/>
          </a:xfrm>
          <a:prstGeom prst="line">
            <a:avLst/>
          </a:prstGeom>
          <a:ln w="57150">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E9AA83E-6F4A-4A33-09E4-DA53A146A532}"/>
              </a:ext>
            </a:extLst>
          </p:cNvPr>
          <p:cNvCxnSpPr/>
          <p:nvPr/>
        </p:nvCxnSpPr>
        <p:spPr>
          <a:xfrm>
            <a:off x="2758918" y="6073531"/>
            <a:ext cx="6365965" cy="0"/>
          </a:xfrm>
          <a:prstGeom prst="line">
            <a:avLst/>
          </a:prstGeom>
          <a:ln w="57150">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BD41A7D-D033-97E6-047C-1220E880D338}"/>
              </a:ext>
            </a:extLst>
          </p:cNvPr>
          <p:cNvSpPr txBox="1"/>
          <p:nvPr/>
        </p:nvSpPr>
        <p:spPr>
          <a:xfrm>
            <a:off x="4753180" y="6207875"/>
            <a:ext cx="2377440" cy="523220"/>
          </a:xfrm>
          <a:prstGeom prst="rect">
            <a:avLst/>
          </a:prstGeom>
          <a:noFill/>
        </p:spPr>
        <p:txBody>
          <a:bodyPr wrap="square" rtlCol="0">
            <a:spAutoFit/>
          </a:bodyPr>
          <a:lstStyle/>
          <a:p>
            <a:pPr algn="ctr"/>
            <a:r>
              <a:rPr lang="en-US" sz="2800" b="1" dirty="0"/>
              <a:t>Week</a:t>
            </a:r>
            <a:endParaRPr lang="en-CH" sz="2800" b="1" dirty="0"/>
          </a:p>
        </p:txBody>
      </p:sp>
      <p:sp>
        <p:nvSpPr>
          <p:cNvPr id="9" name="TextBox 8">
            <a:extLst>
              <a:ext uri="{FF2B5EF4-FFF2-40B4-BE49-F238E27FC236}">
                <a16:creationId xmlns:a16="http://schemas.microsoft.com/office/drawing/2014/main" id="{CFD6CB2F-9697-A0F3-78A6-D9018EC2677B}"/>
              </a:ext>
            </a:extLst>
          </p:cNvPr>
          <p:cNvSpPr txBox="1"/>
          <p:nvPr/>
        </p:nvSpPr>
        <p:spPr>
          <a:xfrm rot="16200000">
            <a:off x="1165586" y="3688627"/>
            <a:ext cx="2377440" cy="523220"/>
          </a:xfrm>
          <a:prstGeom prst="rect">
            <a:avLst/>
          </a:prstGeom>
          <a:noFill/>
        </p:spPr>
        <p:txBody>
          <a:bodyPr wrap="square" rtlCol="0">
            <a:spAutoFit/>
          </a:bodyPr>
          <a:lstStyle/>
          <a:p>
            <a:pPr algn="ctr"/>
            <a:r>
              <a:rPr lang="en-US" sz="2800" b="1" dirty="0"/>
              <a:t>Affect</a:t>
            </a:r>
            <a:endParaRPr lang="en-CH" sz="2800" b="1" dirty="0"/>
          </a:p>
        </p:txBody>
      </p:sp>
      <p:cxnSp>
        <p:nvCxnSpPr>
          <p:cNvPr id="11" name="Straight Connector 10">
            <a:extLst>
              <a:ext uri="{FF2B5EF4-FFF2-40B4-BE49-F238E27FC236}">
                <a16:creationId xmlns:a16="http://schemas.microsoft.com/office/drawing/2014/main" id="{5E9F8C02-EF6B-1A33-AEC9-79170F3EED6F}"/>
              </a:ext>
            </a:extLst>
          </p:cNvPr>
          <p:cNvCxnSpPr>
            <a:cxnSpLocks/>
          </p:cNvCxnSpPr>
          <p:nvPr/>
        </p:nvCxnSpPr>
        <p:spPr>
          <a:xfrm>
            <a:off x="2758918" y="4086069"/>
            <a:ext cx="6365965" cy="0"/>
          </a:xfrm>
          <a:prstGeom prst="line">
            <a:avLst/>
          </a:prstGeom>
          <a:ln>
            <a:solidFill>
              <a:schemeClr val="tx1">
                <a:lumMod val="95000"/>
                <a:lumOff val="5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7153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2AD4E-2CB9-1460-5A90-FE874378FE0A}"/>
              </a:ext>
            </a:extLst>
          </p:cNvPr>
          <p:cNvSpPr>
            <a:spLocks noGrp="1"/>
          </p:cNvSpPr>
          <p:nvPr>
            <p:ph type="title"/>
          </p:nvPr>
        </p:nvSpPr>
        <p:spPr>
          <a:xfrm>
            <a:off x="838200" y="2766218"/>
            <a:ext cx="10515600" cy="1325563"/>
          </a:xfrm>
        </p:spPr>
        <p:txBody>
          <a:bodyPr/>
          <a:lstStyle/>
          <a:p>
            <a:pPr algn="ctr"/>
            <a:r>
              <a:rPr lang="en-US" dirty="0"/>
              <a:t>The simplest model of change?</a:t>
            </a:r>
            <a:endParaRPr lang="en-CH" dirty="0"/>
          </a:p>
        </p:txBody>
      </p:sp>
    </p:spTree>
    <p:extLst>
      <p:ext uri="{BB962C8B-B14F-4D97-AF65-F5344CB8AC3E}">
        <p14:creationId xmlns:p14="http://schemas.microsoft.com/office/powerpoint/2010/main" val="608774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EF96F-D8A6-A523-D38A-E320F3FC79CD}"/>
              </a:ext>
            </a:extLst>
          </p:cNvPr>
          <p:cNvSpPr>
            <a:spLocks noGrp="1"/>
          </p:cNvSpPr>
          <p:nvPr>
            <p:ph type="title"/>
          </p:nvPr>
        </p:nvSpPr>
        <p:spPr/>
        <p:txBody>
          <a:bodyPr/>
          <a:lstStyle/>
          <a:p>
            <a:r>
              <a:rPr lang="en-US" dirty="0"/>
              <a:t>Simulate data from a linear regression</a:t>
            </a:r>
          </a:p>
        </p:txBody>
      </p:sp>
      <p:sp>
        <p:nvSpPr>
          <p:cNvPr id="3" name="Content Placeholder 2">
            <a:extLst>
              <a:ext uri="{FF2B5EF4-FFF2-40B4-BE49-F238E27FC236}">
                <a16:creationId xmlns:a16="http://schemas.microsoft.com/office/drawing/2014/main" id="{C31F98DD-6E7D-0C16-45C0-0DD0A873B3BC}"/>
              </a:ext>
            </a:extLst>
          </p:cNvPr>
          <p:cNvSpPr>
            <a:spLocks noGrp="1"/>
          </p:cNvSpPr>
          <p:nvPr>
            <p:ph idx="1"/>
          </p:nvPr>
        </p:nvSpPr>
        <p:spPr/>
        <p:txBody>
          <a:bodyPr/>
          <a:lstStyle/>
          <a:p>
            <a:r>
              <a:rPr lang="en-US" dirty="0"/>
              <a:t>21 observations</a:t>
            </a:r>
          </a:p>
          <a:p>
            <a:r>
              <a:rPr lang="en-US" dirty="0"/>
              <a:t>A slope, intercept, and error</a:t>
            </a:r>
          </a:p>
          <a:p>
            <a:r>
              <a:rPr lang="en-US" dirty="0"/>
              <a:t>Use a for loop</a:t>
            </a:r>
          </a:p>
          <a:p>
            <a:r>
              <a:rPr lang="en-US" dirty="0"/>
              <a:t>1 person</a:t>
            </a:r>
          </a:p>
        </p:txBody>
      </p:sp>
    </p:spTree>
    <p:extLst>
      <p:ext uri="{BB962C8B-B14F-4D97-AF65-F5344CB8AC3E}">
        <p14:creationId xmlns:p14="http://schemas.microsoft.com/office/powerpoint/2010/main" val="2757432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1AADF8-79BE-9D57-914E-5CA5DEF3F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6999" cy="6858000"/>
          </a:xfrm>
          <a:prstGeom prst="rect">
            <a:avLst/>
          </a:prstGeom>
        </p:spPr>
      </p:pic>
    </p:spTree>
    <p:extLst>
      <p:ext uri="{BB962C8B-B14F-4D97-AF65-F5344CB8AC3E}">
        <p14:creationId xmlns:p14="http://schemas.microsoft.com/office/powerpoint/2010/main" val="2231074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BDDA6A-F6D3-9DB6-E405-29BCAC336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172" y="1670760"/>
            <a:ext cx="9217151" cy="5187240"/>
          </a:xfrm>
          <a:prstGeom prst="rect">
            <a:avLst/>
          </a:prstGeom>
        </p:spPr>
      </p:pic>
      <p:sp>
        <p:nvSpPr>
          <p:cNvPr id="2" name="Title 1">
            <a:extLst>
              <a:ext uri="{FF2B5EF4-FFF2-40B4-BE49-F238E27FC236}">
                <a16:creationId xmlns:a16="http://schemas.microsoft.com/office/drawing/2014/main" id="{88E4ABB7-70D1-021A-A35B-428580B94C3F}"/>
              </a:ext>
            </a:extLst>
          </p:cNvPr>
          <p:cNvSpPr>
            <a:spLocks noGrp="1"/>
          </p:cNvSpPr>
          <p:nvPr>
            <p:ph type="title"/>
          </p:nvPr>
        </p:nvSpPr>
        <p:spPr>
          <a:xfrm>
            <a:off x="838200" y="0"/>
            <a:ext cx="10515600" cy="1325563"/>
          </a:xfrm>
        </p:spPr>
        <p:txBody>
          <a:bodyPr/>
          <a:lstStyle/>
          <a:p>
            <a:r>
              <a:rPr lang="en-US" dirty="0"/>
              <a:t>A linear model of change</a:t>
            </a:r>
            <a:endParaRPr lang="en-CH"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91074C0-08DA-246D-C35A-11B1D9FC8D58}"/>
                  </a:ext>
                </a:extLst>
              </p:cNvPr>
              <p:cNvSpPr txBox="1"/>
              <p:nvPr/>
            </p:nvSpPr>
            <p:spPr>
              <a:xfrm>
                <a:off x="838200" y="1079341"/>
                <a:ext cx="4661404" cy="492443"/>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𝑀𝑜𝑜𝑑</m:t>
                          </m:r>
                        </m:e>
                        <m:sub>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𝑊𝑒𝑒𝑘</m:t>
                          </m:r>
                        </m:e>
                        <m:sub>
                          <m:r>
                            <a:rPr lang="en-US" sz="3200" b="0" i="1" smtClean="0">
                              <a:latin typeface="Cambria Math" panose="02040503050406030204" pitchFamily="18" charset="0"/>
                            </a:rPr>
                            <m:t>𝑡</m:t>
                          </m:r>
                        </m:sub>
                      </m:sSub>
                    </m:oMath>
                  </m:oMathPara>
                </a14:m>
                <a:endParaRPr lang="en-US" sz="3200" b="0" dirty="0"/>
              </a:p>
            </p:txBody>
          </p:sp>
        </mc:Choice>
        <mc:Fallback xmlns="">
          <p:sp>
            <p:nvSpPr>
              <p:cNvPr id="5" name="TextBox 4">
                <a:extLst>
                  <a:ext uri="{FF2B5EF4-FFF2-40B4-BE49-F238E27FC236}">
                    <a16:creationId xmlns:a16="http://schemas.microsoft.com/office/drawing/2014/main" id="{891074C0-08DA-246D-C35A-11B1D9FC8D58}"/>
                  </a:ext>
                </a:extLst>
              </p:cNvPr>
              <p:cNvSpPr txBox="1">
                <a:spLocks noRot="1" noChangeAspect="1" noMove="1" noResize="1" noEditPoints="1" noAdjustHandles="1" noChangeArrowheads="1" noChangeShapeType="1" noTextEdit="1"/>
              </p:cNvSpPr>
              <p:nvPr/>
            </p:nvSpPr>
            <p:spPr>
              <a:xfrm>
                <a:off x="838200" y="1079341"/>
                <a:ext cx="4661404" cy="492443"/>
              </a:xfrm>
              <a:prstGeom prst="rect">
                <a:avLst/>
              </a:prstGeom>
              <a:blipFill>
                <a:blip r:embed="rId3"/>
                <a:stretch>
                  <a:fillRect/>
                </a:stretch>
              </a:blipFill>
            </p:spPr>
            <p:txBody>
              <a:bodyPr/>
              <a:lstStyle/>
              <a:p>
                <a:r>
                  <a:rPr lang="en-CH">
                    <a:noFill/>
                  </a:rPr>
                  <a:t> </a:t>
                </a:r>
              </a:p>
            </p:txBody>
          </p:sp>
        </mc:Fallback>
      </mc:AlternateContent>
    </p:spTree>
    <p:extLst>
      <p:ext uri="{BB962C8B-B14F-4D97-AF65-F5344CB8AC3E}">
        <p14:creationId xmlns:p14="http://schemas.microsoft.com/office/powerpoint/2010/main" val="1967701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E541-9BE4-58B6-138C-B3D89A172264}"/>
              </a:ext>
            </a:extLst>
          </p:cNvPr>
          <p:cNvSpPr>
            <a:spLocks noGrp="1"/>
          </p:cNvSpPr>
          <p:nvPr>
            <p:ph type="title"/>
          </p:nvPr>
        </p:nvSpPr>
        <p:spPr/>
        <p:txBody>
          <a:bodyPr/>
          <a:lstStyle/>
          <a:p>
            <a:r>
              <a:rPr lang="en-US" dirty="0"/>
              <a:t>What is missing from the linear regression?</a:t>
            </a:r>
            <a:endParaRPr lang="en-CH" dirty="0"/>
          </a:p>
        </p:txBody>
      </p:sp>
      <p:pic>
        <p:nvPicPr>
          <p:cNvPr id="4" name="Picture 3">
            <a:extLst>
              <a:ext uri="{FF2B5EF4-FFF2-40B4-BE49-F238E27FC236}">
                <a16:creationId xmlns:a16="http://schemas.microsoft.com/office/drawing/2014/main" id="{84D17176-8352-4327-F6C8-D5D515928F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424" y="1518360"/>
            <a:ext cx="9217151" cy="5187240"/>
          </a:xfrm>
          <a:prstGeom prst="rect">
            <a:avLst/>
          </a:prstGeom>
        </p:spPr>
      </p:pic>
    </p:spTree>
    <p:extLst>
      <p:ext uri="{BB962C8B-B14F-4D97-AF65-F5344CB8AC3E}">
        <p14:creationId xmlns:p14="http://schemas.microsoft.com/office/powerpoint/2010/main" val="976253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37FEA0-62E5-9332-A99F-D8ADD25858E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96979" y="559366"/>
            <a:ext cx="10198041" cy="5739268"/>
          </a:xfrm>
          <a:prstGeom prst="rect">
            <a:avLst/>
          </a:prstGeom>
        </p:spPr>
      </p:pic>
    </p:spTree>
    <p:extLst>
      <p:ext uri="{BB962C8B-B14F-4D97-AF65-F5344CB8AC3E}">
        <p14:creationId xmlns:p14="http://schemas.microsoft.com/office/powerpoint/2010/main" val="3716450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showing a line of different colors&#10;&#10;AI-generated content may be incorrect.">
            <a:extLst>
              <a:ext uri="{FF2B5EF4-FFF2-40B4-BE49-F238E27FC236}">
                <a16:creationId xmlns:a16="http://schemas.microsoft.com/office/drawing/2014/main" id="{2F8BE159-6F89-5317-7167-DBD69FC59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4361" y="3176080"/>
            <a:ext cx="5423271" cy="3363801"/>
          </a:xfrm>
          <a:prstGeom prst="rect">
            <a:avLst/>
          </a:prstGeom>
        </p:spPr>
      </p:pic>
      <p:sp>
        <p:nvSpPr>
          <p:cNvPr id="3" name="Content Placeholder 2">
            <a:extLst>
              <a:ext uri="{FF2B5EF4-FFF2-40B4-BE49-F238E27FC236}">
                <a16:creationId xmlns:a16="http://schemas.microsoft.com/office/drawing/2014/main" id="{E3BB637C-6272-5405-25BF-D606537E6C71}"/>
              </a:ext>
            </a:extLst>
          </p:cNvPr>
          <p:cNvSpPr>
            <a:spLocks noGrp="1"/>
          </p:cNvSpPr>
          <p:nvPr>
            <p:ph idx="1"/>
          </p:nvPr>
        </p:nvSpPr>
        <p:spPr>
          <a:xfrm>
            <a:off x="838198" y="758234"/>
            <a:ext cx="10515600" cy="1405255"/>
          </a:xfrm>
        </p:spPr>
        <p:txBody>
          <a:bodyPr/>
          <a:lstStyle/>
          <a:p>
            <a:pPr marL="0" indent="0" algn="ctr">
              <a:buNone/>
            </a:pPr>
            <a:r>
              <a:rPr lang="en-US" i="1" dirty="0"/>
              <a:t>“The general linear model, models data as being randomly drawn from a distribution whose mean varies according to some parameter(s)”</a:t>
            </a:r>
            <a:endParaRPr lang="en-CH" i="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0357866-4226-FF28-2C96-E335ECF35D43}"/>
                  </a:ext>
                </a:extLst>
              </p:cNvPr>
              <p:cNvSpPr txBox="1"/>
              <p:nvPr/>
            </p:nvSpPr>
            <p:spPr>
              <a:xfrm>
                <a:off x="4948183" y="2303801"/>
                <a:ext cx="2295628" cy="492443"/>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𝑡</m:t>
                          </m:r>
                        </m:sub>
                      </m:sSub>
                      <m:r>
                        <a:rPr lang="en-US" sz="3200" b="0" i="1" smtClean="0">
                          <a:latin typeface="Cambria Math" panose="02040503050406030204" pitchFamily="18" charset="0"/>
                        </a:rPr>
                        <m:t>~ </m:t>
                      </m:r>
                      <m:r>
                        <a:rPr lang="en-US" sz="3200" b="0" i="1" smtClean="0">
                          <a:latin typeface="Cambria Math" panose="02040503050406030204" pitchFamily="18" charset="0"/>
                        </a:rPr>
                        <m:t>𝑁</m:t>
                      </m:r>
                      <m:r>
                        <a:rPr lang="en-US" sz="3200" b="0" i="1" smtClean="0">
                          <a:latin typeface="Cambria Math" panose="02040503050406030204" pitchFamily="18" charset="0"/>
                        </a:rPr>
                        <m:t>(</m:t>
                      </m:r>
                      <m:r>
                        <a:rPr lang="en-US" sz="3200" b="0" i="1" smtClean="0">
                          <a:latin typeface="Cambria Math" panose="02040503050406030204" pitchFamily="18" charset="0"/>
                        </a:rPr>
                        <m:t>𝜇</m:t>
                      </m:r>
                      <m:r>
                        <a:rPr lang="en-US" sz="3200" b="0" i="1" smtClean="0">
                          <a:latin typeface="Cambria Math" panose="02040503050406030204" pitchFamily="18" charset="0"/>
                        </a:rPr>
                        <m:t>, </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𝜎</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oMath>
                  </m:oMathPara>
                </a14:m>
                <a:endParaRPr lang="en-CH" sz="3200" dirty="0"/>
              </a:p>
            </p:txBody>
          </p:sp>
        </mc:Choice>
        <mc:Fallback xmlns="">
          <p:sp>
            <p:nvSpPr>
              <p:cNvPr id="6" name="TextBox 5">
                <a:extLst>
                  <a:ext uri="{FF2B5EF4-FFF2-40B4-BE49-F238E27FC236}">
                    <a16:creationId xmlns:a16="http://schemas.microsoft.com/office/drawing/2014/main" id="{F0357866-4226-FF28-2C96-E335ECF35D43}"/>
                  </a:ext>
                </a:extLst>
              </p:cNvPr>
              <p:cNvSpPr txBox="1">
                <a:spLocks noRot="1" noChangeAspect="1" noMove="1" noResize="1" noEditPoints="1" noAdjustHandles="1" noChangeArrowheads="1" noChangeShapeType="1" noTextEdit="1"/>
              </p:cNvSpPr>
              <p:nvPr/>
            </p:nvSpPr>
            <p:spPr>
              <a:xfrm>
                <a:off x="4948183" y="2303801"/>
                <a:ext cx="2295628" cy="4924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71520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E308-02BC-BEDC-B745-809A9A819A93}"/>
              </a:ext>
            </a:extLst>
          </p:cNvPr>
          <p:cNvSpPr>
            <a:spLocks noGrp="1"/>
          </p:cNvSpPr>
          <p:nvPr>
            <p:ph type="title"/>
          </p:nvPr>
        </p:nvSpPr>
        <p:spPr/>
        <p:txBody>
          <a:bodyPr/>
          <a:lstStyle/>
          <a:p>
            <a:r>
              <a:rPr lang="en-US" dirty="0"/>
              <a:t>Why are deviations normally distributed?</a:t>
            </a:r>
          </a:p>
        </p:txBody>
      </p:sp>
      <p:pic>
        <p:nvPicPr>
          <p:cNvPr id="5" name="Content Placeholder 4">
            <a:extLst>
              <a:ext uri="{FF2B5EF4-FFF2-40B4-BE49-F238E27FC236}">
                <a16:creationId xmlns:a16="http://schemas.microsoft.com/office/drawing/2014/main" id="{B1C649BE-5571-8254-CD8F-C79A0C59E8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5703" y="1663876"/>
            <a:ext cx="8580594" cy="4828999"/>
          </a:xfrm>
          <a:prstGeom prst="rect">
            <a:avLst/>
          </a:prstGeom>
        </p:spPr>
      </p:pic>
    </p:spTree>
    <p:extLst>
      <p:ext uri="{BB962C8B-B14F-4D97-AF65-F5344CB8AC3E}">
        <p14:creationId xmlns:p14="http://schemas.microsoft.com/office/powerpoint/2010/main" val="1822065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B4021A-2DFA-F194-50D1-E11F03B018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91597" y="612615"/>
            <a:ext cx="10008806" cy="5632770"/>
          </a:xfrm>
          <a:prstGeom prst="rect">
            <a:avLst/>
          </a:prstGeom>
        </p:spPr>
      </p:pic>
    </p:spTree>
    <p:extLst>
      <p:ext uri="{BB962C8B-B14F-4D97-AF65-F5344CB8AC3E}">
        <p14:creationId xmlns:p14="http://schemas.microsoft.com/office/powerpoint/2010/main" val="1450844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E2BA8-F6B9-811B-6297-9592436CA09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B5E351E-F263-D3C5-B1C7-DF84007864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3565348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78CF-A804-9BFD-AD5E-D5096F989A0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CB67F82-DF07-4D9C-838A-C401CEE5A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979887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78390F-F609-BE3F-0C79-C4ACA86F0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4235921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99AD-1123-D340-9C88-EC7776B43762}"/>
              </a:ext>
            </a:extLst>
          </p:cNvPr>
          <p:cNvSpPr>
            <a:spLocks noGrp="1"/>
          </p:cNvSpPr>
          <p:nvPr>
            <p:ph type="title"/>
          </p:nvPr>
        </p:nvSpPr>
        <p:spPr>
          <a:xfrm>
            <a:off x="838200" y="2766218"/>
            <a:ext cx="10515600" cy="1325563"/>
          </a:xfrm>
        </p:spPr>
        <p:txBody>
          <a:bodyPr/>
          <a:lstStyle/>
          <a:p>
            <a:pPr algn="ctr"/>
            <a:r>
              <a:rPr lang="en-CH" dirty="0">
                <a:hlinkClick r:id="rId2"/>
              </a:rPr>
              <a:t>https://seeing-theory.brown.edu/probability-distributions/index.html</a:t>
            </a:r>
            <a:endParaRPr lang="en-CH" dirty="0"/>
          </a:p>
        </p:txBody>
      </p:sp>
    </p:spTree>
    <p:extLst>
      <p:ext uri="{BB962C8B-B14F-4D97-AF65-F5344CB8AC3E}">
        <p14:creationId xmlns:p14="http://schemas.microsoft.com/office/powerpoint/2010/main" val="1744251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D09B6D-ACCB-F646-48BD-506AEB27FD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1386666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AEB43-8936-1F88-7DB5-4A67336C0A08}"/>
              </a:ext>
            </a:extLst>
          </p:cNvPr>
          <p:cNvSpPr>
            <a:spLocks noGrp="1"/>
          </p:cNvSpPr>
          <p:nvPr>
            <p:ph type="title"/>
          </p:nvPr>
        </p:nvSpPr>
        <p:spPr>
          <a:xfrm>
            <a:off x="838200" y="2766218"/>
            <a:ext cx="10515600" cy="1325563"/>
          </a:xfrm>
        </p:spPr>
        <p:txBody>
          <a:bodyPr/>
          <a:lstStyle/>
          <a:p>
            <a:r>
              <a:rPr lang="en-US" dirty="0"/>
              <a:t>Who has questions?</a:t>
            </a:r>
            <a:endParaRPr lang="en-CH" dirty="0"/>
          </a:p>
        </p:txBody>
      </p:sp>
    </p:spTree>
    <p:extLst>
      <p:ext uri="{BB962C8B-B14F-4D97-AF65-F5344CB8AC3E}">
        <p14:creationId xmlns:p14="http://schemas.microsoft.com/office/powerpoint/2010/main" val="2297989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CF6C-1A79-0F99-E415-7B3B59F305EF}"/>
              </a:ext>
            </a:extLst>
          </p:cNvPr>
          <p:cNvSpPr>
            <a:spLocks noGrp="1"/>
          </p:cNvSpPr>
          <p:nvPr>
            <p:ph type="title"/>
          </p:nvPr>
        </p:nvSpPr>
        <p:spPr>
          <a:xfrm>
            <a:off x="838200" y="2766218"/>
            <a:ext cx="10515600" cy="1325563"/>
          </a:xfrm>
        </p:spPr>
        <p:txBody>
          <a:bodyPr/>
          <a:lstStyle/>
          <a:p>
            <a:pPr algn="ctr"/>
            <a:r>
              <a:rPr lang="en-US" dirty="0"/>
              <a:t>Can we identify if Albert’s data is generated by a linear model?</a:t>
            </a:r>
          </a:p>
        </p:txBody>
      </p:sp>
    </p:spTree>
    <p:extLst>
      <p:ext uri="{BB962C8B-B14F-4D97-AF65-F5344CB8AC3E}">
        <p14:creationId xmlns:p14="http://schemas.microsoft.com/office/powerpoint/2010/main" val="1726243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EC4AA4-7BA5-E8BA-B76B-85FEB6194C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8686" y="661627"/>
            <a:ext cx="9834627" cy="5534745"/>
          </a:xfrm>
          <a:prstGeom prst="rect">
            <a:avLst/>
          </a:prstGeom>
        </p:spPr>
      </p:pic>
    </p:spTree>
    <p:extLst>
      <p:ext uri="{BB962C8B-B14F-4D97-AF65-F5344CB8AC3E}">
        <p14:creationId xmlns:p14="http://schemas.microsoft.com/office/powerpoint/2010/main" val="3348790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1B7A33-7E3E-6A48-CF81-D4A4383F9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384702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B32C-B3D5-084B-1703-99A1117C691F}"/>
              </a:ext>
            </a:extLst>
          </p:cNvPr>
          <p:cNvSpPr>
            <a:spLocks noGrp="1"/>
          </p:cNvSpPr>
          <p:nvPr>
            <p:ph type="title"/>
          </p:nvPr>
        </p:nvSpPr>
        <p:spPr>
          <a:xfrm>
            <a:off x="838200" y="2766218"/>
            <a:ext cx="10515600" cy="1325563"/>
          </a:xfrm>
        </p:spPr>
        <p:txBody>
          <a:bodyPr/>
          <a:lstStyle/>
          <a:p>
            <a:pPr algn="ctr"/>
            <a:r>
              <a:rPr lang="en-US" dirty="0"/>
              <a:t>What determines how easy patterns are to detect?</a:t>
            </a:r>
          </a:p>
        </p:txBody>
      </p:sp>
    </p:spTree>
    <p:extLst>
      <p:ext uri="{BB962C8B-B14F-4D97-AF65-F5344CB8AC3E}">
        <p14:creationId xmlns:p14="http://schemas.microsoft.com/office/powerpoint/2010/main" val="4242386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BFA1A6-5F35-76EC-DF00-783CEA54A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3140061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F09374-BD53-B50F-DB14-65B2D8AAF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2953555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1E67-20B7-A4C3-11EB-DE530991989C}"/>
              </a:ext>
            </a:extLst>
          </p:cNvPr>
          <p:cNvSpPr>
            <a:spLocks noGrp="1"/>
          </p:cNvSpPr>
          <p:nvPr>
            <p:ph type="title"/>
          </p:nvPr>
        </p:nvSpPr>
        <p:spPr>
          <a:xfrm>
            <a:off x="838200" y="2766218"/>
            <a:ext cx="10515600" cy="1325563"/>
          </a:xfrm>
        </p:spPr>
        <p:txBody>
          <a:bodyPr/>
          <a:lstStyle/>
          <a:p>
            <a:pPr algn="ctr"/>
            <a:r>
              <a:rPr lang="en-US" dirty="0"/>
              <a:t>What patterns do we expect from our model?</a:t>
            </a:r>
            <a:endParaRPr lang="en-CH" dirty="0"/>
          </a:p>
        </p:txBody>
      </p:sp>
    </p:spTree>
    <p:extLst>
      <p:ext uri="{BB962C8B-B14F-4D97-AF65-F5344CB8AC3E}">
        <p14:creationId xmlns:p14="http://schemas.microsoft.com/office/powerpoint/2010/main" val="2305371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C3C7F-EC1B-CA33-D65F-2094D42A27C9}"/>
              </a:ext>
            </a:extLst>
          </p:cNvPr>
          <p:cNvSpPr>
            <a:spLocks noGrp="1"/>
          </p:cNvSpPr>
          <p:nvPr>
            <p:ph type="title"/>
          </p:nvPr>
        </p:nvSpPr>
        <p:spPr>
          <a:xfrm>
            <a:off x="838200" y="2766218"/>
            <a:ext cx="10515600" cy="1325563"/>
          </a:xfrm>
        </p:spPr>
        <p:txBody>
          <a:bodyPr/>
          <a:lstStyle/>
          <a:p>
            <a:pPr algn="ctr"/>
            <a:r>
              <a:rPr lang="en-US" dirty="0"/>
              <a:t>How often do positive weeks follow positive weeks?</a:t>
            </a:r>
          </a:p>
        </p:txBody>
      </p:sp>
    </p:spTree>
    <p:extLst>
      <p:ext uri="{BB962C8B-B14F-4D97-AF65-F5344CB8AC3E}">
        <p14:creationId xmlns:p14="http://schemas.microsoft.com/office/powerpoint/2010/main" val="1457726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E398-1834-065C-8163-B65751782DE2}"/>
              </a:ext>
            </a:extLst>
          </p:cNvPr>
          <p:cNvSpPr>
            <a:spLocks noGrp="1"/>
          </p:cNvSpPr>
          <p:nvPr>
            <p:ph type="title"/>
          </p:nvPr>
        </p:nvSpPr>
        <p:spPr/>
        <p:txBody>
          <a:bodyPr/>
          <a:lstStyle/>
          <a:p>
            <a:pPr algn="ctr"/>
            <a:r>
              <a:rPr lang="en-US" dirty="0"/>
              <a:t>How often do positive weeks follow positive weeks?</a:t>
            </a:r>
          </a:p>
        </p:txBody>
      </p:sp>
      <p:pic>
        <p:nvPicPr>
          <p:cNvPr id="5" name="Content Placeholder 4">
            <a:extLst>
              <a:ext uri="{FF2B5EF4-FFF2-40B4-BE49-F238E27FC236}">
                <a16:creationId xmlns:a16="http://schemas.microsoft.com/office/drawing/2014/main" id="{6D4AD12E-1B33-6D5E-E9B2-B34408234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6831" y="1690688"/>
            <a:ext cx="8398338" cy="4726428"/>
          </a:xfrm>
          <a:prstGeom prst="rect">
            <a:avLst/>
          </a:prstGeom>
        </p:spPr>
      </p:pic>
    </p:spTree>
    <p:extLst>
      <p:ext uri="{BB962C8B-B14F-4D97-AF65-F5344CB8AC3E}">
        <p14:creationId xmlns:p14="http://schemas.microsoft.com/office/powerpoint/2010/main" val="4243405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39244A-3EF0-779A-C1CD-7D681D59C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5905" cy="6858000"/>
          </a:xfrm>
          <a:prstGeom prst="rect">
            <a:avLst/>
          </a:prstGeom>
        </p:spPr>
      </p:pic>
    </p:spTree>
    <p:extLst>
      <p:ext uri="{BB962C8B-B14F-4D97-AF65-F5344CB8AC3E}">
        <p14:creationId xmlns:p14="http://schemas.microsoft.com/office/powerpoint/2010/main" val="1690716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1D676E-3B6E-E963-48DB-B9EFC84975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1347373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E60F-4AC5-1B97-48A9-A5838A5F6F6D}"/>
              </a:ext>
            </a:extLst>
          </p:cNvPr>
          <p:cNvSpPr>
            <a:spLocks noGrp="1"/>
          </p:cNvSpPr>
          <p:nvPr>
            <p:ph type="title"/>
          </p:nvPr>
        </p:nvSpPr>
        <p:spPr/>
        <p:txBody>
          <a:bodyPr/>
          <a:lstStyle/>
          <a:p>
            <a:r>
              <a:rPr lang="en-US" dirty="0"/>
              <a:t>What about in this linear regression?</a:t>
            </a:r>
            <a:endParaRPr lang="en-CH" dirty="0"/>
          </a:p>
        </p:txBody>
      </p:sp>
      <p:pic>
        <p:nvPicPr>
          <p:cNvPr id="5" name="Content Placeholder 4">
            <a:extLst>
              <a:ext uri="{FF2B5EF4-FFF2-40B4-BE49-F238E27FC236}">
                <a16:creationId xmlns:a16="http://schemas.microsoft.com/office/drawing/2014/main" id="{C7F11779-FE05-C975-1DC5-BF0E14ABE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9407" y="1690688"/>
            <a:ext cx="8293185" cy="4667250"/>
          </a:xfrm>
          <a:prstGeom prst="rect">
            <a:avLst/>
          </a:prstGeom>
        </p:spPr>
      </p:pic>
    </p:spTree>
    <p:extLst>
      <p:ext uri="{BB962C8B-B14F-4D97-AF65-F5344CB8AC3E}">
        <p14:creationId xmlns:p14="http://schemas.microsoft.com/office/powerpoint/2010/main" val="3252131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AFA3-5C6E-9F54-AEF0-4FA2F58CC462}"/>
              </a:ext>
            </a:extLst>
          </p:cNvPr>
          <p:cNvSpPr>
            <a:spLocks noGrp="1"/>
          </p:cNvSpPr>
          <p:nvPr>
            <p:ph type="title"/>
          </p:nvPr>
        </p:nvSpPr>
        <p:spPr>
          <a:xfrm>
            <a:off x="838200" y="2766218"/>
            <a:ext cx="10515600" cy="1325563"/>
          </a:xfrm>
        </p:spPr>
        <p:txBody>
          <a:bodyPr/>
          <a:lstStyle/>
          <a:p>
            <a:pPr algn="ctr"/>
            <a:r>
              <a:rPr lang="en-US" dirty="0"/>
              <a:t>Does therapy reduce mood fluctuations?</a:t>
            </a:r>
            <a:endParaRPr lang="en-CH" dirty="0"/>
          </a:p>
        </p:txBody>
      </p:sp>
    </p:spTree>
    <p:extLst>
      <p:ext uri="{BB962C8B-B14F-4D97-AF65-F5344CB8AC3E}">
        <p14:creationId xmlns:p14="http://schemas.microsoft.com/office/powerpoint/2010/main" val="152053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55D36-C5D4-91BC-8A38-D3899BAA1FC3}"/>
              </a:ext>
            </a:extLst>
          </p:cNvPr>
          <p:cNvSpPr>
            <a:spLocks noGrp="1"/>
          </p:cNvSpPr>
          <p:nvPr>
            <p:ph type="title"/>
          </p:nvPr>
        </p:nvSpPr>
        <p:spPr/>
        <p:txBody>
          <a:bodyPr/>
          <a:lstStyle/>
          <a:p>
            <a:endParaRPr lang="en-CH"/>
          </a:p>
        </p:txBody>
      </p:sp>
      <p:sp>
        <p:nvSpPr>
          <p:cNvPr id="3" name="Content Placeholder 2">
            <a:extLst>
              <a:ext uri="{FF2B5EF4-FFF2-40B4-BE49-F238E27FC236}">
                <a16:creationId xmlns:a16="http://schemas.microsoft.com/office/drawing/2014/main" id="{FE19CD47-752E-38D8-F158-0A189A441BC0}"/>
              </a:ext>
            </a:extLst>
          </p:cNvPr>
          <p:cNvSpPr>
            <a:spLocks noGrp="1"/>
          </p:cNvSpPr>
          <p:nvPr>
            <p:ph idx="1"/>
          </p:nvPr>
        </p:nvSpPr>
        <p:spPr/>
        <p:txBody>
          <a:bodyPr/>
          <a:lstStyle/>
          <a:p>
            <a:endParaRPr lang="en-CH"/>
          </a:p>
        </p:txBody>
      </p:sp>
      <p:pic>
        <p:nvPicPr>
          <p:cNvPr id="5" name="Picture 4">
            <a:extLst>
              <a:ext uri="{FF2B5EF4-FFF2-40B4-BE49-F238E27FC236}">
                <a16:creationId xmlns:a16="http://schemas.microsoft.com/office/drawing/2014/main" id="{FFCB517A-072B-2A64-D4EE-D69A87BDD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297600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BABE2-0795-79F8-DFFA-CFD4ADAD145E}"/>
              </a:ext>
            </a:extLst>
          </p:cNvPr>
          <p:cNvSpPr>
            <a:spLocks noGrp="1"/>
          </p:cNvSpPr>
          <p:nvPr>
            <p:ph type="title"/>
          </p:nvPr>
        </p:nvSpPr>
        <p:spPr>
          <a:xfrm>
            <a:off x="838200" y="2766218"/>
            <a:ext cx="10515600" cy="1325563"/>
          </a:xfrm>
        </p:spPr>
        <p:txBody>
          <a:bodyPr/>
          <a:lstStyle/>
          <a:p>
            <a:pPr algn="ctr"/>
            <a:r>
              <a:rPr lang="en-US" dirty="0"/>
              <a:t>What happens if Albert goes to therapy for 80 weeks?</a:t>
            </a:r>
          </a:p>
        </p:txBody>
      </p:sp>
    </p:spTree>
    <p:extLst>
      <p:ext uri="{BB962C8B-B14F-4D97-AF65-F5344CB8AC3E}">
        <p14:creationId xmlns:p14="http://schemas.microsoft.com/office/powerpoint/2010/main" val="2893736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4F6D-FC3E-34BA-3B52-7B84F5A3E2E5}"/>
              </a:ext>
            </a:extLst>
          </p:cNvPr>
          <p:cNvSpPr>
            <a:spLocks noGrp="1"/>
          </p:cNvSpPr>
          <p:nvPr>
            <p:ph type="title"/>
          </p:nvPr>
        </p:nvSpPr>
        <p:spPr>
          <a:xfrm>
            <a:off x="838199" y="175120"/>
            <a:ext cx="10515600" cy="1325563"/>
          </a:xfrm>
        </p:spPr>
        <p:txBody>
          <a:bodyPr/>
          <a:lstStyle/>
          <a:p>
            <a:r>
              <a:rPr lang="en-US" dirty="0"/>
              <a:t>Albert after 80 weeks of therapy</a:t>
            </a:r>
          </a:p>
        </p:txBody>
      </p:sp>
      <p:pic>
        <p:nvPicPr>
          <p:cNvPr id="5" name="Content Placeholder 4">
            <a:extLst>
              <a:ext uri="{FF2B5EF4-FFF2-40B4-BE49-F238E27FC236}">
                <a16:creationId xmlns:a16="http://schemas.microsoft.com/office/drawing/2014/main" id="{BD3FD746-0C65-6A24-8C26-6C04B9C5EB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6197" y="1405553"/>
            <a:ext cx="9039605" cy="5087322"/>
          </a:xfrm>
          <a:prstGeom prst="rect">
            <a:avLst/>
          </a:prstGeom>
        </p:spPr>
      </p:pic>
    </p:spTree>
    <p:extLst>
      <p:ext uri="{BB962C8B-B14F-4D97-AF65-F5344CB8AC3E}">
        <p14:creationId xmlns:p14="http://schemas.microsoft.com/office/powerpoint/2010/main" val="1132282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ED0B-D79D-1906-6B40-85787588C04A}"/>
              </a:ext>
            </a:extLst>
          </p:cNvPr>
          <p:cNvSpPr>
            <a:spLocks noGrp="1"/>
          </p:cNvSpPr>
          <p:nvPr>
            <p:ph type="title"/>
          </p:nvPr>
        </p:nvSpPr>
        <p:spPr>
          <a:xfrm>
            <a:off x="838200" y="2766218"/>
            <a:ext cx="10515600" cy="1325563"/>
          </a:xfrm>
        </p:spPr>
        <p:txBody>
          <a:bodyPr/>
          <a:lstStyle/>
          <a:p>
            <a:pPr algn="ctr"/>
            <a:r>
              <a:rPr lang="en-US" dirty="0"/>
              <a:t>Criticize the linear model of change</a:t>
            </a:r>
          </a:p>
        </p:txBody>
      </p:sp>
    </p:spTree>
    <p:extLst>
      <p:ext uri="{BB962C8B-B14F-4D97-AF65-F5344CB8AC3E}">
        <p14:creationId xmlns:p14="http://schemas.microsoft.com/office/powerpoint/2010/main" val="3595909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2D58-96EF-E196-B0C7-7D7686D98C9E}"/>
              </a:ext>
            </a:extLst>
          </p:cNvPr>
          <p:cNvSpPr>
            <a:spLocks noGrp="1"/>
          </p:cNvSpPr>
          <p:nvPr>
            <p:ph type="title"/>
          </p:nvPr>
        </p:nvSpPr>
        <p:spPr>
          <a:xfrm>
            <a:off x="838200" y="2766218"/>
            <a:ext cx="10515600" cy="1325563"/>
          </a:xfrm>
        </p:spPr>
        <p:txBody>
          <a:bodyPr/>
          <a:lstStyle/>
          <a:p>
            <a:pPr algn="ctr"/>
            <a:r>
              <a:rPr lang="en-US" dirty="0"/>
              <a:t>Forming teams for group projects</a:t>
            </a:r>
          </a:p>
        </p:txBody>
      </p:sp>
    </p:spTree>
    <p:extLst>
      <p:ext uri="{BB962C8B-B14F-4D97-AF65-F5344CB8AC3E}">
        <p14:creationId xmlns:p14="http://schemas.microsoft.com/office/powerpoint/2010/main" val="484502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27147-55C9-4C15-7D61-4727403225FD}"/>
              </a:ext>
            </a:extLst>
          </p:cNvPr>
          <p:cNvSpPr>
            <a:spLocks noGrp="1"/>
          </p:cNvSpPr>
          <p:nvPr>
            <p:ph type="title"/>
          </p:nvPr>
        </p:nvSpPr>
        <p:spPr/>
        <p:txBody>
          <a:bodyPr/>
          <a:lstStyle/>
          <a:p>
            <a:r>
              <a:rPr lang="en-US" dirty="0"/>
              <a:t>Materials for revision</a:t>
            </a:r>
            <a:endParaRPr lang="en-CH" dirty="0"/>
          </a:p>
        </p:txBody>
      </p:sp>
      <p:sp>
        <p:nvSpPr>
          <p:cNvPr id="3" name="Content Placeholder 2">
            <a:extLst>
              <a:ext uri="{FF2B5EF4-FFF2-40B4-BE49-F238E27FC236}">
                <a16:creationId xmlns:a16="http://schemas.microsoft.com/office/drawing/2014/main" id="{0326654D-F181-94F6-F113-48637BA18709}"/>
              </a:ext>
            </a:extLst>
          </p:cNvPr>
          <p:cNvSpPr>
            <a:spLocks noGrp="1"/>
          </p:cNvSpPr>
          <p:nvPr>
            <p:ph idx="1"/>
          </p:nvPr>
        </p:nvSpPr>
        <p:spPr/>
        <p:txBody>
          <a:bodyPr/>
          <a:lstStyle/>
          <a:p>
            <a:r>
              <a:rPr lang="en-US" dirty="0" err="1">
                <a:solidFill>
                  <a:srgbClr val="0070C0"/>
                </a:solidFill>
              </a:rPr>
              <a:t>Github</a:t>
            </a:r>
            <a:r>
              <a:rPr lang="en-US" dirty="0">
                <a:solidFill>
                  <a:srgbClr val="0070C0"/>
                </a:solidFill>
              </a:rPr>
              <a:t> </a:t>
            </a:r>
            <a:r>
              <a:rPr lang="en-US" dirty="0">
                <a:solidFill>
                  <a:srgbClr val="0070C0"/>
                </a:solidFill>
                <a:sym typeface="Wingdings" panose="05000000000000000000" pitchFamily="2" charset="2"/>
              </a:rPr>
              <a:t> </a:t>
            </a:r>
            <a:r>
              <a:rPr lang="en-US" dirty="0" err="1">
                <a:solidFill>
                  <a:srgbClr val="0070C0"/>
                </a:solidFill>
                <a:sym typeface="Wingdings" panose="05000000000000000000" pitchFamily="2" charset="2"/>
              </a:rPr>
              <a:t>mearistodemou</a:t>
            </a:r>
            <a:r>
              <a:rPr lang="en-US" dirty="0">
                <a:solidFill>
                  <a:srgbClr val="0070C0"/>
                </a:solidFill>
                <a:sym typeface="Wingdings" panose="05000000000000000000" pitchFamily="2" charset="2"/>
              </a:rPr>
              <a:t>  dynamic-systems-</a:t>
            </a:r>
            <a:r>
              <a:rPr lang="en-US" dirty="0" err="1">
                <a:solidFill>
                  <a:srgbClr val="0070C0"/>
                </a:solidFill>
                <a:sym typeface="Wingdings" panose="05000000000000000000" pitchFamily="2" charset="2"/>
              </a:rPr>
              <a:t>uzh</a:t>
            </a:r>
            <a:r>
              <a:rPr lang="en-US" dirty="0">
                <a:solidFill>
                  <a:srgbClr val="0070C0"/>
                </a:solidFill>
                <a:sym typeface="Wingdings" panose="05000000000000000000" pitchFamily="2" charset="2"/>
              </a:rPr>
              <a:t>  Lecture02  </a:t>
            </a:r>
            <a:r>
              <a:rPr lang="en-CH" dirty="0">
                <a:solidFill>
                  <a:srgbClr val="0070C0"/>
                </a:solidFill>
              </a:rPr>
              <a:t>lecture01_linear_change.Rmd</a:t>
            </a:r>
            <a:r>
              <a:rPr lang="en-US" dirty="0">
                <a:solidFill>
                  <a:srgbClr val="0070C0"/>
                </a:solidFill>
              </a:rPr>
              <a:t>: </a:t>
            </a:r>
            <a:r>
              <a:rPr lang="en-US" dirty="0"/>
              <a:t>interactive lecture sheet</a:t>
            </a:r>
          </a:p>
          <a:p>
            <a:pPr lvl="1"/>
            <a:r>
              <a:rPr lang="en-US" dirty="0"/>
              <a:t>Open with R </a:t>
            </a:r>
            <a:r>
              <a:rPr lang="en-US" dirty="0">
                <a:sym typeface="Wingdings" panose="05000000000000000000" pitchFamily="2" charset="2"/>
              </a:rPr>
              <a:t> </a:t>
            </a:r>
            <a:r>
              <a:rPr lang="en-US" dirty="0" err="1">
                <a:sym typeface="Wingdings" panose="05000000000000000000" pitchFamily="2" charset="2"/>
              </a:rPr>
              <a:t>install.packages</a:t>
            </a:r>
            <a:r>
              <a:rPr lang="en-US" dirty="0">
                <a:sym typeface="Wingdings" panose="05000000000000000000" pitchFamily="2" charset="2"/>
              </a:rPr>
              <a:t>(“shiny”)  </a:t>
            </a:r>
            <a:r>
              <a:rPr lang="en-US">
                <a:sym typeface="Wingdings" panose="05000000000000000000" pitchFamily="2" charset="2"/>
              </a:rPr>
              <a:t>press </a:t>
            </a:r>
            <a:endParaRPr lang="en-US" dirty="0">
              <a:sym typeface="Wingdings" panose="05000000000000000000" pitchFamily="2" charset="2"/>
            </a:endParaRPr>
          </a:p>
          <a:p>
            <a:pPr lvl="1"/>
            <a:endParaRPr lang="en-US" dirty="0"/>
          </a:p>
          <a:p>
            <a:r>
              <a:rPr lang="en-US" dirty="0"/>
              <a:t>Tutorial paper: </a:t>
            </a:r>
            <a:r>
              <a:rPr lang="en-US" dirty="0">
                <a:hlinkClick r:id="rId2"/>
              </a:rPr>
              <a:t>https://osf.io/preprints/psyarxiv/4q9ex_v4</a:t>
            </a:r>
            <a:endParaRPr lang="en-CH" dirty="0"/>
          </a:p>
          <a:p>
            <a:endParaRPr lang="en-CH" dirty="0"/>
          </a:p>
        </p:txBody>
      </p:sp>
      <p:pic>
        <p:nvPicPr>
          <p:cNvPr id="7" name="Picture 6">
            <a:extLst>
              <a:ext uri="{FF2B5EF4-FFF2-40B4-BE49-F238E27FC236}">
                <a16:creationId xmlns:a16="http://schemas.microsoft.com/office/drawing/2014/main" id="{9AF1F097-F6A2-DF64-B48A-078FF5F28F20}"/>
              </a:ext>
            </a:extLst>
          </p:cNvPr>
          <p:cNvPicPr>
            <a:picLocks noChangeAspect="1"/>
          </p:cNvPicPr>
          <p:nvPr/>
        </p:nvPicPr>
        <p:blipFill>
          <a:blip r:embed="rId3"/>
          <a:stretch>
            <a:fillRect/>
          </a:stretch>
        </p:blipFill>
        <p:spPr>
          <a:xfrm>
            <a:off x="8143615" y="2713556"/>
            <a:ext cx="2219585" cy="452977"/>
          </a:xfrm>
          <a:prstGeom prst="rect">
            <a:avLst/>
          </a:prstGeom>
        </p:spPr>
      </p:pic>
    </p:spTree>
    <p:extLst>
      <p:ext uri="{BB962C8B-B14F-4D97-AF65-F5344CB8AC3E}">
        <p14:creationId xmlns:p14="http://schemas.microsoft.com/office/powerpoint/2010/main" val="36246296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BE2F-1FB7-1024-46EF-5265AEFAA2F4}"/>
              </a:ext>
            </a:extLst>
          </p:cNvPr>
          <p:cNvSpPr>
            <a:spLocks noGrp="1"/>
          </p:cNvSpPr>
          <p:nvPr>
            <p:ph type="title"/>
          </p:nvPr>
        </p:nvSpPr>
        <p:spPr/>
        <p:txBody>
          <a:bodyPr/>
          <a:lstStyle/>
          <a:p>
            <a:r>
              <a:rPr lang="en-US" dirty="0"/>
              <a:t>Thank you for listening </a:t>
            </a:r>
            <a:r>
              <a:rPr lang="en-US" dirty="0">
                <a:sym typeface="Wingdings" panose="05000000000000000000" pitchFamily="2" charset="2"/>
              </a:rPr>
              <a:t></a:t>
            </a:r>
            <a:endParaRPr lang="en-CH" dirty="0"/>
          </a:p>
        </p:txBody>
      </p:sp>
    </p:spTree>
    <p:extLst>
      <p:ext uri="{BB962C8B-B14F-4D97-AF65-F5344CB8AC3E}">
        <p14:creationId xmlns:p14="http://schemas.microsoft.com/office/powerpoint/2010/main" val="4124779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1474</TotalTime>
  <Words>1078</Words>
  <Application>Microsoft Office PowerPoint</Application>
  <PresentationFormat>Widescreen</PresentationFormat>
  <Paragraphs>73</Paragraphs>
  <Slides>40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Arial</vt:lpstr>
      <vt:lpstr>Cambria Math</vt:lpstr>
      <vt:lpstr>Wingdings</vt:lpstr>
      <vt:lpstr>Office Theme</vt:lpstr>
      <vt:lpstr>Dynamic Systems Thinking for Psychologists</vt:lpstr>
      <vt:lpstr>We have (now not so little) Albert going to therapy</vt:lpstr>
      <vt:lpstr>Great ideas, but we don’t have money…</vt:lpstr>
      <vt:lpstr>We need to convince people to give us money</vt:lpstr>
      <vt:lpstr>Let’s imagine the shape of change</vt:lpstr>
      <vt:lpstr>The simplest model of change?</vt:lpstr>
      <vt:lpstr>Simulate data from a linear regression</vt:lpstr>
      <vt:lpstr>PowerPoint Presentation</vt:lpstr>
      <vt:lpstr>A linear model of change</vt:lpstr>
      <vt:lpstr>What is missing from the linear regression?</vt:lpstr>
      <vt:lpstr>PowerPoint Presentation</vt:lpstr>
      <vt:lpstr>PowerPoint Presentation</vt:lpstr>
      <vt:lpstr>Why are deviations normally distributed?</vt:lpstr>
      <vt:lpstr>PowerPoint Presentation</vt:lpstr>
      <vt:lpstr>PowerPoint Presentation</vt:lpstr>
      <vt:lpstr>PowerPoint Presentation</vt:lpstr>
      <vt:lpstr>PowerPoint Presentation</vt:lpstr>
      <vt:lpstr>https://seeing-theory.brown.edu/probability-distributions/index.html</vt:lpstr>
      <vt:lpstr>PowerPoint Presentation</vt:lpstr>
      <vt:lpstr>Who has questions?</vt:lpstr>
      <vt:lpstr>Can we identify if Albert’s data is generated by a linear model?</vt:lpstr>
      <vt:lpstr>PowerPoint Presentation</vt:lpstr>
      <vt:lpstr>PowerPoint Presentation</vt:lpstr>
      <vt:lpstr>What determines how easy patterns are to detect?</vt:lpstr>
      <vt:lpstr>PowerPoint Presentation</vt:lpstr>
      <vt:lpstr>PowerPoint Presentation</vt:lpstr>
      <vt:lpstr>What patterns do we expect from our model?</vt:lpstr>
      <vt:lpstr>How often do positive weeks follow positive weeks?</vt:lpstr>
      <vt:lpstr>How often do positive weeks follow positive weeks?</vt:lpstr>
      <vt:lpstr>PowerPoint Presentation</vt:lpstr>
      <vt:lpstr>PowerPoint Presentation</vt:lpstr>
      <vt:lpstr>What about in this linear regression?</vt:lpstr>
      <vt:lpstr>Does therapy reduce mood fluctuations?</vt:lpstr>
      <vt:lpstr>PowerPoint Presentation</vt:lpstr>
      <vt:lpstr>What happens if Albert goes to therapy for 80 weeks?</vt:lpstr>
      <vt:lpstr>Albert after 80 weeks of therapy</vt:lpstr>
      <vt:lpstr>Criticize the linear model of change</vt:lpstr>
      <vt:lpstr>Forming teams for group projects</vt:lpstr>
      <vt:lpstr>Materials for revision</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Aristodemou</dc:creator>
  <cp:lastModifiedBy>Michael Aristodemou</cp:lastModifiedBy>
  <cp:revision>3</cp:revision>
  <dcterms:created xsi:type="dcterms:W3CDTF">2025-09-18T14:12:57Z</dcterms:created>
  <dcterms:modified xsi:type="dcterms:W3CDTF">2026-09-25T08:13:45Z</dcterms:modified>
</cp:coreProperties>
</file>