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11" r:id="rId2"/>
    <p:sldId id="361" r:id="rId3"/>
    <p:sldId id="362" r:id="rId4"/>
    <p:sldId id="363" r:id="rId5"/>
    <p:sldId id="369" r:id="rId6"/>
    <p:sldId id="368" r:id="rId7"/>
    <p:sldId id="364" r:id="rId8"/>
    <p:sldId id="370" r:id="rId9"/>
    <p:sldId id="372" r:id="rId10"/>
    <p:sldId id="373" r:id="rId11"/>
    <p:sldId id="366" r:id="rId12"/>
    <p:sldId id="365" r:id="rId13"/>
    <p:sldId id="367" r:id="rId14"/>
    <p:sldId id="374" r:id="rId15"/>
    <p:sldId id="375" r:id="rId16"/>
    <p:sldId id="376" r:id="rId17"/>
    <p:sldId id="3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1409BA-6BD2-4889-AE05-A257F653710E}" v="8" dt="2025-11-06T12:48:23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2539" y="72"/>
      </p:cViewPr>
      <p:guideLst>
        <p:guide orient="horz" pos="218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Aristodemou" userId="8f856845a52b247d" providerId="LiveId" clId="{C154C21A-E434-4F66-B5AD-9BF8E6CFD023}"/>
    <pc:docChg chg="undo redo custSel addSld delSld modSld sldOrd">
      <pc:chgData name="Michael Aristodemou" userId="8f856845a52b247d" providerId="LiveId" clId="{C154C21A-E434-4F66-B5AD-9BF8E6CFD023}" dt="2025-11-05T16:45:50.300" v="2339" actId="5793"/>
      <pc:docMkLst>
        <pc:docMk/>
      </pc:docMkLst>
      <pc:sldChg chg="modSp add mod ord">
        <pc:chgData name="Michael Aristodemou" userId="8f856845a52b247d" providerId="LiveId" clId="{C154C21A-E434-4F66-B5AD-9BF8E6CFD023}" dt="2025-11-04T14:30:47.625" v="8" actId="20577"/>
        <pc:sldMkLst>
          <pc:docMk/>
          <pc:sldMk cId="1022481540" sldId="361"/>
        </pc:sldMkLst>
        <pc:spChg chg="mod">
          <ac:chgData name="Michael Aristodemou" userId="8f856845a52b247d" providerId="LiveId" clId="{C154C21A-E434-4F66-B5AD-9BF8E6CFD023}" dt="2025-11-04T14:30:47.625" v="8" actId="20577"/>
          <ac:spMkLst>
            <pc:docMk/>
            <pc:sldMk cId="1022481540" sldId="361"/>
            <ac:spMk id="2" creationId="{96DAF46C-C515-B379-4696-A2F51041EE23}"/>
          </ac:spMkLst>
        </pc:spChg>
      </pc:sldChg>
      <pc:sldChg chg="modSp add mod ord">
        <pc:chgData name="Michael Aristodemou" userId="8f856845a52b247d" providerId="LiveId" clId="{C154C21A-E434-4F66-B5AD-9BF8E6CFD023}" dt="2025-11-04T14:32:31.265" v="111" actId="1076"/>
        <pc:sldMkLst>
          <pc:docMk/>
          <pc:sldMk cId="1073587541" sldId="362"/>
        </pc:sldMkLst>
        <pc:spChg chg="mod">
          <ac:chgData name="Michael Aristodemou" userId="8f856845a52b247d" providerId="LiveId" clId="{C154C21A-E434-4F66-B5AD-9BF8E6CFD023}" dt="2025-11-04T14:30:42.539" v="5" actId="20577"/>
          <ac:spMkLst>
            <pc:docMk/>
            <pc:sldMk cId="1073587541" sldId="362"/>
            <ac:spMk id="2" creationId="{B847FC74-E431-D514-C2A1-CBB77CFC0B03}"/>
          </ac:spMkLst>
        </pc:spChg>
        <pc:picChg chg="mod">
          <ac:chgData name="Michael Aristodemou" userId="8f856845a52b247d" providerId="LiveId" clId="{C154C21A-E434-4F66-B5AD-9BF8E6CFD023}" dt="2025-11-04T14:32:31.265" v="111" actId="1076"/>
          <ac:picMkLst>
            <pc:docMk/>
            <pc:sldMk cId="1073587541" sldId="362"/>
            <ac:picMk id="7" creationId="{61FC3481-943C-5080-5D14-5C1721D89C43}"/>
          </ac:picMkLst>
        </pc:picChg>
        <pc:picChg chg="mod">
          <ac:chgData name="Michael Aristodemou" userId="8f856845a52b247d" providerId="LiveId" clId="{C154C21A-E434-4F66-B5AD-9BF8E6CFD023}" dt="2025-11-04T14:32:31.265" v="111" actId="1076"/>
          <ac:picMkLst>
            <pc:docMk/>
            <pc:sldMk cId="1073587541" sldId="362"/>
            <ac:picMk id="9" creationId="{4BC90D0F-717A-118C-F24E-B099E8940BD7}"/>
          </ac:picMkLst>
        </pc:picChg>
      </pc:sldChg>
      <pc:sldChg chg="delSp modSp new mod">
        <pc:chgData name="Michael Aristodemou" userId="8f856845a52b247d" providerId="LiveId" clId="{C154C21A-E434-4F66-B5AD-9BF8E6CFD023}" dt="2025-11-04T14:32:00.545" v="110" actId="1076"/>
        <pc:sldMkLst>
          <pc:docMk/>
          <pc:sldMk cId="2240945315" sldId="363"/>
        </pc:sldMkLst>
        <pc:spChg chg="mod">
          <ac:chgData name="Michael Aristodemou" userId="8f856845a52b247d" providerId="LiveId" clId="{C154C21A-E434-4F66-B5AD-9BF8E6CFD023}" dt="2025-11-04T14:32:00.545" v="110" actId="1076"/>
          <ac:spMkLst>
            <pc:docMk/>
            <pc:sldMk cId="2240945315" sldId="363"/>
            <ac:spMk id="2" creationId="{69A72E82-E36D-AB4C-440F-960F6D602BF8}"/>
          </ac:spMkLst>
        </pc:spChg>
      </pc:sldChg>
      <pc:sldChg chg="addSp delSp modSp new mod ord">
        <pc:chgData name="Michael Aristodemou" userId="8f856845a52b247d" providerId="LiveId" clId="{C154C21A-E434-4F66-B5AD-9BF8E6CFD023}" dt="2025-11-05T13:24:23.982" v="906" actId="1076"/>
        <pc:sldMkLst>
          <pc:docMk/>
          <pc:sldMk cId="2779071471" sldId="364"/>
        </pc:sldMkLst>
        <pc:spChg chg="mod">
          <ac:chgData name="Michael Aristodemou" userId="8f856845a52b247d" providerId="LiveId" clId="{C154C21A-E434-4F66-B5AD-9BF8E6CFD023}" dt="2025-11-05T11:17:33.942" v="855" actId="20577"/>
          <ac:spMkLst>
            <pc:docMk/>
            <pc:sldMk cId="2779071471" sldId="364"/>
            <ac:spMk id="2" creationId="{7DEA138F-A5BD-45F6-C433-877AF0D93AB0}"/>
          </ac:spMkLst>
        </pc:spChg>
        <pc:spChg chg="add mod">
          <ac:chgData name="Michael Aristodemou" userId="8f856845a52b247d" providerId="LiveId" clId="{C154C21A-E434-4F66-B5AD-9BF8E6CFD023}" dt="2025-11-05T10:22:46.831" v="361" actId="1076"/>
          <ac:spMkLst>
            <pc:docMk/>
            <pc:sldMk cId="2779071471" sldId="364"/>
            <ac:spMk id="9" creationId="{F90EF752-3EF1-9824-AB4D-91769871D381}"/>
          </ac:spMkLst>
        </pc:spChg>
        <pc:spChg chg="add mod">
          <ac:chgData name="Michael Aristodemou" userId="8f856845a52b247d" providerId="LiveId" clId="{C154C21A-E434-4F66-B5AD-9BF8E6CFD023}" dt="2025-11-05T13:24:23.982" v="906" actId="1076"/>
          <ac:spMkLst>
            <pc:docMk/>
            <pc:sldMk cId="2779071471" sldId="364"/>
            <ac:spMk id="10" creationId="{9B45A3CC-7058-67F4-2BE5-58D2ECF09477}"/>
          </ac:spMkLst>
        </pc:spChg>
        <pc:spChg chg="add mod">
          <ac:chgData name="Michael Aristodemou" userId="8f856845a52b247d" providerId="LiveId" clId="{C154C21A-E434-4F66-B5AD-9BF8E6CFD023}" dt="2025-11-05T11:17:29.527" v="849" actId="1076"/>
          <ac:spMkLst>
            <pc:docMk/>
            <pc:sldMk cId="2779071471" sldId="364"/>
            <ac:spMk id="11" creationId="{F7E5163C-D741-51C9-17C9-446DD8100FFB}"/>
          </ac:spMkLst>
        </pc:spChg>
      </pc:sldChg>
      <pc:sldChg chg="addSp modSp add mod">
        <pc:chgData name="Michael Aristodemou" userId="8f856845a52b247d" providerId="LiveId" clId="{C154C21A-E434-4F66-B5AD-9BF8E6CFD023}" dt="2025-11-05T16:03:37.999" v="1185" actId="1076"/>
        <pc:sldMkLst>
          <pc:docMk/>
          <pc:sldMk cId="3595760510" sldId="365"/>
        </pc:sldMkLst>
        <pc:spChg chg="mod">
          <ac:chgData name="Michael Aristodemou" userId="8f856845a52b247d" providerId="LiveId" clId="{C154C21A-E434-4F66-B5AD-9BF8E6CFD023}" dt="2025-11-05T16:03:37.999" v="1185" actId="1076"/>
          <ac:spMkLst>
            <pc:docMk/>
            <pc:sldMk cId="3595760510" sldId="365"/>
            <ac:spMk id="2" creationId="{5E83C633-6580-2358-1CFC-FC603E782D78}"/>
          </ac:spMkLst>
        </pc:spChg>
        <pc:spChg chg="add mod">
          <ac:chgData name="Michael Aristodemou" userId="8f856845a52b247d" providerId="LiveId" clId="{C154C21A-E434-4F66-B5AD-9BF8E6CFD023}" dt="2025-11-05T16:03:37.999" v="1185" actId="1076"/>
          <ac:spMkLst>
            <pc:docMk/>
            <pc:sldMk cId="3595760510" sldId="365"/>
            <ac:spMk id="3" creationId="{BFB676A0-CB04-6524-F0B7-586DE8979D6C}"/>
          </ac:spMkLst>
        </pc:spChg>
      </pc:sldChg>
      <pc:sldChg chg="addSp delSp modSp new mod ord">
        <pc:chgData name="Michael Aristodemou" userId="8f856845a52b247d" providerId="LiveId" clId="{C154C21A-E434-4F66-B5AD-9BF8E6CFD023}" dt="2025-11-05T15:55:09.363" v="1085" actId="21"/>
        <pc:sldMkLst>
          <pc:docMk/>
          <pc:sldMk cId="1853057511" sldId="366"/>
        </pc:sldMkLst>
        <pc:spChg chg="mod">
          <ac:chgData name="Michael Aristodemou" userId="8f856845a52b247d" providerId="LiveId" clId="{C154C21A-E434-4F66-B5AD-9BF8E6CFD023}" dt="2025-11-05T10:01:39.690" v="263" actId="20577"/>
          <ac:spMkLst>
            <pc:docMk/>
            <pc:sldMk cId="1853057511" sldId="366"/>
            <ac:spMk id="2" creationId="{E9844FD5-FA6A-32BC-713A-E3F97CBEFC49}"/>
          </ac:spMkLst>
        </pc:spChg>
        <pc:picChg chg="add mod">
          <ac:chgData name="Michael Aristodemou" userId="8f856845a52b247d" providerId="LiveId" clId="{C154C21A-E434-4F66-B5AD-9BF8E6CFD023}" dt="2025-11-05T10:06:33.506" v="274" actId="1076"/>
          <ac:picMkLst>
            <pc:docMk/>
            <pc:sldMk cId="1853057511" sldId="366"/>
            <ac:picMk id="8" creationId="{D096C5BC-4DD3-8114-1501-783AD1E415FF}"/>
          </ac:picMkLst>
        </pc:picChg>
      </pc:sldChg>
      <pc:sldChg chg="addSp delSp modSp new mod ord">
        <pc:chgData name="Michael Aristodemou" userId="8f856845a52b247d" providerId="LiveId" clId="{C154C21A-E434-4F66-B5AD-9BF8E6CFD023}" dt="2025-11-05T10:19:43.273" v="357" actId="1076"/>
        <pc:sldMkLst>
          <pc:docMk/>
          <pc:sldMk cId="3625759079" sldId="367"/>
        </pc:sldMkLst>
        <pc:spChg chg="add mod">
          <ac:chgData name="Michael Aristodemou" userId="8f856845a52b247d" providerId="LiveId" clId="{C154C21A-E434-4F66-B5AD-9BF8E6CFD023}" dt="2025-11-05T10:17:23.730" v="344" actId="255"/>
          <ac:spMkLst>
            <pc:docMk/>
            <pc:sldMk cId="3625759079" sldId="367"/>
            <ac:spMk id="6" creationId="{31B54297-34D1-1F0F-F606-C2B3295F9923}"/>
          </ac:spMkLst>
        </pc:spChg>
        <pc:spChg chg="add mod">
          <ac:chgData name="Michael Aristodemou" userId="8f856845a52b247d" providerId="LiveId" clId="{C154C21A-E434-4F66-B5AD-9BF8E6CFD023}" dt="2025-11-05T10:17:33.216" v="356" actId="20577"/>
          <ac:spMkLst>
            <pc:docMk/>
            <pc:sldMk cId="3625759079" sldId="367"/>
            <ac:spMk id="7" creationId="{3A8126E1-68B0-385A-70B2-65DC6F43E4F1}"/>
          </ac:spMkLst>
        </pc:spChg>
        <pc:picChg chg="add mod">
          <ac:chgData name="Michael Aristodemou" userId="8f856845a52b247d" providerId="LiveId" clId="{C154C21A-E434-4F66-B5AD-9BF8E6CFD023}" dt="2025-11-05T10:16:34.384" v="292" actId="1076"/>
          <ac:picMkLst>
            <pc:docMk/>
            <pc:sldMk cId="3625759079" sldId="367"/>
            <ac:picMk id="4" creationId="{60893A46-0AAE-6A4C-8F45-EF8B269B219A}"/>
          </ac:picMkLst>
        </pc:picChg>
        <pc:picChg chg="add mod">
          <ac:chgData name="Michael Aristodemou" userId="8f856845a52b247d" providerId="LiveId" clId="{C154C21A-E434-4F66-B5AD-9BF8E6CFD023}" dt="2025-11-05T10:19:43.273" v="357" actId="1076"/>
          <ac:picMkLst>
            <pc:docMk/>
            <pc:sldMk cId="3625759079" sldId="367"/>
            <ac:picMk id="5" creationId="{306AADE7-9507-4565-C4D8-EB25202485BF}"/>
          </ac:picMkLst>
        </pc:picChg>
      </pc:sldChg>
      <pc:sldChg chg="addSp delSp modSp new mod">
        <pc:chgData name="Michael Aristodemou" userId="8f856845a52b247d" providerId="LiveId" clId="{C154C21A-E434-4F66-B5AD-9BF8E6CFD023}" dt="2025-11-05T10:53:59.163" v="760" actId="1076"/>
        <pc:sldMkLst>
          <pc:docMk/>
          <pc:sldMk cId="3743311715" sldId="368"/>
        </pc:sldMkLst>
        <pc:spChg chg="mod">
          <ac:chgData name="Michael Aristodemou" userId="8f856845a52b247d" providerId="LiveId" clId="{C154C21A-E434-4F66-B5AD-9BF8E6CFD023}" dt="2025-11-05T10:53:59.163" v="760" actId="1076"/>
          <ac:spMkLst>
            <pc:docMk/>
            <pc:sldMk cId="3743311715" sldId="368"/>
            <ac:spMk id="2" creationId="{F998C16D-5813-63E9-0DAA-DD0BCFAD1AD7}"/>
          </ac:spMkLst>
        </pc:spChg>
        <pc:spChg chg="add mod">
          <ac:chgData name="Michael Aristodemou" userId="8f856845a52b247d" providerId="LiveId" clId="{C154C21A-E434-4F66-B5AD-9BF8E6CFD023}" dt="2025-11-05T10:47:04.980" v="756" actId="207"/>
          <ac:spMkLst>
            <pc:docMk/>
            <pc:sldMk cId="3743311715" sldId="368"/>
            <ac:spMk id="4" creationId="{C7F84495-FEEB-96D9-7067-5D0DBFE7EE77}"/>
          </ac:spMkLst>
        </pc:spChg>
        <pc:spChg chg="add mod">
          <ac:chgData name="Michael Aristodemou" userId="8f856845a52b247d" providerId="LiveId" clId="{C154C21A-E434-4F66-B5AD-9BF8E6CFD023}" dt="2025-11-05T10:47:07.729" v="757" actId="207"/>
          <ac:spMkLst>
            <pc:docMk/>
            <pc:sldMk cId="3743311715" sldId="368"/>
            <ac:spMk id="7" creationId="{925B6800-9BE7-05DC-39FF-0D536B79080B}"/>
          </ac:spMkLst>
        </pc:spChg>
        <pc:picChg chg="add mod ord">
          <ac:chgData name="Michael Aristodemou" userId="8f856845a52b247d" providerId="LiveId" clId="{C154C21A-E434-4F66-B5AD-9BF8E6CFD023}" dt="2025-11-05T10:32:12.095" v="424" actId="1076"/>
          <ac:picMkLst>
            <pc:docMk/>
            <pc:sldMk cId="3743311715" sldId="368"/>
            <ac:picMk id="6" creationId="{E2EC5FDD-D903-0913-2EF0-F7F7FEFEEF50}"/>
          </ac:picMkLst>
        </pc:picChg>
      </pc:sldChg>
      <pc:sldChg chg="delSp modSp new mod">
        <pc:chgData name="Michael Aristodemou" userId="8f856845a52b247d" providerId="LiveId" clId="{C154C21A-E434-4F66-B5AD-9BF8E6CFD023}" dt="2025-11-05T11:07:41.295" v="785" actId="20577"/>
        <pc:sldMkLst>
          <pc:docMk/>
          <pc:sldMk cId="480880534" sldId="369"/>
        </pc:sldMkLst>
        <pc:spChg chg="mod">
          <ac:chgData name="Michael Aristodemou" userId="8f856845a52b247d" providerId="LiveId" clId="{C154C21A-E434-4F66-B5AD-9BF8E6CFD023}" dt="2025-11-05T11:07:41.295" v="785" actId="20577"/>
          <ac:spMkLst>
            <pc:docMk/>
            <pc:sldMk cId="480880534" sldId="369"/>
            <ac:spMk id="2" creationId="{85BE0984-2CB5-1A93-7333-2B9139E17367}"/>
          </ac:spMkLst>
        </pc:spChg>
      </pc:sldChg>
      <pc:sldChg chg="addSp delSp modSp new mod modNotesTx">
        <pc:chgData name="Michael Aristodemou" userId="8f856845a52b247d" providerId="LiveId" clId="{C154C21A-E434-4F66-B5AD-9BF8E6CFD023}" dt="2025-11-05T11:17:27.760" v="848" actId="1076"/>
        <pc:sldMkLst>
          <pc:docMk/>
          <pc:sldMk cId="2725242397" sldId="370"/>
        </pc:sldMkLst>
        <pc:spChg chg="mod">
          <ac:chgData name="Michael Aristodemou" userId="8f856845a52b247d" providerId="LiveId" clId="{C154C21A-E434-4F66-B5AD-9BF8E6CFD023}" dt="2025-11-05T10:44:36.015" v="755" actId="1036"/>
          <ac:spMkLst>
            <pc:docMk/>
            <pc:sldMk cId="2725242397" sldId="370"/>
            <ac:spMk id="2" creationId="{1AE76B89-50A6-8C45-2224-E16448CC42CB}"/>
          </ac:spMkLst>
        </pc:spChg>
        <pc:spChg chg="add mod">
          <ac:chgData name="Michael Aristodemou" userId="8f856845a52b247d" providerId="LiveId" clId="{C154C21A-E434-4F66-B5AD-9BF8E6CFD023}" dt="2025-11-05T11:17:27.760" v="848" actId="1076"/>
          <ac:spMkLst>
            <pc:docMk/>
            <pc:sldMk cId="2725242397" sldId="370"/>
            <ac:spMk id="6" creationId="{626E36EA-2797-65BC-4347-8B00AA264B81}"/>
          </ac:spMkLst>
        </pc:spChg>
        <pc:picChg chg="add mod">
          <ac:chgData name="Michael Aristodemou" userId="8f856845a52b247d" providerId="LiveId" clId="{C154C21A-E434-4F66-B5AD-9BF8E6CFD023}" dt="2025-11-05T10:44:25.390" v="746" actId="1076"/>
          <ac:picMkLst>
            <pc:docMk/>
            <pc:sldMk cId="2725242397" sldId="370"/>
            <ac:picMk id="5" creationId="{E28BD0E7-1486-4A72-AB88-AA64E4AC6CF7}"/>
          </ac:picMkLst>
        </pc:picChg>
      </pc:sldChg>
      <pc:sldChg chg="addSp delSp modSp add mod ord">
        <pc:chgData name="Michael Aristodemou" userId="8f856845a52b247d" providerId="LiveId" clId="{C154C21A-E434-4F66-B5AD-9BF8E6CFD023}" dt="2025-11-05T13:23:05.547" v="904" actId="21"/>
        <pc:sldMkLst>
          <pc:docMk/>
          <pc:sldMk cId="618412020" sldId="372"/>
        </pc:sldMkLst>
        <pc:spChg chg="mod">
          <ac:chgData name="Michael Aristodemou" userId="8f856845a52b247d" providerId="LiveId" clId="{C154C21A-E434-4F66-B5AD-9BF8E6CFD023}" dt="2025-11-05T13:10:38.370" v="901" actId="20577"/>
          <ac:spMkLst>
            <pc:docMk/>
            <pc:sldMk cId="618412020" sldId="372"/>
            <ac:spMk id="2" creationId="{7CFF5A52-1963-F9F2-6D59-67151980D602}"/>
          </ac:spMkLst>
        </pc:spChg>
      </pc:sldChg>
      <pc:sldChg chg="addSp delSp modSp new mod">
        <pc:chgData name="Michael Aristodemou" userId="8f856845a52b247d" providerId="LiveId" clId="{C154C21A-E434-4F66-B5AD-9BF8E6CFD023}" dt="2025-11-05T14:47:49.138" v="993" actId="1076"/>
        <pc:sldMkLst>
          <pc:docMk/>
          <pc:sldMk cId="981136083" sldId="373"/>
        </pc:sldMkLst>
        <pc:spChg chg="mod">
          <ac:chgData name="Michael Aristodemou" userId="8f856845a52b247d" providerId="LiveId" clId="{C154C21A-E434-4F66-B5AD-9BF8E6CFD023}" dt="2025-11-05T13:28:35.103" v="992" actId="20577"/>
          <ac:spMkLst>
            <pc:docMk/>
            <pc:sldMk cId="981136083" sldId="373"/>
            <ac:spMk id="2" creationId="{EF950ABE-C572-1D00-EB9D-6881EF4D3A89}"/>
          </ac:spMkLst>
        </pc:spChg>
        <pc:spChg chg="add mod">
          <ac:chgData name="Michael Aristodemou" userId="8f856845a52b247d" providerId="LiveId" clId="{C154C21A-E434-4F66-B5AD-9BF8E6CFD023}" dt="2025-11-05T13:26:28.475" v="935" actId="1076"/>
          <ac:spMkLst>
            <pc:docMk/>
            <pc:sldMk cId="981136083" sldId="373"/>
            <ac:spMk id="4" creationId="{DDAD3FFC-9D7D-0717-CE34-8874D4C420B3}"/>
          </ac:spMkLst>
        </pc:spChg>
        <pc:spChg chg="add mod">
          <ac:chgData name="Michael Aristodemou" userId="8f856845a52b247d" providerId="LiveId" clId="{C154C21A-E434-4F66-B5AD-9BF8E6CFD023}" dt="2025-11-05T13:28:17.190" v="957" actId="20577"/>
          <ac:spMkLst>
            <pc:docMk/>
            <pc:sldMk cId="981136083" sldId="373"/>
            <ac:spMk id="5" creationId="{8C08C7FC-54B0-4B6A-C742-5952E1924C18}"/>
          </ac:spMkLst>
        </pc:spChg>
        <pc:spChg chg="add mod">
          <ac:chgData name="Michael Aristodemou" userId="8f856845a52b247d" providerId="LiveId" clId="{C154C21A-E434-4F66-B5AD-9BF8E6CFD023}" dt="2025-11-05T14:47:49.138" v="993" actId="1076"/>
          <ac:spMkLst>
            <pc:docMk/>
            <pc:sldMk cId="981136083" sldId="373"/>
            <ac:spMk id="6" creationId="{780E565E-D8EA-F51E-6D45-1DE42FE526ED}"/>
          </ac:spMkLst>
        </pc:spChg>
      </pc:sldChg>
      <pc:sldChg chg="addSp delSp modSp new mod ord">
        <pc:chgData name="Michael Aristodemou" userId="8f856845a52b247d" providerId="LiveId" clId="{C154C21A-E434-4F66-B5AD-9BF8E6CFD023}" dt="2025-11-05T16:04:43.992" v="1186" actId="20577"/>
        <pc:sldMkLst>
          <pc:docMk/>
          <pc:sldMk cId="266771786" sldId="374"/>
        </pc:sldMkLst>
        <pc:spChg chg="mod">
          <ac:chgData name="Michael Aristodemou" userId="8f856845a52b247d" providerId="LiveId" clId="{C154C21A-E434-4F66-B5AD-9BF8E6CFD023}" dt="2025-11-05T14:58:23.169" v="1036" actId="20577"/>
          <ac:spMkLst>
            <pc:docMk/>
            <pc:sldMk cId="266771786" sldId="374"/>
            <ac:spMk id="2" creationId="{8EA52BF4-0FA7-B146-EF33-7D6F9A2992FD}"/>
          </ac:spMkLst>
        </pc:spChg>
        <pc:spChg chg="add mod">
          <ac:chgData name="Michael Aristodemou" userId="8f856845a52b247d" providerId="LiveId" clId="{C154C21A-E434-4F66-B5AD-9BF8E6CFD023}" dt="2025-11-05T14:58:36.648" v="1038"/>
          <ac:spMkLst>
            <pc:docMk/>
            <pc:sldMk cId="266771786" sldId="374"/>
            <ac:spMk id="4" creationId="{B1025F8A-0B03-AA9E-77DB-B152B74D3A31}"/>
          </ac:spMkLst>
        </pc:spChg>
        <pc:spChg chg="add mod">
          <ac:chgData name="Michael Aristodemou" userId="8f856845a52b247d" providerId="LiveId" clId="{C154C21A-E434-4F66-B5AD-9BF8E6CFD023}" dt="2025-11-05T16:04:43.992" v="1186" actId="20577"/>
          <ac:spMkLst>
            <pc:docMk/>
            <pc:sldMk cId="266771786" sldId="374"/>
            <ac:spMk id="5" creationId="{225B2CF5-16A6-EC8C-74CA-71A03E599783}"/>
          </ac:spMkLst>
        </pc:spChg>
        <pc:spChg chg="add mod">
          <ac:chgData name="Michael Aristodemou" userId="8f856845a52b247d" providerId="LiveId" clId="{C154C21A-E434-4F66-B5AD-9BF8E6CFD023}" dt="2025-11-05T15:01:19.562" v="1080" actId="1076"/>
          <ac:spMkLst>
            <pc:docMk/>
            <pc:sldMk cId="266771786" sldId="374"/>
            <ac:spMk id="6" creationId="{393CD4F5-9D4E-93D0-0ED3-A916C3101A21}"/>
          </ac:spMkLst>
        </pc:spChg>
      </pc:sldChg>
      <pc:sldChg chg="addSp delSp modSp new mod ord">
        <pc:chgData name="Michael Aristodemou" userId="8f856845a52b247d" providerId="LiveId" clId="{C154C21A-E434-4F66-B5AD-9BF8E6CFD023}" dt="2025-11-05T16:02:35.221" v="1182"/>
        <pc:sldMkLst>
          <pc:docMk/>
          <pc:sldMk cId="3375045586" sldId="375"/>
        </pc:sldMkLst>
        <pc:spChg chg="add mod">
          <ac:chgData name="Michael Aristodemou" userId="8f856845a52b247d" providerId="LiveId" clId="{C154C21A-E434-4F66-B5AD-9BF8E6CFD023}" dt="2025-11-05T15:56:17.978" v="1107" actId="21"/>
          <ac:spMkLst>
            <pc:docMk/>
            <pc:sldMk cId="3375045586" sldId="375"/>
            <ac:spMk id="4" creationId="{49E2EA10-4DEC-52B8-3F93-5700CF33E3FF}"/>
          </ac:spMkLst>
        </pc:spChg>
        <pc:spChg chg="add mod">
          <ac:chgData name="Michael Aristodemou" userId="8f856845a52b247d" providerId="LiveId" clId="{C154C21A-E434-4F66-B5AD-9BF8E6CFD023}" dt="2025-11-05T15:58:20.503" v="1154" actId="1076"/>
          <ac:spMkLst>
            <pc:docMk/>
            <pc:sldMk cId="3375045586" sldId="375"/>
            <ac:spMk id="5" creationId="{3A937E51-70A4-23B0-3A92-A64A9FDFD281}"/>
          </ac:spMkLst>
        </pc:spChg>
        <pc:spChg chg="add mod">
          <ac:chgData name="Michael Aristodemou" userId="8f856845a52b247d" providerId="LiveId" clId="{C154C21A-E434-4F66-B5AD-9BF8E6CFD023}" dt="2025-11-05T15:58:13.851" v="1152" actId="1076"/>
          <ac:spMkLst>
            <pc:docMk/>
            <pc:sldMk cId="3375045586" sldId="375"/>
            <ac:spMk id="6" creationId="{C9F61FD9-7C3C-E5E4-2BD2-98499710AB9F}"/>
          </ac:spMkLst>
        </pc:spChg>
        <pc:picChg chg="add mod">
          <ac:chgData name="Michael Aristodemou" userId="8f856845a52b247d" providerId="LiveId" clId="{C154C21A-E434-4F66-B5AD-9BF8E6CFD023}" dt="2025-11-05T15:55:25.777" v="1090" actId="1076"/>
          <ac:picMkLst>
            <pc:docMk/>
            <pc:sldMk cId="3375045586" sldId="375"/>
            <ac:picMk id="10" creationId="{DBFBFFAD-287B-A445-DFEA-A6A110B02C50}"/>
          </ac:picMkLst>
        </pc:picChg>
        <pc:cxnChg chg="add mod">
          <ac:chgData name="Michael Aristodemou" userId="8f856845a52b247d" providerId="LiveId" clId="{C154C21A-E434-4F66-B5AD-9BF8E6CFD023}" dt="2025-11-05T15:58:59.958" v="1162" actId="1076"/>
          <ac:cxnSpMkLst>
            <pc:docMk/>
            <pc:sldMk cId="3375045586" sldId="375"/>
            <ac:cxnSpMk id="8" creationId="{187334FD-02C1-0EFB-2E2D-877B91C9A788}"/>
          </ac:cxnSpMkLst>
        </pc:cxnChg>
      </pc:sldChg>
      <pc:sldChg chg="addSp delSp modSp add mod ord">
        <pc:chgData name="Michael Aristodemou" userId="8f856845a52b247d" providerId="LiveId" clId="{C154C21A-E434-4F66-B5AD-9BF8E6CFD023}" dt="2025-11-05T16:02:35.221" v="1182"/>
        <pc:sldMkLst>
          <pc:docMk/>
          <pc:sldMk cId="1635800705" sldId="376"/>
        </pc:sldMkLst>
        <pc:spChg chg="mod">
          <ac:chgData name="Michael Aristodemou" userId="8f856845a52b247d" providerId="LiveId" clId="{C154C21A-E434-4F66-B5AD-9BF8E6CFD023}" dt="2025-11-05T16:01:43.725" v="1180" actId="1036"/>
          <ac:spMkLst>
            <pc:docMk/>
            <pc:sldMk cId="1635800705" sldId="376"/>
            <ac:spMk id="5" creationId="{4F916FC5-F8C8-FB1E-DB19-2B01F8412209}"/>
          </ac:spMkLst>
        </pc:spChg>
        <pc:spChg chg="mod">
          <ac:chgData name="Michael Aristodemou" userId="8f856845a52b247d" providerId="LiveId" clId="{C154C21A-E434-4F66-B5AD-9BF8E6CFD023}" dt="2025-11-05T16:01:43.725" v="1180" actId="1036"/>
          <ac:spMkLst>
            <pc:docMk/>
            <pc:sldMk cId="1635800705" sldId="376"/>
            <ac:spMk id="6" creationId="{350B334E-7641-D748-C5A7-063B520C8B32}"/>
          </ac:spMkLst>
        </pc:spChg>
        <pc:picChg chg="add mod ord">
          <ac:chgData name="Michael Aristodemou" userId="8f856845a52b247d" providerId="LiveId" clId="{C154C21A-E434-4F66-B5AD-9BF8E6CFD023}" dt="2025-11-05T16:01:33.291" v="1174" actId="1076"/>
          <ac:picMkLst>
            <pc:docMk/>
            <pc:sldMk cId="1635800705" sldId="376"/>
            <ac:picMk id="3" creationId="{5B8CF6A7-1126-B0E1-0605-6113A2D500C5}"/>
          </ac:picMkLst>
        </pc:picChg>
        <pc:cxnChg chg="mod">
          <ac:chgData name="Michael Aristodemou" userId="8f856845a52b247d" providerId="LiveId" clId="{C154C21A-E434-4F66-B5AD-9BF8E6CFD023}" dt="2025-11-05T16:01:43.725" v="1180" actId="1036"/>
          <ac:cxnSpMkLst>
            <pc:docMk/>
            <pc:sldMk cId="1635800705" sldId="376"/>
            <ac:cxnSpMk id="8" creationId="{1542E636-7FC1-BEF2-C35B-079568D5627D}"/>
          </ac:cxnSpMkLst>
        </pc:cxnChg>
      </pc:sldChg>
      <pc:sldChg chg="modSp new mod">
        <pc:chgData name="Michael Aristodemou" userId="8f856845a52b247d" providerId="LiveId" clId="{C154C21A-E434-4F66-B5AD-9BF8E6CFD023}" dt="2025-11-05T16:45:36.981" v="2303" actId="20577"/>
        <pc:sldMkLst>
          <pc:docMk/>
          <pc:sldMk cId="3642396920" sldId="377"/>
        </pc:sldMkLst>
        <pc:spChg chg="mod">
          <ac:chgData name="Michael Aristodemou" userId="8f856845a52b247d" providerId="LiveId" clId="{C154C21A-E434-4F66-B5AD-9BF8E6CFD023}" dt="2025-11-05T16:08:34.268" v="1504" actId="207"/>
          <ac:spMkLst>
            <pc:docMk/>
            <pc:sldMk cId="3642396920" sldId="377"/>
            <ac:spMk id="2" creationId="{39945022-8921-69AF-0F92-F15954FBD409}"/>
          </ac:spMkLst>
        </pc:spChg>
        <pc:spChg chg="mod">
          <ac:chgData name="Michael Aristodemou" userId="8f856845a52b247d" providerId="LiveId" clId="{C154C21A-E434-4F66-B5AD-9BF8E6CFD023}" dt="2025-11-05T16:45:36.981" v="2303" actId="20577"/>
          <ac:spMkLst>
            <pc:docMk/>
            <pc:sldMk cId="3642396920" sldId="377"/>
            <ac:spMk id="3" creationId="{CE8E1793-91EE-99D6-8630-CB838AC7A3C1}"/>
          </ac:spMkLst>
        </pc:spChg>
      </pc:sldChg>
      <pc:sldChg chg="delSp modSp new mod">
        <pc:chgData name="Michael Aristodemou" userId="8f856845a52b247d" providerId="LiveId" clId="{C154C21A-E434-4F66-B5AD-9BF8E6CFD023}" dt="2025-11-05T16:11:53.964" v="1828" actId="114"/>
        <pc:sldMkLst>
          <pc:docMk/>
          <pc:sldMk cId="593936260" sldId="378"/>
        </pc:sldMkLst>
        <pc:spChg chg="mod">
          <ac:chgData name="Michael Aristodemou" userId="8f856845a52b247d" providerId="LiveId" clId="{C154C21A-E434-4F66-B5AD-9BF8E6CFD023}" dt="2025-11-05T16:11:53.964" v="1828" actId="114"/>
          <ac:spMkLst>
            <pc:docMk/>
            <pc:sldMk cId="593936260" sldId="378"/>
            <ac:spMk id="2" creationId="{39EFF6E1-443B-6A12-05E1-F324428D13A7}"/>
          </ac:spMkLst>
        </pc:spChg>
      </pc:sldChg>
      <pc:sldChg chg="addSp delSp modSp new mod">
        <pc:chgData name="Michael Aristodemou" userId="8f856845a52b247d" providerId="LiveId" clId="{C154C21A-E434-4F66-B5AD-9BF8E6CFD023}" dt="2025-11-05T16:13:47.756" v="1885" actId="1076"/>
        <pc:sldMkLst>
          <pc:docMk/>
          <pc:sldMk cId="1427101803" sldId="379"/>
        </pc:sldMkLst>
        <pc:spChg chg="mod">
          <ac:chgData name="Michael Aristodemou" userId="8f856845a52b247d" providerId="LiveId" clId="{C154C21A-E434-4F66-B5AD-9BF8E6CFD023}" dt="2025-11-05T16:12:13.832" v="1870" actId="20577"/>
          <ac:spMkLst>
            <pc:docMk/>
            <pc:sldMk cId="1427101803" sldId="379"/>
            <ac:spMk id="2" creationId="{AD58F642-08FF-CC3A-E5E3-0FDA7B5A7B83}"/>
          </ac:spMkLst>
        </pc:spChg>
        <pc:spChg chg="add mod">
          <ac:chgData name="Michael Aristodemou" userId="8f856845a52b247d" providerId="LiveId" clId="{C154C21A-E434-4F66-B5AD-9BF8E6CFD023}" dt="2025-11-05T16:13:44.681" v="1884" actId="1076"/>
          <ac:spMkLst>
            <pc:docMk/>
            <pc:sldMk cId="1427101803" sldId="379"/>
            <ac:spMk id="4" creationId="{A748D655-7FD0-AFBD-FAB5-1F0A1936F5BE}"/>
          </ac:spMkLst>
        </pc:spChg>
        <pc:spChg chg="add mod">
          <ac:chgData name="Michael Aristodemou" userId="8f856845a52b247d" providerId="LiveId" clId="{C154C21A-E434-4F66-B5AD-9BF8E6CFD023}" dt="2025-11-05T16:13:47.756" v="1885" actId="1076"/>
          <ac:spMkLst>
            <pc:docMk/>
            <pc:sldMk cId="1427101803" sldId="379"/>
            <ac:spMk id="5" creationId="{58BF69BF-28CE-0D65-DEEB-EDEAB83EF42E}"/>
          </ac:spMkLst>
        </pc:spChg>
        <pc:picChg chg="add mod">
          <ac:chgData name="Michael Aristodemou" userId="8f856845a52b247d" providerId="LiveId" clId="{C154C21A-E434-4F66-B5AD-9BF8E6CFD023}" dt="2025-11-05T16:13:01.310" v="1873" actId="1076"/>
          <ac:picMkLst>
            <pc:docMk/>
            <pc:sldMk cId="1427101803" sldId="379"/>
            <ac:picMk id="6" creationId="{96734610-5A18-1B0E-22DD-C6A79E55A007}"/>
          </ac:picMkLst>
        </pc:picChg>
        <pc:picChg chg="add mod">
          <ac:chgData name="Michael Aristodemou" userId="8f856845a52b247d" providerId="LiveId" clId="{C154C21A-E434-4F66-B5AD-9BF8E6CFD023}" dt="2025-11-05T16:13:01.310" v="1873" actId="1076"/>
          <ac:picMkLst>
            <pc:docMk/>
            <pc:sldMk cId="1427101803" sldId="379"/>
            <ac:picMk id="7" creationId="{860E7916-7F7D-A710-7B39-08A308CA9E43}"/>
          </ac:picMkLst>
        </pc:picChg>
      </pc:sldChg>
      <pc:sldChg chg="addSp delSp modSp new mod">
        <pc:chgData name="Michael Aristodemou" userId="8f856845a52b247d" providerId="LiveId" clId="{C154C21A-E434-4F66-B5AD-9BF8E6CFD023}" dt="2025-11-05T16:16:31.619" v="1960" actId="1076"/>
        <pc:sldMkLst>
          <pc:docMk/>
          <pc:sldMk cId="1212639466" sldId="380"/>
        </pc:sldMkLst>
        <pc:spChg chg="mod">
          <ac:chgData name="Michael Aristodemou" userId="8f856845a52b247d" providerId="LiveId" clId="{C154C21A-E434-4F66-B5AD-9BF8E6CFD023}" dt="2025-11-05T16:14:16.077" v="1931" actId="20577"/>
          <ac:spMkLst>
            <pc:docMk/>
            <pc:sldMk cId="1212639466" sldId="380"/>
            <ac:spMk id="2" creationId="{C2D51BF1-84ED-0989-6E9D-F159764C2873}"/>
          </ac:spMkLst>
        </pc:spChg>
        <pc:spChg chg="add mod">
          <ac:chgData name="Michael Aristodemou" userId="8f856845a52b247d" providerId="LiveId" clId="{C154C21A-E434-4F66-B5AD-9BF8E6CFD023}" dt="2025-11-05T16:16:24.445" v="1959" actId="404"/>
          <ac:spMkLst>
            <pc:docMk/>
            <pc:sldMk cId="1212639466" sldId="380"/>
            <ac:spMk id="4" creationId="{C9195548-C63B-2751-D05D-6ADA323DC15E}"/>
          </ac:spMkLst>
        </pc:spChg>
        <pc:spChg chg="add mod">
          <ac:chgData name="Michael Aristodemou" userId="8f856845a52b247d" providerId="LiveId" clId="{C154C21A-E434-4F66-B5AD-9BF8E6CFD023}" dt="2025-11-05T16:16:24.445" v="1959" actId="404"/>
          <ac:spMkLst>
            <pc:docMk/>
            <pc:sldMk cId="1212639466" sldId="380"/>
            <ac:spMk id="5" creationId="{80CD2B88-0DFE-3B35-518F-DAACA0D3B1C3}"/>
          </ac:spMkLst>
        </pc:spChg>
        <pc:picChg chg="add mod">
          <ac:chgData name="Michael Aristodemou" userId="8f856845a52b247d" providerId="LiveId" clId="{C154C21A-E434-4F66-B5AD-9BF8E6CFD023}" dt="2025-11-05T16:16:31.619" v="1960" actId="1076"/>
          <ac:picMkLst>
            <pc:docMk/>
            <pc:sldMk cId="1212639466" sldId="380"/>
            <ac:picMk id="6" creationId="{9C643950-8519-6743-3C52-BF634211FFF3}"/>
          </ac:picMkLst>
        </pc:picChg>
        <pc:picChg chg="add mod">
          <ac:chgData name="Michael Aristodemou" userId="8f856845a52b247d" providerId="LiveId" clId="{C154C21A-E434-4F66-B5AD-9BF8E6CFD023}" dt="2025-11-05T16:16:31.619" v="1960" actId="1076"/>
          <ac:picMkLst>
            <pc:docMk/>
            <pc:sldMk cId="1212639466" sldId="380"/>
            <ac:picMk id="7" creationId="{AC41A4CB-0368-DF4B-C68B-222D3CBD5650}"/>
          </ac:picMkLst>
        </pc:picChg>
      </pc:sldChg>
      <pc:sldChg chg="addSp delSp modSp new mod">
        <pc:chgData name="Michael Aristodemou" userId="8f856845a52b247d" providerId="LiveId" clId="{C154C21A-E434-4F66-B5AD-9BF8E6CFD023}" dt="2025-11-05T16:45:04.976" v="2299" actId="1076"/>
        <pc:sldMkLst>
          <pc:docMk/>
          <pc:sldMk cId="414082250" sldId="381"/>
        </pc:sldMkLst>
        <pc:picChg chg="add mod">
          <ac:chgData name="Michael Aristodemou" userId="8f856845a52b247d" providerId="LiveId" clId="{C154C21A-E434-4F66-B5AD-9BF8E6CFD023}" dt="2025-11-05T16:45:01.856" v="2298" actId="1076"/>
          <ac:picMkLst>
            <pc:docMk/>
            <pc:sldMk cId="414082250" sldId="381"/>
            <ac:picMk id="5" creationId="{090EF471-4498-4780-D263-EDC6FAD684C5}"/>
          </ac:picMkLst>
        </pc:picChg>
        <pc:picChg chg="add mod">
          <ac:chgData name="Michael Aristodemou" userId="8f856845a52b247d" providerId="LiveId" clId="{C154C21A-E434-4F66-B5AD-9BF8E6CFD023}" dt="2025-11-05T16:45:04.976" v="2299" actId="1076"/>
          <ac:picMkLst>
            <pc:docMk/>
            <pc:sldMk cId="414082250" sldId="381"/>
            <ac:picMk id="7" creationId="{072BA70D-4AD7-1ABB-BF48-BB32CE9FD675}"/>
          </ac:picMkLst>
        </pc:picChg>
      </pc:sldChg>
      <pc:sldChg chg="modSp new mod">
        <pc:chgData name="Michael Aristodemou" userId="8f856845a52b247d" providerId="LiveId" clId="{C154C21A-E434-4F66-B5AD-9BF8E6CFD023}" dt="2025-11-05T16:45:50.300" v="2339" actId="5793"/>
        <pc:sldMkLst>
          <pc:docMk/>
          <pc:sldMk cId="2109527404" sldId="382"/>
        </pc:sldMkLst>
        <pc:spChg chg="mod">
          <ac:chgData name="Michael Aristodemou" userId="8f856845a52b247d" providerId="LiveId" clId="{C154C21A-E434-4F66-B5AD-9BF8E6CFD023}" dt="2025-11-05T16:45:50.300" v="2339" actId="5793"/>
          <ac:spMkLst>
            <pc:docMk/>
            <pc:sldMk cId="2109527404" sldId="382"/>
            <ac:spMk id="2" creationId="{EF4F05AD-1007-1C45-E6BC-CF3201671FB1}"/>
          </ac:spMkLst>
        </pc:spChg>
      </pc:sldChg>
    </pc:docChg>
  </pc:docChgLst>
  <pc:docChgLst>
    <pc:chgData name="Michael Aristodemou" userId="8f856845a52b247d" providerId="LiveId" clId="{9B00AFCF-B802-464E-AF44-A44E735D0D35}"/>
    <pc:docChg chg="undo custSel delSld modSld">
      <pc:chgData name="Michael Aristodemou" userId="8f856845a52b247d" providerId="LiveId" clId="{9B00AFCF-B802-464E-AF44-A44E735D0D35}" dt="2025-11-12T09:08:43.925" v="31" actId="47"/>
      <pc:docMkLst>
        <pc:docMk/>
      </pc:docMkLst>
      <pc:sldChg chg="modSp mod">
        <pc:chgData name="Michael Aristodemou" userId="8f856845a52b247d" providerId="LiveId" clId="{9B00AFCF-B802-464E-AF44-A44E735D0D35}" dt="2025-11-12T09:07:01.756" v="30" actId="1076"/>
        <pc:sldMkLst>
          <pc:docMk/>
          <pc:sldMk cId="2779071471" sldId="364"/>
        </pc:sldMkLst>
        <pc:spChg chg="mod">
          <ac:chgData name="Michael Aristodemou" userId="8f856845a52b247d" providerId="LiveId" clId="{9B00AFCF-B802-464E-AF44-A44E735D0D35}" dt="2025-11-12T09:07:01.756" v="30" actId="1076"/>
          <ac:spMkLst>
            <pc:docMk/>
            <pc:sldMk cId="2779071471" sldId="364"/>
            <ac:spMk id="11" creationId="{F7E5163C-D741-51C9-17C9-446DD8100FFB}"/>
          </ac:spMkLst>
        </pc:spChg>
      </pc:sldChg>
      <pc:sldChg chg="addSp modSp mod">
        <pc:chgData name="Michael Aristodemou" userId="8f856845a52b247d" providerId="LiveId" clId="{9B00AFCF-B802-464E-AF44-A44E735D0D35}" dt="2025-11-06T11:10:58.123" v="25" actId="1076"/>
        <pc:sldMkLst>
          <pc:docMk/>
          <pc:sldMk cId="3595760510" sldId="365"/>
        </pc:sldMkLst>
        <pc:spChg chg="add mod">
          <ac:chgData name="Michael Aristodemou" userId="8f856845a52b247d" providerId="LiveId" clId="{9B00AFCF-B802-464E-AF44-A44E735D0D35}" dt="2025-11-06T11:10:58.123" v="25" actId="1076"/>
          <ac:spMkLst>
            <pc:docMk/>
            <pc:sldMk cId="3595760510" sldId="365"/>
            <ac:spMk id="6" creationId="{AB4E2ACC-122E-2027-E75F-ABEF739D233A}"/>
          </ac:spMkLst>
        </pc:spChg>
        <pc:picChg chg="mod">
          <ac:chgData name="Michael Aristodemou" userId="8f856845a52b247d" providerId="LiveId" clId="{9B00AFCF-B802-464E-AF44-A44E735D0D35}" dt="2025-11-06T11:10:36.230" v="22" actId="1076"/>
          <ac:picMkLst>
            <pc:docMk/>
            <pc:sldMk cId="3595760510" sldId="365"/>
            <ac:picMk id="5" creationId="{B44D9AA4-50ED-C510-D2DB-B85B3F91C99F}"/>
          </ac:picMkLst>
        </pc:picChg>
      </pc:sldChg>
      <pc:sldChg chg="addSp modSp mod">
        <pc:chgData name="Michael Aristodemou" userId="8f856845a52b247d" providerId="LiveId" clId="{9B00AFCF-B802-464E-AF44-A44E735D0D35}" dt="2025-11-06T12:48:26.192" v="29" actId="14100"/>
        <pc:sldMkLst>
          <pc:docMk/>
          <pc:sldMk cId="266771786" sldId="374"/>
        </pc:sldMkLst>
        <pc:spChg chg="add mod">
          <ac:chgData name="Michael Aristodemou" userId="8f856845a52b247d" providerId="LiveId" clId="{9B00AFCF-B802-464E-AF44-A44E735D0D35}" dt="2025-11-06T12:48:26.192" v="29" actId="14100"/>
          <ac:spMkLst>
            <pc:docMk/>
            <pc:sldMk cId="266771786" sldId="374"/>
            <ac:spMk id="3" creationId="{8E2DEE9C-6826-D540-580E-F77CF1E60BB1}"/>
          </ac:spMkLst>
        </pc:spChg>
      </pc:sldChg>
      <pc:sldChg chg="addSp modSp mod">
        <pc:chgData name="Michael Aristodemou" userId="8f856845a52b247d" providerId="LiveId" clId="{9B00AFCF-B802-464E-AF44-A44E735D0D35}" dt="2025-11-06T10:06:35.332" v="8" actId="1037"/>
        <pc:sldMkLst>
          <pc:docMk/>
          <pc:sldMk cId="3375045586" sldId="375"/>
        </pc:sldMkLst>
        <pc:cxnChg chg="add mod">
          <ac:chgData name="Michael Aristodemou" userId="8f856845a52b247d" providerId="LiveId" clId="{9B00AFCF-B802-464E-AF44-A44E735D0D35}" dt="2025-11-06T10:06:35.332" v="8" actId="1037"/>
          <ac:cxnSpMkLst>
            <pc:docMk/>
            <pc:sldMk cId="3375045586" sldId="375"/>
            <ac:cxnSpMk id="3" creationId="{9410C55B-A6F4-580A-11A5-76673AADB60F}"/>
          </ac:cxnSpMkLst>
        </pc:cxnChg>
      </pc:sldChg>
      <pc:sldChg chg="addSp modSp mod">
        <pc:chgData name="Michael Aristodemou" userId="8f856845a52b247d" providerId="LiveId" clId="{9B00AFCF-B802-464E-AF44-A44E735D0D35}" dt="2025-11-06T10:09:11.477" v="12" actId="1036"/>
        <pc:sldMkLst>
          <pc:docMk/>
          <pc:sldMk cId="1635800705" sldId="376"/>
        </pc:sldMkLst>
        <pc:cxnChg chg="add mod">
          <ac:chgData name="Michael Aristodemou" userId="8f856845a52b247d" providerId="LiveId" clId="{9B00AFCF-B802-464E-AF44-A44E735D0D35}" dt="2025-11-06T10:09:11.477" v="12" actId="1036"/>
          <ac:cxnSpMkLst>
            <pc:docMk/>
            <pc:sldMk cId="1635800705" sldId="376"/>
            <ac:cxnSpMk id="2" creationId="{29C96BCA-6495-ABA6-F2F6-51AAF632A193}"/>
          </ac:cxnSpMkLst>
        </pc:cxnChg>
      </pc:sldChg>
      <pc:sldChg chg="del">
        <pc:chgData name="Michael Aristodemou" userId="8f856845a52b247d" providerId="LiveId" clId="{9B00AFCF-B802-464E-AF44-A44E735D0D35}" dt="2025-11-12T09:08:43.925" v="31" actId="47"/>
        <pc:sldMkLst>
          <pc:docMk/>
          <pc:sldMk cId="3642396920" sldId="377"/>
        </pc:sldMkLst>
      </pc:sldChg>
      <pc:sldChg chg="del">
        <pc:chgData name="Michael Aristodemou" userId="8f856845a52b247d" providerId="LiveId" clId="{9B00AFCF-B802-464E-AF44-A44E735D0D35}" dt="2025-11-12T09:08:43.925" v="31" actId="47"/>
        <pc:sldMkLst>
          <pc:docMk/>
          <pc:sldMk cId="593936260" sldId="378"/>
        </pc:sldMkLst>
      </pc:sldChg>
      <pc:sldChg chg="del">
        <pc:chgData name="Michael Aristodemou" userId="8f856845a52b247d" providerId="LiveId" clId="{9B00AFCF-B802-464E-AF44-A44E735D0D35}" dt="2025-11-12T09:08:43.925" v="31" actId="47"/>
        <pc:sldMkLst>
          <pc:docMk/>
          <pc:sldMk cId="1427101803" sldId="379"/>
        </pc:sldMkLst>
      </pc:sldChg>
      <pc:sldChg chg="del">
        <pc:chgData name="Michael Aristodemou" userId="8f856845a52b247d" providerId="LiveId" clId="{9B00AFCF-B802-464E-AF44-A44E735D0D35}" dt="2025-11-12T09:08:43.925" v="31" actId="47"/>
        <pc:sldMkLst>
          <pc:docMk/>
          <pc:sldMk cId="1212639466" sldId="380"/>
        </pc:sldMkLst>
      </pc:sldChg>
      <pc:sldChg chg="del">
        <pc:chgData name="Michael Aristodemou" userId="8f856845a52b247d" providerId="LiveId" clId="{9B00AFCF-B802-464E-AF44-A44E735D0D35}" dt="2025-11-12T09:08:43.925" v="31" actId="47"/>
        <pc:sldMkLst>
          <pc:docMk/>
          <pc:sldMk cId="414082250" sldId="3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11610-F3D8-4546-8D97-1969E4D293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7685B-7E29-43AA-8275-60F66487A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51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Couple RED with stronger negative state-dependence (A1red).</a:t>
            </a:r>
          </a:p>
          <a:p>
            <a:r>
              <a:rPr lang="en-US" dirty="0"/>
              <a:t>Couple Blue with weaker negative state-dependence (A1blue).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7685B-7E29-43AA-8275-60F66487AA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3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3361-BE71-07DC-06C6-AFFC2CC57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BA732-90D3-58A8-CF0D-3148C6D72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D50C-D593-9DE2-3C01-AF5109A3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586DB-252A-890B-5B03-B0C51390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DEAC-D910-4BFB-5490-2E76EE05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8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A751-7462-6C54-5A98-5B101FB2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3772D-B91A-EB8F-9D23-EB11E7E89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83B4-A4DF-73F1-6A9A-C5C64844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15C03-C28D-0EA1-1D89-B4C9136B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6DD41-309C-4CD5-0EF0-12A77390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0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BCB3-F033-009B-FE72-D9FE0C5D1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790FD-E189-E708-4E8A-3EB5B34F1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480D0-3E5C-2496-88CA-D3DD1064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8F63B-AC66-3467-7C77-F111508D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1C6E3-8906-DD7B-398B-B27D408D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1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91D5-A961-A80B-22DE-C52005055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DE8CD-6ECC-76C5-C4ED-F70181D40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5A88B-918A-368F-458D-62BE98E42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BD8AF-41AF-205F-0273-50757975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8FFEA-E25B-55FA-CBFE-C4BD9218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93257-E3FD-6F40-1BDE-83A5DB54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1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ABF7-C87D-49E4-1828-D2B9D2FD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68D1B-6389-B1A9-1D1C-C4B6EFD7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A72E4-5D58-3CED-9BF7-F762BBF5B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EB821-9F48-0B24-4C96-AF9508813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A54B5-0752-3325-3995-7FD76A554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BFDF2-743F-F117-805F-681CEE3B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C2B43-EA68-9193-8244-0B8C1692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481FB-7F34-E5D4-E5B5-BFC712DA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8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42BB-E1F6-399C-F550-ED67FAD5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6EADA-4850-732D-CF10-E5002945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D1C17-80E2-68CF-1279-3DB28686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EA242-03E2-5266-E345-E0C65746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F6E2A-300C-AADC-CE59-F70E78F1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4241B-C4E1-D4FF-4E74-8CDA7F75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0DE69-EED0-3AD5-84EB-E10CA66D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ECB7-7C1E-7C0F-BC90-3D5E1D68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3369B-0647-EEF8-7AA8-B4872C45E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F52D3-F1AE-D418-38D6-E554600F6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152C4-7328-D2E2-CD59-50877810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3C805-314B-4158-CC73-067A4C84D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8A5A7-797E-8141-2ED9-E36F45DC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1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A4AA-1BC9-C469-FB03-93970BE4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ADD623-71A8-8C41-7F5C-69FEDDB9A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C551A-CC55-6EA8-A47B-4A582C32E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3AB2F-6C6B-D618-804F-79E7F888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B653F-39F5-A7F1-E3F3-75FB0C84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95AE2-8F83-34D4-CFFC-F9602D2F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3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B8C6-34A8-5C25-06C3-2811509C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F57D8-A390-07B0-00FA-C6538BC7C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355-9E7F-3AC1-9537-6C42DAE5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233DC-FCF0-7574-A34F-1B6E63FC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CF969-A731-9506-D341-5CAA1999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5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8E5D45-A14E-5C3B-E1BC-7088D66BE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2A235-6F14-DDAF-5E82-24D9E3180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4FB25-480E-7E4B-262E-581EFFA6A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E256B-137A-902B-A661-B38756AA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B3BB3-6ABC-B4DD-B130-340D6C0C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33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EF4CF-8329-1CC1-4E83-7DC99616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3EA58-543A-DC15-B425-C408A4F9D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D9459-BDBB-7B2B-E61B-6D00F9CA8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15D7F-B445-4ABD-BC72-6A84241C681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0F0F6-8808-C17C-A1B9-CF22176AC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5394C-5C2D-7C37-BB51-97BFB2AD9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F1C3A-D30F-4F89-BA4F-2D3A9F07A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3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9DF468E7-5952-3FB9-1C0A-F1FBA3876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" y="0"/>
            <a:ext cx="6858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9C5BDDE-E792-D662-11ED-B539CDE8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667" y="3011276"/>
            <a:ext cx="7038567" cy="1325563"/>
          </a:xfrm>
        </p:spPr>
        <p:txBody>
          <a:bodyPr>
            <a:normAutofit/>
          </a:bodyPr>
          <a:lstStyle/>
          <a:p>
            <a:r>
              <a:rPr lang="en-US" dirty="0"/>
              <a:t>Dynamic Systems Thinking for</a:t>
            </a:r>
            <a:br>
              <a:rPr lang="en-US" dirty="0"/>
            </a:br>
            <a:r>
              <a:rPr lang="en-US" dirty="0"/>
              <a:t>Psychologists</a:t>
            </a:r>
            <a:endParaRPr lang="en-CH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AFEA554-F0BA-D7F7-B944-98D22D32361C}"/>
              </a:ext>
            </a:extLst>
          </p:cNvPr>
          <p:cNvSpPr txBox="1">
            <a:spLocks/>
          </p:cNvSpPr>
          <p:nvPr/>
        </p:nvSpPr>
        <p:spPr>
          <a:xfrm>
            <a:off x="4298667" y="4475435"/>
            <a:ext cx="55054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D0D0D"/>
                </a:solidFill>
              </a:rPr>
              <a:t>Michael E. Aristodemou</a:t>
            </a:r>
            <a:endParaRPr lang="en-CH" sz="2000" dirty="0">
              <a:solidFill>
                <a:srgbClr val="0D0D0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532BA-56D8-DE29-EAC6-D83F61E5EFE6}"/>
              </a:ext>
            </a:extLst>
          </p:cNvPr>
          <p:cNvSpPr txBox="1"/>
          <p:nvPr/>
        </p:nvSpPr>
        <p:spPr>
          <a:xfrm>
            <a:off x="4298667" y="4854471"/>
            <a:ext cx="4399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D0D0D"/>
                </a:solidFill>
              </a:rPr>
              <a:t>michael.aristodemou@psychologie.uzh.ch</a:t>
            </a:r>
            <a:endParaRPr lang="en-CH" dirty="0">
              <a:solidFill>
                <a:srgbClr val="0D0D0D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917886-7CE4-F53C-5E08-88CF04E485EA}"/>
              </a:ext>
            </a:extLst>
          </p:cNvPr>
          <p:cNvSpPr txBox="1"/>
          <p:nvPr/>
        </p:nvSpPr>
        <p:spPr>
          <a:xfrm>
            <a:off x="4298667" y="5418173"/>
            <a:ext cx="538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Lecture 8</a:t>
            </a:r>
            <a:r>
              <a:rPr lang="en-US" dirty="0">
                <a:solidFill>
                  <a:srgbClr val="FF0000"/>
                </a:solidFill>
              </a:rPr>
              <a:t>: Time-Dependent Predictors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3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F46C-C515-B379-4696-A2F51041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</a:t>
            </a:r>
            <a:endParaRPr lang="en-CH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682E2-7F22-21FE-0B75-3BF44F71B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Part 1: Formalize your process</a:t>
            </a:r>
          </a:p>
          <a:p>
            <a:r>
              <a:rPr lang="en-US" dirty="0"/>
              <a:t>Form your groups</a:t>
            </a:r>
            <a:endParaRPr lang="en-GB" dirty="0"/>
          </a:p>
          <a:p>
            <a:r>
              <a:rPr lang="en-GB" dirty="0"/>
              <a:t>Make a boxes and arrows sketch of the system of variables you think affects your psychological process of interest</a:t>
            </a:r>
          </a:p>
          <a:p>
            <a:r>
              <a:rPr lang="en-GB" dirty="0"/>
              <a:t>Write the equation that determines the rate of change in your process (</a:t>
            </a:r>
            <a:r>
              <a:rPr lang="en-GB" i="1" dirty="0"/>
              <a:t>if you are not sure about the exact equation, use words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Guiding questions:</a:t>
            </a:r>
          </a:p>
          <a:p>
            <a:r>
              <a:rPr lang="en-US" dirty="0"/>
              <a:t>Why are you creating a model of this process(es)?</a:t>
            </a:r>
          </a:p>
          <a:p>
            <a:r>
              <a:rPr lang="en-US" dirty="0"/>
              <a:t>Which factors affect your process?</a:t>
            </a:r>
          </a:p>
          <a:p>
            <a:r>
              <a:rPr lang="en-US" dirty="0"/>
              <a:t>Which factors are relevant to consider for you aim?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81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FC74-E431-D514-C2A1-CBB77CFC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discuss</a:t>
            </a:r>
            <a:endParaRPr lang="en-CH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Graphic 6" descr="Boardroom with solid fill">
            <a:extLst>
              <a:ext uri="{FF2B5EF4-FFF2-40B4-BE49-F238E27FC236}">
                <a16:creationId xmlns:a16="http://schemas.microsoft.com/office/drawing/2014/main" id="{61FC3481-943C-5080-5D14-5C1721D89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4765" y="4019583"/>
            <a:ext cx="2796209" cy="2796209"/>
          </a:xfrm>
          <a:prstGeom prst="rect">
            <a:avLst/>
          </a:prstGeom>
        </p:spPr>
      </p:pic>
      <p:pic>
        <p:nvPicPr>
          <p:cNvPr id="9" name="Graphic 8" descr="Speech outline">
            <a:extLst>
              <a:ext uri="{FF2B5EF4-FFF2-40B4-BE49-F238E27FC236}">
                <a16:creationId xmlns:a16="http://schemas.microsoft.com/office/drawing/2014/main" id="{4BC90D0F-717A-118C-F24E-B099E8940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3722" y="3926818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C6AB56-18BA-30BB-EC5F-6D8FA77A52B8}"/>
              </a:ext>
            </a:extLst>
          </p:cNvPr>
          <p:cNvSpPr txBox="1"/>
          <p:nvPr/>
        </p:nvSpPr>
        <p:spPr>
          <a:xfrm>
            <a:off x="921026" y="1987826"/>
            <a:ext cx="9110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Interview the other group about their model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Try to understand what they are doing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Find out how you could use their model if you were a practitioner, scientist, or just a curious human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Offer suggestions if you have them (but first ask questions!)</a:t>
            </a:r>
          </a:p>
        </p:txBody>
      </p:sp>
    </p:spTree>
    <p:extLst>
      <p:ext uri="{BB962C8B-B14F-4D97-AF65-F5344CB8AC3E}">
        <p14:creationId xmlns:p14="http://schemas.microsoft.com/office/powerpoint/2010/main" val="1073587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2E82-E36D-AB4C-440F-960F6D60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What conceptual components do you have trouble fitting into models?</a:t>
            </a:r>
          </a:p>
        </p:txBody>
      </p:sp>
    </p:spTree>
    <p:extLst>
      <p:ext uri="{BB962C8B-B14F-4D97-AF65-F5344CB8AC3E}">
        <p14:creationId xmlns:p14="http://schemas.microsoft.com/office/powerpoint/2010/main" val="2240945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0984-2CB5-1A93-7333-2B9139E1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Moderating parameters</a:t>
            </a:r>
          </a:p>
        </p:txBody>
      </p:sp>
    </p:spTree>
    <p:extLst>
      <p:ext uri="{BB962C8B-B14F-4D97-AF65-F5344CB8AC3E}">
        <p14:creationId xmlns:p14="http://schemas.microsoft.com/office/powerpoint/2010/main" val="48088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A graph with red lines&#10;&#10;AI-generated content may be incorrect.">
            <a:extLst>
              <a:ext uri="{FF2B5EF4-FFF2-40B4-BE49-F238E27FC236}">
                <a16:creationId xmlns:a16="http://schemas.microsoft.com/office/drawing/2014/main" id="{E2EC5FDD-D903-0913-2EF0-F7F7FEFEE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879" y="1260685"/>
            <a:ext cx="7836241" cy="559731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98C16D-5813-63E9-0DAA-DD0BCFAD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Back to a simpler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F84495-FEEB-96D9-7067-5D0DBFE7EE77}"/>
                  </a:ext>
                </a:extLst>
              </p:cNvPr>
              <p:cNvSpPr txBox="1"/>
              <p:nvPr/>
            </p:nvSpPr>
            <p:spPr>
              <a:xfrm>
                <a:off x="1721526" y="4688975"/>
                <a:ext cx="977636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F84495-FEEB-96D9-7067-5D0DBFE7E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526" y="4688975"/>
                <a:ext cx="977636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5B6800-9BE7-05DC-39FF-0D536B79080B}"/>
                  </a:ext>
                </a:extLst>
              </p:cNvPr>
              <p:cNvSpPr txBox="1"/>
              <p:nvPr/>
            </p:nvSpPr>
            <p:spPr>
              <a:xfrm>
                <a:off x="1721526" y="5428935"/>
                <a:ext cx="977636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5B6800-9BE7-05DC-39FF-0D536B790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526" y="5428935"/>
                <a:ext cx="977636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31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138F-A5BD-45F6-C433-877AF0D9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different type of predictor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0EF752-3EF1-9824-AB4D-91769871D381}"/>
                  </a:ext>
                </a:extLst>
              </p:cNvPr>
              <p:cNvSpPr txBox="1"/>
              <p:nvPr/>
            </p:nvSpPr>
            <p:spPr>
              <a:xfrm>
                <a:off x="1207818" y="2327565"/>
                <a:ext cx="9776364" cy="6079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𝑇𝐼𝑃𝑅𝐸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0EF752-3EF1-9824-AB4D-91769871D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18" y="2327565"/>
                <a:ext cx="9776364" cy="6079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45A3CC-7058-67F4-2BE5-58D2ECF09477}"/>
                  </a:ext>
                </a:extLst>
              </p:cNvPr>
              <p:cNvSpPr txBox="1"/>
              <p:nvPr/>
            </p:nvSpPr>
            <p:spPr>
              <a:xfrm>
                <a:off x="1207818" y="4185475"/>
                <a:ext cx="9776364" cy="6079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𝑇𝐷𝑃𝑅𝐸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45A3CC-7058-67F4-2BE5-58D2ECF09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18" y="4185475"/>
                <a:ext cx="9776364" cy="607987"/>
              </a:xfrm>
              <a:prstGeom prst="rect">
                <a:avLst/>
              </a:prstGeom>
              <a:blipFill>
                <a:blip r:embed="rId3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Down 10">
            <a:extLst>
              <a:ext uri="{FF2B5EF4-FFF2-40B4-BE49-F238E27FC236}">
                <a16:creationId xmlns:a16="http://schemas.microsoft.com/office/drawing/2014/main" id="{F7E5163C-D741-51C9-17C9-446DD8100FFB}"/>
              </a:ext>
            </a:extLst>
          </p:cNvPr>
          <p:cNvSpPr/>
          <p:nvPr/>
        </p:nvSpPr>
        <p:spPr>
          <a:xfrm>
            <a:off x="5897366" y="3079968"/>
            <a:ext cx="397267" cy="842481"/>
          </a:xfrm>
          <a:prstGeom prst="downArrow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7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6B89-50A6-8C45-2224-E16448CC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3030"/>
            <a:ext cx="10515600" cy="1325563"/>
          </a:xfrm>
        </p:spPr>
        <p:txBody>
          <a:bodyPr/>
          <a:lstStyle/>
          <a:p>
            <a:r>
              <a:rPr lang="en-US" dirty="0"/>
              <a:t>State-dependence varying due to TIPRED</a:t>
            </a:r>
          </a:p>
        </p:txBody>
      </p:sp>
      <p:pic>
        <p:nvPicPr>
          <p:cNvPr id="5" name="Content Placeholder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E28BD0E7-1486-4A72-AB88-AA64E4AC6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897" y="1587852"/>
            <a:ext cx="7378206" cy="527014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6E36EA-2797-65BC-4347-8B00AA264B81}"/>
                  </a:ext>
                </a:extLst>
              </p:cNvPr>
              <p:cNvSpPr txBox="1"/>
              <p:nvPr/>
            </p:nvSpPr>
            <p:spPr>
              <a:xfrm>
                <a:off x="-990852" y="848539"/>
                <a:ext cx="9776364" cy="6079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𝑇𝐼𝑃𝑅𝐸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6E36EA-2797-65BC-4347-8B00AA264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90852" y="848539"/>
                <a:ext cx="9776364" cy="6079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242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71DA-A877-3CB0-3287-C6458AB8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5A52-1963-F9F2-6D59-67151980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Time-dependent predictors</a:t>
            </a:r>
          </a:p>
        </p:txBody>
      </p:sp>
    </p:spTree>
    <p:extLst>
      <p:ext uri="{BB962C8B-B14F-4D97-AF65-F5344CB8AC3E}">
        <p14:creationId xmlns:p14="http://schemas.microsoft.com/office/powerpoint/2010/main" val="618412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0ABE-C572-1D00-EB9D-6881EF4D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that vary with time and influence our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AD3FFC-9D7D-0717-CE34-8874D4C420B3}"/>
                  </a:ext>
                </a:extLst>
              </p:cNvPr>
              <p:cNvSpPr txBox="1"/>
              <p:nvPr/>
            </p:nvSpPr>
            <p:spPr>
              <a:xfrm>
                <a:off x="1372205" y="2479965"/>
                <a:ext cx="9776364" cy="6079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𝑇𝐷𝑃𝑅𝐸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AD3FFC-9D7D-0717-CE34-8874D4C42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205" y="2479965"/>
                <a:ext cx="9776364" cy="6079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C08C7FC-54B0-4B6A-C742-5952E1924C18}"/>
              </a:ext>
            </a:extLst>
          </p:cNvPr>
          <p:cNvSpPr txBox="1"/>
          <p:nvPr/>
        </p:nvSpPr>
        <p:spPr>
          <a:xfrm>
            <a:off x="4688440" y="3616503"/>
            <a:ext cx="28151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565E-D8EA-F51E-6D45-1DE42FE526ED}"/>
                  </a:ext>
                </a:extLst>
              </p:cNvPr>
              <p:cNvSpPr txBox="1"/>
              <p:nvPr/>
            </p:nvSpPr>
            <p:spPr>
              <a:xfrm>
                <a:off x="1372205" y="4770926"/>
                <a:ext cx="9776364" cy="6079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𝑇𝐷𝑃𝑅𝐸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565E-D8EA-F51E-6D45-1DE42FE52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205" y="4770926"/>
                <a:ext cx="9776364" cy="607987"/>
              </a:xfrm>
              <a:prstGeom prst="rect">
                <a:avLst/>
              </a:prstGeom>
              <a:blipFill>
                <a:blip r:embed="rId3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136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4FD5-FA6A-32BC-713A-E3F97CBEF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with state-dependence</a:t>
            </a:r>
          </a:p>
        </p:txBody>
      </p:sp>
      <p:pic>
        <p:nvPicPr>
          <p:cNvPr id="8" name="Content Placeholder 4" descr="A graph with red lines&#10;&#10;AI-generated content may be incorrect.">
            <a:extLst>
              <a:ext uri="{FF2B5EF4-FFF2-40B4-BE49-F238E27FC236}">
                <a16:creationId xmlns:a16="http://schemas.microsoft.com/office/drawing/2014/main" id="{D096C5BC-4DD3-8114-1501-783AD1E41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75" y="1608494"/>
            <a:ext cx="7090450" cy="5064608"/>
          </a:xfrm>
        </p:spPr>
      </p:pic>
    </p:spTree>
    <p:extLst>
      <p:ext uri="{BB962C8B-B14F-4D97-AF65-F5344CB8AC3E}">
        <p14:creationId xmlns:p14="http://schemas.microsoft.com/office/powerpoint/2010/main" val="1853057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BFE7-36E1-A1C8-2C52-D30F7318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3C633-6580-2358-1CFC-FC603E78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Turning State-Dependence on and off</a:t>
            </a:r>
          </a:p>
        </p:txBody>
      </p:sp>
      <p:pic>
        <p:nvPicPr>
          <p:cNvPr id="5" name="Picture 4" descr="A graph showing a line of a graph&#10;&#10;AI-generated content may be incorrect.">
            <a:extLst>
              <a:ext uri="{FF2B5EF4-FFF2-40B4-BE49-F238E27FC236}">
                <a16:creationId xmlns:a16="http://schemas.microsoft.com/office/drawing/2014/main" id="{B44D9AA4-50ED-C510-D2DB-B85B3F91C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507" y="1690688"/>
            <a:ext cx="7090453" cy="5064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B676A0-CB04-6524-F0B7-586DE8979D6C}"/>
                  </a:ext>
                </a:extLst>
              </p:cNvPr>
              <p:cNvSpPr txBox="1"/>
              <p:nvPr/>
            </p:nvSpPr>
            <p:spPr>
              <a:xfrm>
                <a:off x="-826465" y="1021569"/>
                <a:ext cx="9776364" cy="6079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𝑇𝐷𝑃𝑅𝐸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B676A0-CB04-6524-F0B7-586DE8979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6465" y="1021569"/>
                <a:ext cx="9776364" cy="607987"/>
              </a:xfrm>
              <a:prstGeom prst="rect">
                <a:avLst/>
              </a:prstGeom>
              <a:blipFill>
                <a:blip r:embed="rId3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4E2ACC-122E-2027-E75F-ABEF739D233A}"/>
                  </a:ext>
                </a:extLst>
              </p:cNvPr>
              <p:cNvSpPr txBox="1"/>
              <p:nvPr/>
            </p:nvSpPr>
            <p:spPr>
              <a:xfrm>
                <a:off x="578040" y="1690688"/>
                <a:ext cx="582569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4E2ACC-122E-2027-E75F-ABEF739D2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40" y="1690688"/>
                <a:ext cx="582569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760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aph with red lines&#10;&#10;AI-generated content may be incorrect.">
            <a:extLst>
              <a:ext uri="{FF2B5EF4-FFF2-40B4-BE49-F238E27FC236}">
                <a16:creationId xmlns:a16="http://schemas.microsoft.com/office/drawing/2014/main" id="{60893A46-0AAE-6A4C-8F45-EF8B269B2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21" y="1859622"/>
            <a:ext cx="5760771" cy="4114837"/>
          </a:xfrm>
        </p:spPr>
      </p:pic>
      <p:pic>
        <p:nvPicPr>
          <p:cNvPr id="5" name="Picture 4" descr="A graph showing a line of a graph&#10;&#10;AI-generated content may be incorrect.">
            <a:extLst>
              <a:ext uri="{FF2B5EF4-FFF2-40B4-BE49-F238E27FC236}">
                <a16:creationId xmlns:a16="http://schemas.microsoft.com/office/drawing/2014/main" id="{306AADE7-9507-4565-C4D8-EB2520248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607" y="1870129"/>
            <a:ext cx="5760772" cy="4114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B54297-34D1-1F0F-F606-C2B3295F9923}"/>
              </a:ext>
            </a:extLst>
          </p:cNvPr>
          <p:cNvSpPr txBox="1"/>
          <p:nvPr/>
        </p:nvSpPr>
        <p:spPr>
          <a:xfrm>
            <a:off x="606175" y="873035"/>
            <a:ext cx="4561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Always 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126E1-68B0-385A-70B2-65DC6F43E4F1}"/>
              </a:ext>
            </a:extLst>
          </p:cNvPr>
          <p:cNvSpPr txBox="1"/>
          <p:nvPr/>
        </p:nvSpPr>
        <p:spPr>
          <a:xfrm>
            <a:off x="7024101" y="873034"/>
            <a:ext cx="4561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On and off</a:t>
            </a:r>
          </a:p>
        </p:txBody>
      </p:sp>
    </p:spTree>
    <p:extLst>
      <p:ext uri="{BB962C8B-B14F-4D97-AF65-F5344CB8AC3E}">
        <p14:creationId xmlns:p14="http://schemas.microsoft.com/office/powerpoint/2010/main" val="3625759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2BF4-0FA7-B146-EF33-7D6F9A29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Thresholded</a:t>
            </a:r>
            <a:r>
              <a:rPr lang="en-US" dirty="0"/>
              <a:t> State-Dependence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025F8A-0B03-AA9E-77DB-B152B74D3A31}"/>
                  </a:ext>
                </a:extLst>
              </p:cNvPr>
              <p:cNvSpPr txBox="1"/>
              <p:nvPr/>
            </p:nvSpPr>
            <p:spPr>
              <a:xfrm>
                <a:off x="1372205" y="2479965"/>
                <a:ext cx="9776364" cy="6079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𝑇𝐷𝑃𝑅𝐸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025F8A-0B03-AA9E-77DB-B152B74D3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205" y="2479965"/>
                <a:ext cx="9776364" cy="6079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5B2CF5-16A6-EC8C-74CA-71A03E599783}"/>
                  </a:ext>
                </a:extLst>
              </p:cNvPr>
              <p:cNvSpPr txBox="1"/>
              <p:nvPr/>
            </p:nvSpPr>
            <p:spPr>
              <a:xfrm>
                <a:off x="1207818" y="3975533"/>
                <a:ext cx="9776364" cy="578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𝑇𝐷𝑃𝑅𝐸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n-US" sz="3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3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𝑚𝑜𝑜𝑑</m:t>
                      </m:r>
                      <m:r>
                        <a:rPr lang="en-US" sz="3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5B2CF5-16A6-EC8C-74CA-71A03E599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18" y="3975533"/>
                <a:ext cx="9776364" cy="578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3CD4F5-9D4E-93D0-0ED3-A916C3101A21}"/>
                  </a:ext>
                </a:extLst>
              </p:cNvPr>
              <p:cNvSpPr txBox="1"/>
              <p:nvPr/>
            </p:nvSpPr>
            <p:spPr>
              <a:xfrm>
                <a:off x="1207818" y="4878131"/>
                <a:ext cx="9776364" cy="578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𝑇𝐷𝑃𝑅𝐸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−1, </m:t>
                      </m:r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𝑚𝑜𝑜𝑑</m:t>
                      </m:r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CH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3CD4F5-9D4E-93D0-0ED3-A916C3101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18" y="4878131"/>
                <a:ext cx="9776364" cy="5783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2DEE9C-6826-D540-580E-F77CF1E60BB1}"/>
                  </a:ext>
                </a:extLst>
              </p:cNvPr>
              <p:cNvSpPr txBox="1"/>
              <p:nvPr/>
            </p:nvSpPr>
            <p:spPr>
              <a:xfrm>
                <a:off x="2762440" y="1869883"/>
                <a:ext cx="678796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CH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2DEE9C-6826-D540-580E-F77CF1E60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440" y="1869883"/>
                <a:ext cx="678796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7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graph with red lines&#10;&#10;AI-generated content may be incorrect.">
            <a:extLst>
              <a:ext uri="{FF2B5EF4-FFF2-40B4-BE49-F238E27FC236}">
                <a16:creationId xmlns:a16="http://schemas.microsoft.com/office/drawing/2014/main" id="{DBFBFFAD-287B-A445-DFEA-A6A110B02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405" y="1537949"/>
            <a:ext cx="7265190" cy="518942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9E2EA10-4DEC-52B8-3F93-5700CF33E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325563"/>
          </a:xfrm>
        </p:spPr>
        <p:txBody>
          <a:bodyPr/>
          <a:lstStyle/>
          <a:p>
            <a:r>
              <a:rPr lang="en-US" dirty="0" err="1"/>
              <a:t>Thresholded</a:t>
            </a:r>
            <a:r>
              <a:rPr lang="en-US" dirty="0"/>
              <a:t> State-Dependence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37E51-70A4-23B0-3A92-A64A9FDFD281}"/>
              </a:ext>
            </a:extLst>
          </p:cNvPr>
          <p:cNvSpPr txBox="1"/>
          <p:nvPr/>
        </p:nvSpPr>
        <p:spPr>
          <a:xfrm>
            <a:off x="9914562" y="2820769"/>
            <a:ext cx="172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Affect &lt; 0</a:t>
            </a:r>
          </a:p>
          <a:p>
            <a:r>
              <a:rPr lang="en-US" dirty="0"/>
              <a:t>AR1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61FD9-7C3C-E5E4-2BD2-98499710AB9F}"/>
              </a:ext>
            </a:extLst>
          </p:cNvPr>
          <p:cNvSpPr txBox="1"/>
          <p:nvPr/>
        </p:nvSpPr>
        <p:spPr>
          <a:xfrm>
            <a:off x="9914562" y="1537949"/>
            <a:ext cx="172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Affect &gt;= 0</a:t>
            </a:r>
          </a:p>
          <a:p>
            <a:r>
              <a:rPr lang="en-US" dirty="0"/>
              <a:t>AR1 = -1.2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7334FD-02C1-0EFB-2E2D-877B91C9A788}"/>
              </a:ext>
            </a:extLst>
          </p:cNvPr>
          <p:cNvCxnSpPr/>
          <p:nvPr/>
        </p:nvCxnSpPr>
        <p:spPr>
          <a:xfrm>
            <a:off x="9791272" y="2424701"/>
            <a:ext cx="184934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410C55B-A6F4-580A-11A5-76673AADB60F}"/>
              </a:ext>
            </a:extLst>
          </p:cNvPr>
          <p:cNvCxnSpPr>
            <a:cxnSpLocks/>
          </p:cNvCxnSpPr>
          <p:nvPr/>
        </p:nvCxnSpPr>
        <p:spPr>
          <a:xfrm>
            <a:off x="2080591" y="2411896"/>
            <a:ext cx="490331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045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2A77-FB93-ABDA-12AF-71272FD7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lines&#10;&#10;AI-generated content may be incorrect.">
            <a:extLst>
              <a:ext uri="{FF2B5EF4-FFF2-40B4-BE49-F238E27FC236}">
                <a16:creationId xmlns:a16="http://schemas.microsoft.com/office/drawing/2014/main" id="{5B8CF6A7-1126-B0E1-0605-6113A2D50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405" y="1456192"/>
            <a:ext cx="7265190" cy="518942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17E2C9A-4CAA-3E04-246E-775A5D37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325563"/>
          </a:xfrm>
        </p:spPr>
        <p:txBody>
          <a:bodyPr/>
          <a:lstStyle/>
          <a:p>
            <a:r>
              <a:rPr lang="en-US" dirty="0" err="1"/>
              <a:t>Thresholded</a:t>
            </a:r>
            <a:r>
              <a:rPr lang="en-US" dirty="0"/>
              <a:t> State-Dependence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16FC5-F8C8-FB1E-DB19-2B01F8412209}"/>
              </a:ext>
            </a:extLst>
          </p:cNvPr>
          <p:cNvSpPr txBox="1"/>
          <p:nvPr/>
        </p:nvSpPr>
        <p:spPr>
          <a:xfrm>
            <a:off x="9996754" y="4125586"/>
            <a:ext cx="172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Affect &lt; 0</a:t>
            </a:r>
          </a:p>
          <a:p>
            <a:r>
              <a:rPr lang="en-US" dirty="0"/>
              <a:t>AR1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B334E-7641-D748-C5A7-063B520C8B32}"/>
              </a:ext>
            </a:extLst>
          </p:cNvPr>
          <p:cNvSpPr txBox="1"/>
          <p:nvPr/>
        </p:nvSpPr>
        <p:spPr>
          <a:xfrm>
            <a:off x="9996754" y="2842766"/>
            <a:ext cx="172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Affect &gt;= 0</a:t>
            </a:r>
          </a:p>
          <a:p>
            <a:r>
              <a:rPr lang="en-US" dirty="0"/>
              <a:t>AR1 = -1.2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42E636-7FC1-BEF2-C35B-079568D5627D}"/>
              </a:ext>
            </a:extLst>
          </p:cNvPr>
          <p:cNvCxnSpPr/>
          <p:nvPr/>
        </p:nvCxnSpPr>
        <p:spPr>
          <a:xfrm>
            <a:off x="9873464" y="3729518"/>
            <a:ext cx="184934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9C96BCA-6495-ABA6-F2F6-51AAF632A193}"/>
              </a:ext>
            </a:extLst>
          </p:cNvPr>
          <p:cNvCxnSpPr>
            <a:cxnSpLocks/>
          </p:cNvCxnSpPr>
          <p:nvPr/>
        </p:nvCxnSpPr>
        <p:spPr>
          <a:xfrm>
            <a:off x="2060713" y="3742770"/>
            <a:ext cx="490331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800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05AD-1007-1C45-E6BC-CF3201671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CE58B-8EB3-AED7-BE9B-2BB5C2312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2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401</Words>
  <Application>Microsoft Office PowerPoint</Application>
  <PresentationFormat>Widescreen</PresentationFormat>
  <Paragraphs>59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Wingdings</vt:lpstr>
      <vt:lpstr>Office Theme</vt:lpstr>
      <vt:lpstr>Dynamic Systems Thinking for Psychologists</vt:lpstr>
      <vt:lpstr>Group exercise</vt:lpstr>
      <vt:lpstr>Let’s discuss</vt:lpstr>
      <vt:lpstr>What conceptual components do you have trouble fitting into models?</vt:lpstr>
      <vt:lpstr>Moderating parameters</vt:lpstr>
      <vt:lpstr>Back to a simpler model</vt:lpstr>
      <vt:lpstr>A different type of predictor</vt:lpstr>
      <vt:lpstr>State-dependence varying due to TIPRED</vt:lpstr>
      <vt:lpstr>Time-dependent predictors</vt:lpstr>
      <vt:lpstr>Things that vary with time and influence our parameters</vt:lpstr>
      <vt:lpstr>An example with state-dependence</vt:lpstr>
      <vt:lpstr>Turning State-Dependence on and off</vt:lpstr>
      <vt:lpstr>PowerPoint Presentation</vt:lpstr>
      <vt:lpstr>Thresholded State-Dependence</vt:lpstr>
      <vt:lpstr>Thresholded State-Dependence</vt:lpstr>
      <vt:lpstr>Thresholded State-Dependence</vt:lpstr>
      <vt:lpstr>Thank you for listening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Aristodemou</dc:creator>
  <cp:lastModifiedBy>Michael Aristodemou</cp:lastModifiedBy>
  <cp:revision>1</cp:revision>
  <dcterms:created xsi:type="dcterms:W3CDTF">2025-11-04T13:58:05Z</dcterms:created>
  <dcterms:modified xsi:type="dcterms:W3CDTF">2025-11-12T09:08:52Z</dcterms:modified>
</cp:coreProperties>
</file>