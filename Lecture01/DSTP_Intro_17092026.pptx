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311" r:id="rId2"/>
    <p:sldId id="280" r:id="rId3"/>
    <p:sldId id="281" r:id="rId4"/>
    <p:sldId id="312" r:id="rId5"/>
    <p:sldId id="262" r:id="rId6"/>
    <p:sldId id="304" r:id="rId7"/>
    <p:sldId id="265" r:id="rId8"/>
    <p:sldId id="266" r:id="rId9"/>
    <p:sldId id="313" r:id="rId10"/>
    <p:sldId id="267" r:id="rId11"/>
    <p:sldId id="268" r:id="rId12"/>
    <p:sldId id="319" r:id="rId13"/>
    <p:sldId id="323" r:id="rId14"/>
    <p:sldId id="314" r:id="rId15"/>
    <p:sldId id="320" r:id="rId16"/>
    <p:sldId id="284" r:id="rId17"/>
    <p:sldId id="293" r:id="rId18"/>
    <p:sldId id="295" r:id="rId19"/>
    <p:sldId id="296" r:id="rId20"/>
    <p:sldId id="285" r:id="rId21"/>
    <p:sldId id="305" r:id="rId22"/>
    <p:sldId id="292" r:id="rId23"/>
    <p:sldId id="286" r:id="rId24"/>
    <p:sldId id="289" r:id="rId25"/>
    <p:sldId id="300" r:id="rId26"/>
    <p:sldId id="287" r:id="rId27"/>
    <p:sldId id="291" r:id="rId28"/>
    <p:sldId id="299" r:id="rId29"/>
    <p:sldId id="288" r:id="rId30"/>
    <p:sldId id="290" r:id="rId31"/>
    <p:sldId id="297" r:id="rId32"/>
    <p:sldId id="298" r:id="rId33"/>
    <p:sldId id="322" r:id="rId34"/>
    <p:sldId id="315" r:id="rId35"/>
    <p:sldId id="317" r:id="rId36"/>
    <p:sldId id="301" r:id="rId37"/>
    <p:sldId id="274" r:id="rId38"/>
    <p:sldId id="272" r:id="rId39"/>
    <p:sldId id="273" r:id="rId40"/>
    <p:sldId id="275" r:id="rId41"/>
    <p:sldId id="303" r:id="rId42"/>
    <p:sldId id="282" r:id="rId43"/>
    <p:sldId id="283" r:id="rId44"/>
    <p:sldId id="276" r:id="rId45"/>
    <p:sldId id="260" r:id="rId46"/>
    <p:sldId id="318" r:id="rId47"/>
    <p:sldId id="278" r:id="rId48"/>
    <p:sldId id="306" r:id="rId49"/>
    <p:sldId id="307" r:id="rId50"/>
    <p:sldId id="308" r:id="rId51"/>
    <p:sldId id="309" r:id="rId52"/>
    <p:sldId id="279" r:id="rId53"/>
    <p:sldId id="302" r:id="rId54"/>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95D9"/>
    <a:srgbClr val="E9AC23"/>
    <a:srgbClr val="4CB0E7"/>
    <a:srgbClr val="F6DDA4"/>
    <a:srgbClr val="0D0D0D"/>
    <a:srgbClr val="C166C0"/>
    <a:srgbClr val="ABD0C5"/>
    <a:srgbClr val="DD5F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CD39DB-E8E5-4289-8088-77F4957C136F}" v="26" dt="2026-09-17T08:35:29.0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0489" autoAdjust="0"/>
  </p:normalViewPr>
  <p:slideViewPr>
    <p:cSldViewPr snapToGrid="0">
      <p:cViewPr varScale="1">
        <p:scale>
          <a:sx n="106" d="100"/>
          <a:sy n="106" d="100"/>
        </p:scale>
        <p:origin x="281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Aristodemou" userId="8f856845a52b247d" providerId="LiveId" clId="{9B00AFCF-B802-464E-AF44-A44E735D0D35}"/>
    <pc:docChg chg="undo custSel addSld delSld modSld sldOrd">
      <pc:chgData name="Michael Aristodemou" userId="8f856845a52b247d" providerId="LiveId" clId="{9B00AFCF-B802-464E-AF44-A44E735D0D35}" dt="2026-09-17T09:20:12.612" v="1619" actId="47"/>
      <pc:docMkLst>
        <pc:docMk/>
      </pc:docMkLst>
      <pc:sldChg chg="addSp delSp modSp mod">
        <pc:chgData name="Michael Aristodemou" userId="8f856845a52b247d" providerId="LiveId" clId="{9B00AFCF-B802-464E-AF44-A44E735D0D35}" dt="2026-09-17T08:41:35.260" v="1574" actId="1076"/>
        <pc:sldMkLst>
          <pc:docMk/>
          <pc:sldMk cId="3826703537" sldId="265"/>
        </pc:sldMkLst>
        <pc:spChg chg="mod">
          <ac:chgData name="Michael Aristodemou" userId="8f856845a52b247d" providerId="LiveId" clId="{9B00AFCF-B802-464E-AF44-A44E735D0D35}" dt="2026-09-17T08:41:29.860" v="1573" actId="1076"/>
          <ac:spMkLst>
            <pc:docMk/>
            <pc:sldMk cId="3826703537" sldId="265"/>
            <ac:spMk id="2" creationId="{DD4DB48D-724C-41EE-5965-8C8A78CE97C7}"/>
          </ac:spMkLst>
        </pc:spChg>
        <pc:spChg chg="add mod">
          <ac:chgData name="Michael Aristodemou" userId="8f856845a52b247d" providerId="LiveId" clId="{9B00AFCF-B802-464E-AF44-A44E735D0D35}" dt="2026-09-17T08:41:35.260" v="1574" actId="1076"/>
          <ac:spMkLst>
            <pc:docMk/>
            <pc:sldMk cId="3826703537" sldId="265"/>
            <ac:spMk id="3" creationId="{9A1935A5-C033-367E-C587-04847DCB554F}"/>
          </ac:spMkLst>
        </pc:spChg>
        <pc:spChg chg="add mod">
          <ac:chgData name="Michael Aristodemou" userId="8f856845a52b247d" providerId="LiveId" clId="{9B00AFCF-B802-464E-AF44-A44E735D0D35}" dt="2026-09-17T08:41:35.260" v="1574" actId="1076"/>
          <ac:spMkLst>
            <pc:docMk/>
            <pc:sldMk cId="3826703537" sldId="265"/>
            <ac:spMk id="5" creationId="{E4490B46-C574-01F5-D505-19CEACB76F19}"/>
          </ac:spMkLst>
        </pc:spChg>
        <pc:spChg chg="add mod">
          <ac:chgData name="Michael Aristodemou" userId="8f856845a52b247d" providerId="LiveId" clId="{9B00AFCF-B802-464E-AF44-A44E735D0D35}" dt="2026-09-17T08:41:35.260" v="1574" actId="1076"/>
          <ac:spMkLst>
            <pc:docMk/>
            <pc:sldMk cId="3826703537" sldId="265"/>
            <ac:spMk id="7" creationId="{D7041671-0701-ADEA-DF3C-0ABF3B960A45}"/>
          </ac:spMkLst>
        </pc:spChg>
        <pc:spChg chg="add mod">
          <ac:chgData name="Michael Aristodemou" userId="8f856845a52b247d" providerId="LiveId" clId="{9B00AFCF-B802-464E-AF44-A44E735D0D35}" dt="2026-09-17T08:41:35.260" v="1574" actId="1076"/>
          <ac:spMkLst>
            <pc:docMk/>
            <pc:sldMk cId="3826703537" sldId="265"/>
            <ac:spMk id="8" creationId="{0B984A2A-E84B-6EBE-EE88-F194592486DE}"/>
          </ac:spMkLst>
        </pc:spChg>
        <pc:spChg chg="add mod">
          <ac:chgData name="Michael Aristodemou" userId="8f856845a52b247d" providerId="LiveId" clId="{9B00AFCF-B802-464E-AF44-A44E735D0D35}" dt="2026-09-17T08:41:35.260" v="1574" actId="1076"/>
          <ac:spMkLst>
            <pc:docMk/>
            <pc:sldMk cId="3826703537" sldId="265"/>
            <ac:spMk id="15" creationId="{90A996CB-D8FA-C989-EB47-712255AABF2B}"/>
          </ac:spMkLst>
        </pc:spChg>
        <pc:spChg chg="add mod">
          <ac:chgData name="Michael Aristodemou" userId="8f856845a52b247d" providerId="LiveId" clId="{9B00AFCF-B802-464E-AF44-A44E735D0D35}" dt="2026-09-17T08:41:35.260" v="1574" actId="1076"/>
          <ac:spMkLst>
            <pc:docMk/>
            <pc:sldMk cId="3826703537" sldId="265"/>
            <ac:spMk id="16" creationId="{3EC2D8F3-F668-BA44-3D99-AF11E2BA8C34}"/>
          </ac:spMkLst>
        </pc:spChg>
        <pc:spChg chg="add mod">
          <ac:chgData name="Michael Aristodemou" userId="8f856845a52b247d" providerId="LiveId" clId="{9B00AFCF-B802-464E-AF44-A44E735D0D35}" dt="2026-09-17T08:41:35.260" v="1574" actId="1076"/>
          <ac:spMkLst>
            <pc:docMk/>
            <pc:sldMk cId="3826703537" sldId="265"/>
            <ac:spMk id="17" creationId="{56F84303-231C-9305-1A2A-F080AF7EB14D}"/>
          </ac:spMkLst>
        </pc:spChg>
        <pc:spChg chg="add mod">
          <ac:chgData name="Michael Aristodemou" userId="8f856845a52b247d" providerId="LiveId" clId="{9B00AFCF-B802-464E-AF44-A44E735D0D35}" dt="2026-09-17T08:41:35.260" v="1574" actId="1076"/>
          <ac:spMkLst>
            <pc:docMk/>
            <pc:sldMk cId="3826703537" sldId="265"/>
            <ac:spMk id="18" creationId="{9A6765B6-A6B3-A376-F10B-0395D3A75F41}"/>
          </ac:spMkLst>
        </pc:spChg>
        <pc:spChg chg="add mod">
          <ac:chgData name="Michael Aristodemou" userId="8f856845a52b247d" providerId="LiveId" clId="{9B00AFCF-B802-464E-AF44-A44E735D0D35}" dt="2026-09-17T08:41:35.260" v="1574" actId="1076"/>
          <ac:spMkLst>
            <pc:docMk/>
            <pc:sldMk cId="3826703537" sldId="265"/>
            <ac:spMk id="19" creationId="{6FAA11C6-E5F4-AE8D-9972-C908E382C731}"/>
          </ac:spMkLst>
        </pc:spChg>
        <pc:picChg chg="add del">
          <ac:chgData name="Michael Aristodemou" userId="8f856845a52b247d" providerId="LiveId" clId="{9B00AFCF-B802-464E-AF44-A44E735D0D35}" dt="2026-09-16T13:00:01.455" v="1271" actId="21"/>
          <ac:picMkLst>
            <pc:docMk/>
            <pc:sldMk cId="3826703537" sldId="265"/>
            <ac:picMk id="4" creationId="{55AE3DCA-E835-950F-E213-B0F752F7D63B}"/>
          </ac:picMkLst>
        </pc:picChg>
        <pc:picChg chg="add del">
          <ac:chgData name="Michael Aristodemou" userId="8f856845a52b247d" providerId="LiveId" clId="{9B00AFCF-B802-464E-AF44-A44E735D0D35}" dt="2026-09-16T13:00:01.455" v="1271" actId="21"/>
          <ac:picMkLst>
            <pc:docMk/>
            <pc:sldMk cId="3826703537" sldId="265"/>
            <ac:picMk id="6" creationId="{D6E8C466-F89B-5379-44B8-F71FC2AA07D6}"/>
          </ac:picMkLst>
        </pc:picChg>
        <pc:cxnChg chg="add mod">
          <ac:chgData name="Michael Aristodemou" userId="8f856845a52b247d" providerId="LiveId" clId="{9B00AFCF-B802-464E-AF44-A44E735D0D35}" dt="2026-09-16T13:10:10.579" v="1289" actId="1076"/>
          <ac:cxnSpMkLst>
            <pc:docMk/>
            <pc:sldMk cId="3826703537" sldId="265"/>
            <ac:cxnSpMk id="9" creationId="{976B5206-C5B1-819A-063B-C05AF5C5CB8A}"/>
          </ac:cxnSpMkLst>
        </pc:cxnChg>
        <pc:cxnChg chg="add mod">
          <ac:chgData name="Michael Aristodemou" userId="8f856845a52b247d" providerId="LiveId" clId="{9B00AFCF-B802-464E-AF44-A44E735D0D35}" dt="2026-09-16T13:10:10.579" v="1289" actId="1076"/>
          <ac:cxnSpMkLst>
            <pc:docMk/>
            <pc:sldMk cId="3826703537" sldId="265"/>
            <ac:cxnSpMk id="10" creationId="{B609A7D1-4F87-A4B2-0FA4-F857B97836CA}"/>
          </ac:cxnSpMkLst>
        </pc:cxnChg>
        <pc:cxnChg chg="add mod">
          <ac:chgData name="Michael Aristodemou" userId="8f856845a52b247d" providerId="LiveId" clId="{9B00AFCF-B802-464E-AF44-A44E735D0D35}" dt="2026-09-16T13:10:10.579" v="1289" actId="1076"/>
          <ac:cxnSpMkLst>
            <pc:docMk/>
            <pc:sldMk cId="3826703537" sldId="265"/>
            <ac:cxnSpMk id="11" creationId="{FB0CA3C2-2334-29ED-DEAF-7A531DB8DF27}"/>
          </ac:cxnSpMkLst>
        </pc:cxnChg>
        <pc:cxnChg chg="add mod">
          <ac:chgData name="Michael Aristodemou" userId="8f856845a52b247d" providerId="LiveId" clId="{9B00AFCF-B802-464E-AF44-A44E735D0D35}" dt="2026-09-16T13:10:10.579" v="1289" actId="1076"/>
          <ac:cxnSpMkLst>
            <pc:docMk/>
            <pc:sldMk cId="3826703537" sldId="265"/>
            <ac:cxnSpMk id="12" creationId="{8A4DE2EA-CC14-236A-DE38-01E327E3B524}"/>
          </ac:cxnSpMkLst>
        </pc:cxnChg>
        <pc:cxnChg chg="add mod">
          <ac:chgData name="Michael Aristodemou" userId="8f856845a52b247d" providerId="LiveId" clId="{9B00AFCF-B802-464E-AF44-A44E735D0D35}" dt="2026-09-17T08:41:35.260" v="1574" actId="1076"/>
          <ac:cxnSpMkLst>
            <pc:docMk/>
            <pc:sldMk cId="3826703537" sldId="265"/>
            <ac:cxnSpMk id="13" creationId="{678F4289-BEE0-7017-177E-386B042DD25D}"/>
          </ac:cxnSpMkLst>
        </pc:cxnChg>
        <pc:cxnChg chg="add mod">
          <ac:chgData name="Michael Aristodemou" userId="8f856845a52b247d" providerId="LiveId" clId="{9B00AFCF-B802-464E-AF44-A44E735D0D35}" dt="2026-09-16T13:10:10.579" v="1289" actId="1076"/>
          <ac:cxnSpMkLst>
            <pc:docMk/>
            <pc:sldMk cId="3826703537" sldId="265"/>
            <ac:cxnSpMk id="14" creationId="{9B74F850-16FA-68AC-FD81-9234D23CADD9}"/>
          </ac:cxnSpMkLst>
        </pc:cxnChg>
        <pc:cxnChg chg="add mod">
          <ac:chgData name="Michael Aristodemou" userId="8f856845a52b247d" providerId="LiveId" clId="{9B00AFCF-B802-464E-AF44-A44E735D0D35}" dt="2026-09-16T13:07:50.742" v="1284" actId="1076"/>
          <ac:cxnSpMkLst>
            <pc:docMk/>
            <pc:sldMk cId="3826703537" sldId="265"/>
            <ac:cxnSpMk id="20" creationId="{F7673FF4-6E27-FAAD-DD13-0F7B9B2DB705}"/>
          </ac:cxnSpMkLst>
        </pc:cxnChg>
        <pc:cxnChg chg="add mod">
          <ac:chgData name="Michael Aristodemou" userId="8f856845a52b247d" providerId="LiveId" clId="{9B00AFCF-B802-464E-AF44-A44E735D0D35}" dt="2026-09-16T13:08:10.001" v="1287" actId="1076"/>
          <ac:cxnSpMkLst>
            <pc:docMk/>
            <pc:sldMk cId="3826703537" sldId="265"/>
            <ac:cxnSpMk id="21" creationId="{1F82D8A0-3925-6097-912B-24B3B598612E}"/>
          </ac:cxnSpMkLst>
        </pc:cxnChg>
        <pc:cxnChg chg="add mod">
          <ac:chgData name="Michael Aristodemou" userId="8f856845a52b247d" providerId="LiveId" clId="{9B00AFCF-B802-464E-AF44-A44E735D0D35}" dt="2026-09-16T13:07:50.742" v="1284" actId="1076"/>
          <ac:cxnSpMkLst>
            <pc:docMk/>
            <pc:sldMk cId="3826703537" sldId="265"/>
            <ac:cxnSpMk id="22" creationId="{0410A951-DF72-7A41-BC54-8C018E21A960}"/>
          </ac:cxnSpMkLst>
        </pc:cxnChg>
        <pc:cxnChg chg="add mod">
          <ac:chgData name="Michael Aristodemou" userId="8f856845a52b247d" providerId="LiveId" clId="{9B00AFCF-B802-464E-AF44-A44E735D0D35}" dt="2026-09-16T13:07:50.742" v="1284" actId="1076"/>
          <ac:cxnSpMkLst>
            <pc:docMk/>
            <pc:sldMk cId="3826703537" sldId="265"/>
            <ac:cxnSpMk id="23" creationId="{BE43B65E-4271-787B-F792-72F3C0E7CE65}"/>
          </ac:cxnSpMkLst>
        </pc:cxnChg>
      </pc:sldChg>
      <pc:sldChg chg="addSp delSp modSp mod">
        <pc:chgData name="Michael Aristodemou" userId="8f856845a52b247d" providerId="LiveId" clId="{9B00AFCF-B802-464E-AF44-A44E735D0D35}" dt="2026-09-14T11:12:49.805" v="1210" actId="1076"/>
        <pc:sldMkLst>
          <pc:docMk/>
          <pc:sldMk cId="1215289578" sldId="266"/>
        </pc:sldMkLst>
        <pc:spChg chg="mod">
          <ac:chgData name="Michael Aristodemou" userId="8f856845a52b247d" providerId="LiveId" clId="{9B00AFCF-B802-464E-AF44-A44E735D0D35}" dt="2026-09-14T09:01:33.562" v="385" actId="1076"/>
          <ac:spMkLst>
            <pc:docMk/>
            <pc:sldMk cId="1215289578" sldId="266"/>
            <ac:spMk id="2" creationId="{5D8AD617-214B-8EFA-7AFB-EBEB4397F273}"/>
          </ac:spMkLst>
        </pc:spChg>
        <pc:picChg chg="mod">
          <ac:chgData name="Michael Aristodemou" userId="8f856845a52b247d" providerId="LiveId" clId="{9B00AFCF-B802-464E-AF44-A44E735D0D35}" dt="2026-09-14T11:12:49.805" v="1210" actId="1076"/>
          <ac:picMkLst>
            <pc:docMk/>
            <pc:sldMk cId="1215289578" sldId="266"/>
            <ac:picMk id="6" creationId="{B2C6FFEA-35ED-BAB0-5216-5F708B23398B}"/>
          </ac:picMkLst>
        </pc:picChg>
      </pc:sldChg>
      <pc:sldChg chg="addSp delSp modSp mod">
        <pc:chgData name="Michael Aristodemou" userId="8f856845a52b247d" providerId="LiveId" clId="{9B00AFCF-B802-464E-AF44-A44E735D0D35}" dt="2026-09-16T13:00:24.588" v="1277" actId="1076"/>
        <pc:sldMkLst>
          <pc:docMk/>
          <pc:sldMk cId="1269929213" sldId="267"/>
        </pc:sldMkLst>
        <pc:spChg chg="mod">
          <ac:chgData name="Michael Aristodemou" userId="8f856845a52b247d" providerId="LiveId" clId="{9B00AFCF-B802-464E-AF44-A44E735D0D35}" dt="2026-09-16T13:00:24.588" v="1277" actId="1076"/>
          <ac:spMkLst>
            <pc:docMk/>
            <pc:sldMk cId="1269929213" sldId="267"/>
            <ac:spMk id="2" creationId="{D1515579-375D-4C83-C8CD-EC8E3F4DBB81}"/>
          </ac:spMkLst>
        </pc:spChg>
        <pc:picChg chg="add mod ord">
          <ac:chgData name="Michael Aristodemou" userId="8f856845a52b247d" providerId="LiveId" clId="{9B00AFCF-B802-464E-AF44-A44E735D0D35}" dt="2026-09-16T13:00:21.100" v="1276" actId="1076"/>
          <ac:picMkLst>
            <pc:docMk/>
            <pc:sldMk cId="1269929213" sldId="267"/>
            <ac:picMk id="4" creationId="{8B719522-0CBA-FE03-91C8-68F69F60B445}"/>
          </ac:picMkLst>
        </pc:picChg>
        <pc:picChg chg="add mod ord">
          <ac:chgData name="Michael Aristodemou" userId="8f856845a52b247d" providerId="LiveId" clId="{9B00AFCF-B802-464E-AF44-A44E735D0D35}" dt="2026-09-16T13:00:21.100" v="1276" actId="1076"/>
          <ac:picMkLst>
            <pc:docMk/>
            <pc:sldMk cId="1269929213" sldId="267"/>
            <ac:picMk id="6" creationId="{60592D53-2EAE-FA73-87DD-B1D8B10E1853}"/>
          </ac:picMkLst>
        </pc:picChg>
      </pc:sldChg>
      <pc:sldChg chg="del">
        <pc:chgData name="Michael Aristodemou" userId="8f856845a52b247d" providerId="LiveId" clId="{9B00AFCF-B802-464E-AF44-A44E735D0D35}" dt="2026-09-16T10:30:29.816" v="1240" actId="2696"/>
        <pc:sldMkLst>
          <pc:docMk/>
          <pc:sldMk cId="1157833743" sldId="269"/>
        </pc:sldMkLst>
      </pc:sldChg>
      <pc:sldChg chg="add del">
        <pc:chgData name="Michael Aristodemou" userId="8f856845a52b247d" providerId="LiveId" clId="{9B00AFCF-B802-464E-AF44-A44E735D0D35}" dt="2026-09-17T09:20:12.612" v="1619" actId="47"/>
        <pc:sldMkLst>
          <pc:docMk/>
          <pc:sldMk cId="2082035453" sldId="269"/>
        </pc:sldMkLst>
      </pc:sldChg>
      <pc:sldChg chg="modSp mod">
        <pc:chgData name="Michael Aristodemou" userId="8f856845a52b247d" providerId="LiveId" clId="{9B00AFCF-B802-464E-AF44-A44E735D0D35}" dt="2026-09-14T10:28:42.096" v="1209" actId="20577"/>
        <pc:sldMkLst>
          <pc:docMk/>
          <pc:sldMk cId="566494200" sldId="274"/>
        </pc:sldMkLst>
        <pc:spChg chg="mod">
          <ac:chgData name="Michael Aristodemou" userId="8f856845a52b247d" providerId="LiveId" clId="{9B00AFCF-B802-464E-AF44-A44E735D0D35}" dt="2026-09-14T10:28:42.096" v="1209" actId="20577"/>
          <ac:spMkLst>
            <pc:docMk/>
            <pc:sldMk cId="566494200" sldId="274"/>
            <ac:spMk id="3" creationId="{18FAA079-B110-C8B5-3EDE-E8B33C9FFC3B}"/>
          </ac:spMkLst>
        </pc:spChg>
      </pc:sldChg>
      <pc:sldChg chg="addSp modSp mod">
        <pc:chgData name="Michael Aristodemou" userId="8f856845a52b247d" providerId="LiveId" clId="{9B00AFCF-B802-464E-AF44-A44E735D0D35}" dt="2026-09-16T13:40:02.992" v="1437" actId="1076"/>
        <pc:sldMkLst>
          <pc:docMk/>
          <pc:sldMk cId="2279207077" sldId="278"/>
        </pc:sldMkLst>
        <pc:spChg chg="mod">
          <ac:chgData name="Michael Aristodemou" userId="8f856845a52b247d" providerId="LiveId" clId="{9B00AFCF-B802-464E-AF44-A44E735D0D35}" dt="2026-09-16T13:39:57.483" v="1436" actId="1076"/>
          <ac:spMkLst>
            <pc:docMk/>
            <pc:sldMk cId="2279207077" sldId="278"/>
            <ac:spMk id="2" creationId="{CF30AA59-DD09-28DB-A087-E61DF56BBC8F}"/>
          </ac:spMkLst>
        </pc:spChg>
        <pc:spChg chg="mod">
          <ac:chgData name="Michael Aristodemou" userId="8f856845a52b247d" providerId="LiveId" clId="{9B00AFCF-B802-464E-AF44-A44E735D0D35}" dt="2026-09-14T09:54:36.419" v="875" actId="20577"/>
          <ac:spMkLst>
            <pc:docMk/>
            <pc:sldMk cId="2279207077" sldId="278"/>
            <ac:spMk id="3" creationId="{74E81FDF-3315-F945-A95B-9254B3C48C3C}"/>
          </ac:spMkLst>
        </pc:spChg>
        <pc:picChg chg="add mod">
          <ac:chgData name="Michael Aristodemou" userId="8f856845a52b247d" providerId="LiveId" clId="{9B00AFCF-B802-464E-AF44-A44E735D0D35}" dt="2026-09-16T13:40:02.992" v="1437" actId="1076"/>
          <ac:picMkLst>
            <pc:docMk/>
            <pc:sldMk cId="2279207077" sldId="278"/>
            <ac:picMk id="5" creationId="{1B2C29BC-E314-98E0-C0FD-05C921BAAF5C}"/>
          </ac:picMkLst>
        </pc:picChg>
        <pc:picChg chg="mod">
          <ac:chgData name="Michael Aristodemou" userId="8f856845a52b247d" providerId="LiveId" clId="{9B00AFCF-B802-464E-AF44-A44E735D0D35}" dt="2026-09-16T13:40:02.992" v="1437" actId="1076"/>
          <ac:picMkLst>
            <pc:docMk/>
            <pc:sldMk cId="2279207077" sldId="278"/>
            <ac:picMk id="2050" creationId="{DF6E3BEB-DB42-D89F-C7B8-D4DCA2581CA8}"/>
          </ac:picMkLst>
        </pc:picChg>
      </pc:sldChg>
      <pc:sldChg chg="addSp modSp mod">
        <pc:chgData name="Michael Aristodemou" userId="8f856845a52b247d" providerId="LiveId" clId="{9B00AFCF-B802-464E-AF44-A44E735D0D35}" dt="2026-09-17T08:38:48.883" v="1572" actId="207"/>
        <pc:sldMkLst>
          <pc:docMk/>
          <pc:sldMk cId="4052319826" sldId="280"/>
        </pc:sldMkLst>
        <pc:spChg chg="add mod">
          <ac:chgData name="Michael Aristodemou" userId="8f856845a52b247d" providerId="LiveId" clId="{9B00AFCF-B802-464E-AF44-A44E735D0D35}" dt="2026-09-17T08:38:39.327" v="1569" actId="207"/>
          <ac:spMkLst>
            <pc:docMk/>
            <pc:sldMk cId="4052319826" sldId="280"/>
            <ac:spMk id="4" creationId="{D1B92243-652E-620D-2AA9-95CA44BE0CDD}"/>
          </ac:spMkLst>
        </pc:spChg>
        <pc:spChg chg="add mod">
          <ac:chgData name="Michael Aristodemou" userId="8f856845a52b247d" providerId="LiveId" clId="{9B00AFCF-B802-464E-AF44-A44E735D0D35}" dt="2026-09-17T08:38:43.298" v="1570" actId="207"/>
          <ac:spMkLst>
            <pc:docMk/>
            <pc:sldMk cId="4052319826" sldId="280"/>
            <ac:spMk id="6" creationId="{D4542C30-5618-C450-AD53-4F52029AB425}"/>
          </ac:spMkLst>
        </pc:spChg>
        <pc:spChg chg="add mod">
          <ac:chgData name="Michael Aristodemou" userId="8f856845a52b247d" providerId="LiveId" clId="{9B00AFCF-B802-464E-AF44-A44E735D0D35}" dt="2026-09-17T08:38:46.417" v="1571" actId="207"/>
          <ac:spMkLst>
            <pc:docMk/>
            <pc:sldMk cId="4052319826" sldId="280"/>
            <ac:spMk id="8" creationId="{5BCC4DB7-A470-5F6C-0C9E-9BA863AD7AE3}"/>
          </ac:spMkLst>
        </pc:spChg>
        <pc:spChg chg="add mod">
          <ac:chgData name="Michael Aristodemou" userId="8f856845a52b247d" providerId="LiveId" clId="{9B00AFCF-B802-464E-AF44-A44E735D0D35}" dt="2026-09-17T08:38:48.883" v="1572" actId="207"/>
          <ac:spMkLst>
            <pc:docMk/>
            <pc:sldMk cId="4052319826" sldId="280"/>
            <ac:spMk id="10" creationId="{BE0E3231-47F0-B047-FA5F-2997319B092C}"/>
          </ac:spMkLst>
        </pc:spChg>
      </pc:sldChg>
      <pc:sldChg chg="modSp mod">
        <pc:chgData name="Michael Aristodemou" userId="8f856845a52b247d" providerId="LiveId" clId="{9B00AFCF-B802-464E-AF44-A44E735D0D35}" dt="2026-09-16T13:58:54.638" v="1490" actId="20577"/>
        <pc:sldMkLst>
          <pc:docMk/>
          <pc:sldMk cId="3471058732" sldId="291"/>
        </pc:sldMkLst>
        <pc:spChg chg="mod">
          <ac:chgData name="Michael Aristodemou" userId="8f856845a52b247d" providerId="LiveId" clId="{9B00AFCF-B802-464E-AF44-A44E735D0D35}" dt="2026-09-16T13:58:54.638" v="1490" actId="20577"/>
          <ac:spMkLst>
            <pc:docMk/>
            <pc:sldMk cId="3471058732" sldId="291"/>
            <ac:spMk id="3" creationId="{17B750E6-F375-B814-8861-E7CF72EA8D78}"/>
          </ac:spMkLst>
        </pc:spChg>
      </pc:sldChg>
      <pc:sldChg chg="addSp modSp mod">
        <pc:chgData name="Michael Aristodemou" userId="8f856845a52b247d" providerId="LiveId" clId="{9B00AFCF-B802-464E-AF44-A44E735D0D35}" dt="2026-09-14T09:46:51.154" v="822" actId="1076"/>
        <pc:sldMkLst>
          <pc:docMk/>
          <pc:sldMk cId="3154776644" sldId="298"/>
        </pc:sldMkLst>
        <pc:spChg chg="mod">
          <ac:chgData name="Michael Aristodemou" userId="8f856845a52b247d" providerId="LiveId" clId="{9B00AFCF-B802-464E-AF44-A44E735D0D35}" dt="2026-09-14T09:46:06.800" v="815" actId="1076"/>
          <ac:spMkLst>
            <pc:docMk/>
            <pc:sldMk cId="3154776644" sldId="298"/>
            <ac:spMk id="5" creationId="{A9F6D875-0346-E674-0986-EA569E9936ED}"/>
          </ac:spMkLst>
        </pc:spChg>
        <pc:picChg chg="add mod">
          <ac:chgData name="Michael Aristodemou" userId="8f856845a52b247d" providerId="LiveId" clId="{9B00AFCF-B802-464E-AF44-A44E735D0D35}" dt="2026-09-14T09:46:51.154" v="822" actId="1076"/>
          <ac:picMkLst>
            <pc:docMk/>
            <pc:sldMk cId="3154776644" sldId="298"/>
            <ac:picMk id="3" creationId="{F1C57933-D6BA-6560-538B-7B9C5D1466E7}"/>
          </ac:picMkLst>
        </pc:picChg>
        <pc:picChg chg="mod">
          <ac:chgData name="Michael Aristodemou" userId="8f856845a52b247d" providerId="LiveId" clId="{9B00AFCF-B802-464E-AF44-A44E735D0D35}" dt="2026-09-14T09:46:06.800" v="815" actId="1076"/>
          <ac:picMkLst>
            <pc:docMk/>
            <pc:sldMk cId="3154776644" sldId="298"/>
            <ac:picMk id="4" creationId="{272BE05D-6E75-B340-C15D-49DB93D763BD}"/>
          </ac:picMkLst>
        </pc:picChg>
      </pc:sldChg>
      <pc:sldChg chg="modSp mod">
        <pc:chgData name="Michael Aristodemou" userId="8f856845a52b247d" providerId="LiveId" clId="{9B00AFCF-B802-464E-AF44-A44E735D0D35}" dt="2026-09-14T10:12:33.533" v="1020" actId="20577"/>
        <pc:sldMkLst>
          <pc:docMk/>
          <pc:sldMk cId="1601156336" sldId="301"/>
        </pc:sldMkLst>
        <pc:spChg chg="mod">
          <ac:chgData name="Michael Aristodemou" userId="8f856845a52b247d" providerId="LiveId" clId="{9B00AFCF-B802-464E-AF44-A44E735D0D35}" dt="2026-09-14T10:12:33.533" v="1020" actId="20577"/>
          <ac:spMkLst>
            <pc:docMk/>
            <pc:sldMk cId="1601156336" sldId="301"/>
            <ac:spMk id="2" creationId="{48FBA1EE-EABA-84E7-985F-2A546D47F13D}"/>
          </ac:spMkLst>
        </pc:spChg>
      </pc:sldChg>
      <pc:sldChg chg="addSp delSp modSp mod modNotesTx">
        <pc:chgData name="Michael Aristodemou" userId="8f856845a52b247d" providerId="LiveId" clId="{9B00AFCF-B802-464E-AF44-A44E735D0D35}" dt="2026-09-14T09:00:18.199" v="376" actId="1076"/>
        <pc:sldMkLst>
          <pc:docMk/>
          <pc:sldMk cId="681236746" sldId="304"/>
        </pc:sldMkLst>
        <pc:picChg chg="add mod ord">
          <ac:chgData name="Michael Aristodemou" userId="8f856845a52b247d" providerId="LiveId" clId="{9B00AFCF-B802-464E-AF44-A44E735D0D35}" dt="2026-09-14T09:00:18.199" v="376" actId="1076"/>
          <ac:picMkLst>
            <pc:docMk/>
            <pc:sldMk cId="681236746" sldId="304"/>
            <ac:picMk id="3" creationId="{E8165DBC-6A9A-4315-E0B3-03AC474E53B0}"/>
          </ac:picMkLst>
        </pc:picChg>
      </pc:sldChg>
      <pc:sldChg chg="modSp mod">
        <pc:chgData name="Michael Aristodemou" userId="8f856845a52b247d" providerId="LiveId" clId="{9B00AFCF-B802-464E-AF44-A44E735D0D35}" dt="2026-09-17T09:18:55.750" v="1618" actId="20577"/>
        <pc:sldMkLst>
          <pc:docMk/>
          <pc:sldMk cId="141413826" sldId="306"/>
        </pc:sldMkLst>
        <pc:spChg chg="mod">
          <ac:chgData name="Michael Aristodemou" userId="8f856845a52b247d" providerId="LiveId" clId="{9B00AFCF-B802-464E-AF44-A44E735D0D35}" dt="2026-09-17T09:18:55.750" v="1618" actId="20577"/>
          <ac:spMkLst>
            <pc:docMk/>
            <pc:sldMk cId="141413826" sldId="306"/>
            <ac:spMk id="3" creationId="{B09A4718-C575-93E4-9AEB-11ED77AE6191}"/>
          </ac:spMkLst>
        </pc:spChg>
        <pc:picChg chg="mod">
          <ac:chgData name="Michael Aristodemou" userId="8f856845a52b247d" providerId="LiveId" clId="{9B00AFCF-B802-464E-AF44-A44E735D0D35}" dt="2026-09-14T09:57:40.700" v="1007" actId="1076"/>
          <ac:picMkLst>
            <pc:docMk/>
            <pc:sldMk cId="141413826" sldId="306"/>
            <ac:picMk id="2050" creationId="{A52FF521-4269-B5EC-9D39-672E70A684AE}"/>
          </ac:picMkLst>
        </pc:picChg>
      </pc:sldChg>
      <pc:sldChg chg="modSp mod">
        <pc:chgData name="Michael Aristodemou" userId="8f856845a52b247d" providerId="LiveId" clId="{9B00AFCF-B802-464E-AF44-A44E735D0D35}" dt="2026-09-16T13:38:16.067" v="1384" actId="20577"/>
        <pc:sldMkLst>
          <pc:docMk/>
          <pc:sldMk cId="3206468824" sldId="307"/>
        </pc:sldMkLst>
        <pc:spChg chg="mod">
          <ac:chgData name="Michael Aristodemou" userId="8f856845a52b247d" providerId="LiveId" clId="{9B00AFCF-B802-464E-AF44-A44E735D0D35}" dt="2026-09-14T09:55:22.097" v="908" actId="20577"/>
          <ac:spMkLst>
            <pc:docMk/>
            <pc:sldMk cId="3206468824" sldId="307"/>
            <ac:spMk id="2" creationId="{005D531A-4314-452D-5031-F28E9A14B056}"/>
          </ac:spMkLst>
        </pc:spChg>
        <pc:spChg chg="mod">
          <ac:chgData name="Michael Aristodemou" userId="8f856845a52b247d" providerId="LiveId" clId="{9B00AFCF-B802-464E-AF44-A44E735D0D35}" dt="2026-09-16T13:38:16.067" v="1384" actId="20577"/>
          <ac:spMkLst>
            <pc:docMk/>
            <pc:sldMk cId="3206468824" sldId="307"/>
            <ac:spMk id="3" creationId="{21D7561A-26EB-C1AD-3674-27FF71E48EC2}"/>
          </ac:spMkLst>
        </pc:spChg>
      </pc:sldChg>
      <pc:sldChg chg="modSp mod">
        <pc:chgData name="Michael Aristodemou" userId="8f856845a52b247d" providerId="LiveId" clId="{9B00AFCF-B802-464E-AF44-A44E735D0D35}" dt="2026-09-16T13:39:07.689" v="1433" actId="207"/>
        <pc:sldMkLst>
          <pc:docMk/>
          <pc:sldMk cId="3439872308" sldId="308"/>
        </pc:sldMkLst>
        <pc:spChg chg="mod">
          <ac:chgData name="Michael Aristodemou" userId="8f856845a52b247d" providerId="LiveId" clId="{9B00AFCF-B802-464E-AF44-A44E735D0D35}" dt="2026-09-16T13:39:07.689" v="1433" actId="207"/>
          <ac:spMkLst>
            <pc:docMk/>
            <pc:sldMk cId="3439872308" sldId="308"/>
            <ac:spMk id="2" creationId="{F6818A63-9687-7CE9-966D-124F7D1613EB}"/>
          </ac:spMkLst>
        </pc:spChg>
        <pc:spChg chg="mod">
          <ac:chgData name="Michael Aristodemou" userId="8f856845a52b247d" providerId="LiveId" clId="{9B00AFCF-B802-464E-AF44-A44E735D0D35}" dt="2026-09-14T09:56:16.867" v="931" actId="20577"/>
          <ac:spMkLst>
            <pc:docMk/>
            <pc:sldMk cId="3439872308" sldId="308"/>
            <ac:spMk id="3" creationId="{29ED2F29-DDE0-927B-0895-CB3D4972CD22}"/>
          </ac:spMkLst>
        </pc:spChg>
      </pc:sldChg>
      <pc:sldChg chg="modSp mod">
        <pc:chgData name="Michael Aristodemou" userId="8f856845a52b247d" providerId="LiveId" clId="{9B00AFCF-B802-464E-AF44-A44E735D0D35}" dt="2026-09-14T09:56:35.872" v="934" actId="20577"/>
        <pc:sldMkLst>
          <pc:docMk/>
          <pc:sldMk cId="2108898980" sldId="309"/>
        </pc:sldMkLst>
        <pc:spChg chg="mod">
          <ac:chgData name="Michael Aristodemou" userId="8f856845a52b247d" providerId="LiveId" clId="{9B00AFCF-B802-464E-AF44-A44E735D0D35}" dt="2026-09-14T09:56:35.872" v="934" actId="20577"/>
          <ac:spMkLst>
            <pc:docMk/>
            <pc:sldMk cId="2108898980" sldId="309"/>
            <ac:spMk id="2" creationId="{2C484237-A4C0-8CBC-324E-4BC712E6F112}"/>
          </ac:spMkLst>
        </pc:spChg>
      </pc:sldChg>
      <pc:sldChg chg="modSp mod">
        <pc:chgData name="Michael Aristodemou" userId="8f856845a52b247d" providerId="LiveId" clId="{9B00AFCF-B802-464E-AF44-A44E735D0D35}" dt="2026-09-16T12:22:20.454" v="1262" actId="20577"/>
        <pc:sldMkLst>
          <pc:docMk/>
          <pc:sldMk cId="2613503606" sldId="312"/>
        </pc:sldMkLst>
        <pc:spChg chg="mod">
          <ac:chgData name="Michael Aristodemou" userId="8f856845a52b247d" providerId="LiveId" clId="{9B00AFCF-B802-464E-AF44-A44E735D0D35}" dt="2026-09-16T12:22:20.454" v="1262" actId="20577"/>
          <ac:spMkLst>
            <pc:docMk/>
            <pc:sldMk cId="2613503606" sldId="312"/>
            <ac:spMk id="2" creationId="{6ADC149C-ABAA-4F7B-99DE-F77A616077E2}"/>
          </ac:spMkLst>
        </pc:spChg>
      </pc:sldChg>
      <pc:sldChg chg="addSp delSp modSp mod ord">
        <pc:chgData name="Michael Aristodemou" userId="8f856845a52b247d" providerId="LiveId" clId="{9B00AFCF-B802-464E-AF44-A44E735D0D35}" dt="2026-09-16T13:54:52.074" v="1487" actId="1076"/>
        <pc:sldMkLst>
          <pc:docMk/>
          <pc:sldMk cId="2652014886" sldId="314"/>
        </pc:sldMkLst>
        <pc:spChg chg="add del">
          <ac:chgData name="Michael Aristodemou" userId="8f856845a52b247d" providerId="LiveId" clId="{9B00AFCF-B802-464E-AF44-A44E735D0D35}" dt="2026-09-16T13:51:05.510" v="1444" actId="22"/>
          <ac:spMkLst>
            <pc:docMk/>
            <pc:sldMk cId="2652014886" sldId="314"/>
            <ac:spMk id="6" creationId="{D931A219-5267-68C5-E34B-E8E77DBA3460}"/>
          </ac:spMkLst>
        </pc:spChg>
        <pc:picChg chg="add mod">
          <ac:chgData name="Michael Aristodemou" userId="8f856845a52b247d" providerId="LiveId" clId="{9B00AFCF-B802-464E-AF44-A44E735D0D35}" dt="2026-09-16T13:50:58.043" v="1440" actId="931"/>
          <ac:picMkLst>
            <pc:docMk/>
            <pc:sldMk cId="2652014886" sldId="314"/>
            <ac:picMk id="4" creationId="{DBB10449-58F4-D512-4E7D-D13BF8823575}"/>
          </ac:picMkLst>
        </pc:picChg>
        <pc:picChg chg="del">
          <ac:chgData name="Michael Aristodemou" userId="8f856845a52b247d" providerId="LiveId" clId="{9B00AFCF-B802-464E-AF44-A44E735D0D35}" dt="2026-09-16T13:51:25.295" v="1484" actId="478"/>
          <ac:picMkLst>
            <pc:docMk/>
            <pc:sldMk cId="2652014886" sldId="314"/>
            <ac:picMk id="7" creationId="{CD6584D3-C419-3BEC-61E6-05E1977BB515}"/>
          </ac:picMkLst>
        </pc:picChg>
        <pc:picChg chg="add mod">
          <ac:chgData name="Michael Aristodemou" userId="8f856845a52b247d" providerId="LiveId" clId="{9B00AFCF-B802-464E-AF44-A44E735D0D35}" dt="2026-09-16T13:52:06.611" v="1486" actId="1076"/>
          <ac:picMkLst>
            <pc:docMk/>
            <pc:sldMk cId="2652014886" sldId="314"/>
            <ac:picMk id="10" creationId="{4E96470E-04C5-DEC8-83A6-C2A3153AB21A}"/>
          </ac:picMkLst>
        </pc:picChg>
        <pc:picChg chg="mod">
          <ac:chgData name="Michael Aristodemou" userId="8f856845a52b247d" providerId="LiveId" clId="{9B00AFCF-B802-464E-AF44-A44E735D0D35}" dt="2026-09-16T13:51:00.521" v="1442" actId="1076"/>
          <ac:picMkLst>
            <pc:docMk/>
            <pc:sldMk cId="2652014886" sldId="314"/>
            <ac:picMk id="13" creationId="{5AB7DCAC-FF00-6E97-7090-3C47DA41D4B1}"/>
          </ac:picMkLst>
        </pc:picChg>
        <pc:picChg chg="mod">
          <ac:chgData name="Michael Aristodemou" userId="8f856845a52b247d" providerId="LiveId" clId="{9B00AFCF-B802-464E-AF44-A44E735D0D35}" dt="2026-09-16T13:54:52.074" v="1487" actId="1076"/>
          <ac:picMkLst>
            <pc:docMk/>
            <pc:sldMk cId="2652014886" sldId="314"/>
            <ac:picMk id="17" creationId="{34C1C78B-EC07-2D48-9CC1-7F00BDFBCE12}"/>
          </ac:picMkLst>
        </pc:picChg>
      </pc:sldChg>
      <pc:sldChg chg="ord">
        <pc:chgData name="Michael Aristodemou" userId="8f856845a52b247d" providerId="LiveId" clId="{9B00AFCF-B802-464E-AF44-A44E735D0D35}" dt="2026-09-16T13:37:33.152" v="1377"/>
        <pc:sldMkLst>
          <pc:docMk/>
          <pc:sldMk cId="1046476407" sldId="315"/>
        </pc:sldMkLst>
      </pc:sldChg>
      <pc:sldChg chg="add del">
        <pc:chgData name="Michael Aristodemou" userId="8f856845a52b247d" providerId="LiveId" clId="{9B00AFCF-B802-464E-AF44-A44E735D0D35}" dt="2026-09-17T09:20:12.612" v="1619" actId="47"/>
        <pc:sldMkLst>
          <pc:docMk/>
          <pc:sldMk cId="657213461" sldId="316"/>
        </pc:sldMkLst>
      </pc:sldChg>
      <pc:sldChg chg="del">
        <pc:chgData name="Michael Aristodemou" userId="8f856845a52b247d" providerId="LiveId" clId="{9B00AFCF-B802-464E-AF44-A44E735D0D35}" dt="2026-09-16T10:30:29.816" v="1240" actId="2696"/>
        <pc:sldMkLst>
          <pc:docMk/>
          <pc:sldMk cId="1943249105" sldId="316"/>
        </pc:sldMkLst>
      </pc:sldChg>
      <pc:sldChg chg="modSp new mod ord">
        <pc:chgData name="Michael Aristodemou" userId="8f856845a52b247d" providerId="LiveId" clId="{9B00AFCF-B802-464E-AF44-A44E735D0D35}" dt="2026-09-14T09:34:55.511" v="552"/>
        <pc:sldMkLst>
          <pc:docMk/>
          <pc:sldMk cId="1511383629" sldId="319"/>
        </pc:sldMkLst>
        <pc:spChg chg="mod">
          <ac:chgData name="Michael Aristodemou" userId="8f856845a52b247d" providerId="LiveId" clId="{9B00AFCF-B802-464E-AF44-A44E735D0D35}" dt="2026-09-14T09:09:11.409" v="520" actId="1076"/>
          <ac:spMkLst>
            <pc:docMk/>
            <pc:sldMk cId="1511383629" sldId="319"/>
            <ac:spMk id="2" creationId="{3ACF0C40-68BE-DFC6-0E8C-55D52FB54FF3}"/>
          </ac:spMkLst>
        </pc:spChg>
        <pc:spChg chg="mod">
          <ac:chgData name="Michael Aristodemou" userId="8f856845a52b247d" providerId="LiveId" clId="{9B00AFCF-B802-464E-AF44-A44E735D0D35}" dt="2026-09-14T09:09:13.283" v="521" actId="1076"/>
          <ac:spMkLst>
            <pc:docMk/>
            <pc:sldMk cId="1511383629" sldId="319"/>
            <ac:spMk id="3" creationId="{37B18A3B-2603-E7A6-8F50-CD1C3CE777ED}"/>
          </ac:spMkLst>
        </pc:spChg>
      </pc:sldChg>
      <pc:sldChg chg="addSp delSp modSp add mod">
        <pc:chgData name="Michael Aristodemou" userId="8f856845a52b247d" providerId="LiveId" clId="{9B00AFCF-B802-464E-AF44-A44E735D0D35}" dt="2026-09-17T08:51:42.895" v="1575" actId="1076"/>
        <pc:sldMkLst>
          <pc:docMk/>
          <pc:sldMk cId="2139282" sldId="320"/>
        </pc:sldMkLst>
        <pc:spChg chg="mod">
          <ac:chgData name="Michael Aristodemou" userId="8f856845a52b247d" providerId="LiveId" clId="{9B00AFCF-B802-464E-AF44-A44E735D0D35}" dt="2026-09-17T08:51:42.895" v="1575" actId="1076"/>
          <ac:spMkLst>
            <pc:docMk/>
            <pc:sldMk cId="2139282" sldId="320"/>
            <ac:spMk id="2" creationId="{1D4FDF51-1071-D847-1B8A-A387A4994419}"/>
          </ac:spMkLst>
        </pc:spChg>
      </pc:sldChg>
      <pc:sldChg chg="delSp modSp new del mod">
        <pc:chgData name="Michael Aristodemou" userId="8f856845a52b247d" providerId="LiveId" clId="{9B00AFCF-B802-464E-AF44-A44E735D0D35}" dt="2026-09-16T13:37:46.183" v="1378" actId="47"/>
        <pc:sldMkLst>
          <pc:docMk/>
          <pc:sldMk cId="1747224239" sldId="321"/>
        </pc:sldMkLst>
        <pc:spChg chg="mod">
          <ac:chgData name="Michael Aristodemou" userId="8f856845a52b247d" providerId="LiveId" clId="{9B00AFCF-B802-464E-AF44-A44E735D0D35}" dt="2026-09-16T12:22:58.299" v="1270" actId="20577"/>
          <ac:spMkLst>
            <pc:docMk/>
            <pc:sldMk cId="1747224239" sldId="321"/>
            <ac:spMk id="2" creationId="{427E64F9-03DD-26A9-CFCA-4023973C64F1}"/>
          </ac:spMkLst>
        </pc:spChg>
      </pc:sldChg>
      <pc:sldChg chg="addSp delSp modSp new mod ord">
        <pc:chgData name="Michael Aristodemou" userId="8f856845a52b247d" providerId="LiveId" clId="{9B00AFCF-B802-464E-AF44-A44E735D0D35}" dt="2026-09-16T13:22:27.404" v="1343"/>
        <pc:sldMkLst>
          <pc:docMk/>
          <pc:sldMk cId="3323995078" sldId="322"/>
        </pc:sldMkLst>
        <pc:spChg chg="mod">
          <ac:chgData name="Michael Aristodemou" userId="8f856845a52b247d" providerId="LiveId" clId="{9B00AFCF-B802-464E-AF44-A44E735D0D35}" dt="2026-09-14T09:38:55.051" v="744" actId="1076"/>
          <ac:spMkLst>
            <pc:docMk/>
            <pc:sldMk cId="3323995078" sldId="322"/>
            <ac:spMk id="2" creationId="{E6E6FB39-8A5A-D42C-271C-36F3E396A097}"/>
          </ac:spMkLst>
        </pc:spChg>
        <pc:spChg chg="add mod">
          <ac:chgData name="Michael Aristodemou" userId="8f856845a52b247d" providerId="LiveId" clId="{9B00AFCF-B802-464E-AF44-A44E735D0D35}" dt="2026-09-14T09:41:39.022" v="801" actId="20577"/>
          <ac:spMkLst>
            <pc:docMk/>
            <pc:sldMk cId="3323995078" sldId="322"/>
            <ac:spMk id="4" creationId="{DAF776CF-F8E9-48DF-A800-C39837158C5F}"/>
          </ac:spMkLst>
        </pc:spChg>
      </pc:sldChg>
      <pc:sldChg chg="addSp delSp modSp new mod">
        <pc:chgData name="Michael Aristodemou" userId="8f856845a52b247d" providerId="LiveId" clId="{9B00AFCF-B802-464E-AF44-A44E735D0D35}" dt="2026-09-17T08:32:55.039" v="1491" actId="1076"/>
        <pc:sldMkLst>
          <pc:docMk/>
          <pc:sldMk cId="1258833124" sldId="323"/>
        </pc:sldMkLst>
        <pc:spChg chg="mod">
          <ac:chgData name="Michael Aristodemou" userId="8f856845a52b247d" providerId="LiveId" clId="{9B00AFCF-B802-464E-AF44-A44E735D0D35}" dt="2026-09-16T13:16:22.633" v="1322" actId="122"/>
          <ac:spMkLst>
            <pc:docMk/>
            <pc:sldMk cId="1258833124" sldId="323"/>
            <ac:spMk id="2" creationId="{9BB93F23-3923-2498-B503-D610E296CCF2}"/>
          </ac:spMkLst>
        </pc:spChg>
        <pc:spChg chg="del mod">
          <ac:chgData name="Michael Aristodemou" userId="8f856845a52b247d" providerId="LiveId" clId="{9B00AFCF-B802-464E-AF44-A44E735D0D35}" dt="2026-09-16T13:16:03.350" v="1319" actId="478"/>
          <ac:spMkLst>
            <pc:docMk/>
            <pc:sldMk cId="1258833124" sldId="323"/>
            <ac:spMk id="3" creationId="{44BE3F48-1C67-0BC3-2178-C81CE630492F}"/>
          </ac:spMkLst>
        </pc:spChg>
        <pc:spChg chg="add mod">
          <ac:chgData name="Michael Aristodemou" userId="8f856845a52b247d" providerId="LiveId" clId="{9B00AFCF-B802-464E-AF44-A44E735D0D35}" dt="2026-09-16T13:41:43.832" v="1438" actId="14100"/>
          <ac:spMkLst>
            <pc:docMk/>
            <pc:sldMk cId="1258833124" sldId="323"/>
            <ac:spMk id="7" creationId="{10EDBD1D-7235-CF94-E3CE-CDB3E3EBB6D2}"/>
          </ac:spMkLst>
        </pc:spChg>
        <pc:picChg chg="del mod">
          <ac:chgData name="Michael Aristodemou" userId="8f856845a52b247d" providerId="LiveId" clId="{9B00AFCF-B802-464E-AF44-A44E735D0D35}" dt="2026-09-16T13:16:50.017" v="1324" actId="478"/>
          <ac:picMkLst>
            <pc:docMk/>
            <pc:sldMk cId="1258833124" sldId="323"/>
            <ac:picMk id="4" creationId="{EEC422A6-96BD-AB3F-0D8B-82632C192A0B}"/>
          </ac:picMkLst>
        </pc:picChg>
        <pc:picChg chg="add del mod">
          <ac:chgData name="Michael Aristodemou" userId="8f856845a52b247d" providerId="LiveId" clId="{9B00AFCF-B802-464E-AF44-A44E735D0D35}" dt="2026-09-16T13:20:11.816" v="1328" actId="478"/>
          <ac:picMkLst>
            <pc:docMk/>
            <pc:sldMk cId="1258833124" sldId="323"/>
            <ac:picMk id="5" creationId="{00DF8F5C-3FDC-2381-EDA2-E22151B01770}"/>
          </ac:picMkLst>
        </pc:picChg>
        <pc:picChg chg="add del mod">
          <ac:chgData name="Michael Aristodemou" userId="8f856845a52b247d" providerId="LiveId" clId="{9B00AFCF-B802-464E-AF44-A44E735D0D35}" dt="2026-09-16T13:27:34.772" v="1346" actId="478"/>
          <ac:picMkLst>
            <pc:docMk/>
            <pc:sldMk cId="1258833124" sldId="323"/>
            <ac:picMk id="8" creationId="{BEA5ABDA-4DF1-2105-8822-8C1C0BC7E9FF}"/>
          </ac:picMkLst>
        </pc:picChg>
        <pc:picChg chg="add mod">
          <ac:chgData name="Michael Aristodemou" userId="8f856845a52b247d" providerId="LiveId" clId="{9B00AFCF-B802-464E-AF44-A44E735D0D35}" dt="2026-09-17T08:32:55.039" v="1491" actId="1076"/>
          <ac:picMkLst>
            <pc:docMk/>
            <pc:sldMk cId="1258833124" sldId="323"/>
            <ac:picMk id="9" creationId="{08EABC80-2919-EF38-E76D-80D50B6C1317}"/>
          </ac:picMkLst>
        </pc:picChg>
        <pc:picChg chg="add mod">
          <ac:chgData name="Michael Aristodemou" userId="8f856845a52b247d" providerId="LiveId" clId="{9B00AFCF-B802-464E-AF44-A44E735D0D35}" dt="2026-09-17T08:32:55.039" v="1491" actId="1076"/>
          <ac:picMkLst>
            <pc:docMk/>
            <pc:sldMk cId="1258833124" sldId="323"/>
            <ac:picMk id="10" creationId="{84E25D5C-3E57-B18B-F459-40D2C6B8C78F}"/>
          </ac:picMkLst>
        </pc:picChg>
        <pc:picChg chg="add mod">
          <ac:chgData name="Michael Aristodemou" userId="8f856845a52b247d" providerId="LiveId" clId="{9B00AFCF-B802-464E-AF44-A44E735D0D35}" dt="2026-09-17T08:32:55.039" v="1491" actId="1076"/>
          <ac:picMkLst>
            <pc:docMk/>
            <pc:sldMk cId="1258833124" sldId="323"/>
            <ac:picMk id="11" creationId="{CBD6019F-6251-6AA9-0A64-7501AA7F67B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39EFA5-ED6C-424B-84D2-12ED0E8A81D1}" type="datetimeFigureOut">
              <a:rPr lang="en-CH" smtClean="0"/>
              <a:t>17.09.2026</a:t>
            </a:fld>
            <a:endParaRPr lang="en-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220FA9-D4ED-4F49-AAC8-9016D6E934F8}" type="slidenum">
              <a:rPr lang="en-CH" smtClean="0"/>
              <a:t>‹#›</a:t>
            </a:fld>
            <a:endParaRPr lang="en-CH"/>
          </a:p>
        </p:txBody>
      </p:sp>
    </p:spTree>
    <p:extLst>
      <p:ext uri="{BB962C8B-B14F-4D97-AF65-F5344CB8AC3E}">
        <p14:creationId xmlns:p14="http://schemas.microsoft.com/office/powerpoint/2010/main" val="1236995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8B220FA9-D4ED-4F49-AAC8-9016D6E934F8}" type="slidenum">
              <a:rPr lang="en-CH" smtClean="0"/>
              <a:t>1</a:t>
            </a:fld>
            <a:endParaRPr lang="en-CH"/>
          </a:p>
        </p:txBody>
      </p:sp>
    </p:spTree>
    <p:extLst>
      <p:ext uri="{BB962C8B-B14F-4D97-AF65-F5344CB8AC3E}">
        <p14:creationId xmlns:p14="http://schemas.microsoft.com/office/powerpoint/2010/main" val="3571250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8B220FA9-D4ED-4F49-AAC8-9016D6E934F8}" type="slidenum">
              <a:rPr lang="en-CH" smtClean="0"/>
              <a:t>2</a:t>
            </a:fld>
            <a:endParaRPr lang="en-CH"/>
          </a:p>
        </p:txBody>
      </p:sp>
    </p:spTree>
    <p:extLst>
      <p:ext uri="{BB962C8B-B14F-4D97-AF65-F5344CB8AC3E}">
        <p14:creationId xmlns:p14="http://schemas.microsoft.com/office/powerpoint/2010/main" val="2120726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8B220FA9-D4ED-4F49-AAC8-9016D6E934F8}" type="slidenum">
              <a:rPr lang="en-CH" smtClean="0"/>
              <a:t>3</a:t>
            </a:fld>
            <a:endParaRPr lang="en-CH"/>
          </a:p>
        </p:txBody>
      </p:sp>
    </p:spTree>
    <p:extLst>
      <p:ext uri="{BB962C8B-B14F-4D97-AF65-F5344CB8AC3E}">
        <p14:creationId xmlns:p14="http://schemas.microsoft.com/office/powerpoint/2010/main" val="1922978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8B220FA9-D4ED-4F49-AAC8-9016D6E934F8}" type="slidenum">
              <a:rPr lang="en-CH" smtClean="0"/>
              <a:t>4</a:t>
            </a:fld>
            <a:endParaRPr lang="en-CH"/>
          </a:p>
        </p:txBody>
      </p:sp>
    </p:spTree>
    <p:extLst>
      <p:ext uri="{BB962C8B-B14F-4D97-AF65-F5344CB8AC3E}">
        <p14:creationId xmlns:p14="http://schemas.microsoft.com/office/powerpoint/2010/main" val="67926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8B220FA9-D4ED-4F49-AAC8-9016D6E934F8}" type="slidenum">
              <a:rPr lang="en-CH" smtClean="0"/>
              <a:t>5</a:t>
            </a:fld>
            <a:endParaRPr lang="en-CH"/>
          </a:p>
        </p:txBody>
      </p:sp>
    </p:spTree>
    <p:extLst>
      <p:ext uri="{BB962C8B-B14F-4D97-AF65-F5344CB8AC3E}">
        <p14:creationId xmlns:p14="http://schemas.microsoft.com/office/powerpoint/2010/main" val="2588850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Cross-sectionally both predict the same structure – that is people who have higher symptom severity in one domain have more severe severity in other domains as well.</a:t>
            </a:r>
          </a:p>
          <a:p>
            <a:r>
              <a:rPr lang="en-US" dirty="0"/>
              <a:t>This is what the field believed in 2016 see., recent paper on </a:t>
            </a:r>
            <a:r>
              <a:rPr lang="en-US" dirty="0" err="1"/>
              <a:t>nomorbidity</a:t>
            </a:r>
            <a:r>
              <a:rPr lang="en-US" dirty="0"/>
              <a:t> for alt take:  https://osf.io/preprints/psyarxiv/3t2cm</a:t>
            </a:r>
            <a:endParaRPr lang="en-CH" dirty="0"/>
          </a:p>
        </p:txBody>
      </p:sp>
      <p:sp>
        <p:nvSpPr>
          <p:cNvPr id="4" name="Slide Number Placeholder 3"/>
          <p:cNvSpPr>
            <a:spLocks noGrp="1"/>
          </p:cNvSpPr>
          <p:nvPr>
            <p:ph type="sldNum" sz="quarter" idx="5"/>
          </p:nvPr>
        </p:nvSpPr>
        <p:spPr/>
        <p:txBody>
          <a:bodyPr/>
          <a:lstStyle/>
          <a:p>
            <a:fld id="{8B220FA9-D4ED-4F49-AAC8-9016D6E934F8}" type="slidenum">
              <a:rPr lang="en-CH" smtClean="0"/>
              <a:t>6</a:t>
            </a:fld>
            <a:endParaRPr lang="en-CH"/>
          </a:p>
        </p:txBody>
      </p:sp>
    </p:spTree>
    <p:extLst>
      <p:ext uri="{BB962C8B-B14F-4D97-AF65-F5344CB8AC3E}">
        <p14:creationId xmlns:p14="http://schemas.microsoft.com/office/powerpoint/2010/main" val="3810637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8B220FA9-D4ED-4F49-AAC8-9016D6E934F8}" type="slidenum">
              <a:rPr lang="en-CH" smtClean="0"/>
              <a:t>7</a:t>
            </a:fld>
            <a:endParaRPr lang="en-CH"/>
          </a:p>
        </p:txBody>
      </p:sp>
    </p:spTree>
    <p:extLst>
      <p:ext uri="{BB962C8B-B14F-4D97-AF65-F5344CB8AC3E}">
        <p14:creationId xmlns:p14="http://schemas.microsoft.com/office/powerpoint/2010/main" val="2853515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symptoms?</a:t>
            </a:r>
          </a:p>
          <a:p>
            <a:r>
              <a:rPr lang="en-US" dirty="0"/>
              <a:t>How much?</a:t>
            </a:r>
          </a:p>
          <a:p>
            <a:r>
              <a:rPr lang="en-US" dirty="0"/>
              <a:t>All connections equal?</a:t>
            </a:r>
          </a:p>
          <a:p>
            <a:r>
              <a:rPr lang="en-US" dirty="0"/>
              <a:t>When does this causal interaction happen?</a:t>
            </a:r>
          </a:p>
          <a:p>
            <a:r>
              <a:rPr lang="en-US" dirty="0"/>
              <a:t>Does it increase with frequency?</a:t>
            </a:r>
          </a:p>
          <a:p>
            <a:r>
              <a:rPr lang="en-US" dirty="0"/>
              <a:t>Does the rate of influence increase with symptom severity?</a:t>
            </a:r>
          </a:p>
          <a:p>
            <a:r>
              <a:rPr lang="en-US" dirty="0"/>
              <a:t>Does the state of each symptom matter?</a:t>
            </a:r>
            <a:endParaRPr lang="en-CH" dirty="0"/>
          </a:p>
        </p:txBody>
      </p:sp>
      <p:sp>
        <p:nvSpPr>
          <p:cNvPr id="4" name="Slide Number Placeholder 3"/>
          <p:cNvSpPr>
            <a:spLocks noGrp="1"/>
          </p:cNvSpPr>
          <p:nvPr>
            <p:ph type="sldNum" sz="quarter" idx="5"/>
          </p:nvPr>
        </p:nvSpPr>
        <p:spPr/>
        <p:txBody>
          <a:bodyPr/>
          <a:lstStyle/>
          <a:p>
            <a:fld id="{8B220FA9-D4ED-4F49-AAC8-9016D6E934F8}" type="slidenum">
              <a:rPr lang="en-CH" smtClean="0"/>
              <a:t>8</a:t>
            </a:fld>
            <a:endParaRPr lang="en-CH"/>
          </a:p>
        </p:txBody>
      </p:sp>
    </p:spTree>
    <p:extLst>
      <p:ext uri="{BB962C8B-B14F-4D97-AF65-F5344CB8AC3E}">
        <p14:creationId xmlns:p14="http://schemas.microsoft.com/office/powerpoint/2010/main" val="889665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8B220FA9-D4ED-4F49-AAC8-9016D6E934F8}" type="slidenum">
              <a:rPr lang="en-CH" smtClean="0"/>
              <a:t>10</a:t>
            </a:fld>
            <a:endParaRPr lang="en-CH"/>
          </a:p>
        </p:txBody>
      </p:sp>
    </p:spTree>
    <p:extLst>
      <p:ext uri="{BB962C8B-B14F-4D97-AF65-F5344CB8AC3E}">
        <p14:creationId xmlns:p14="http://schemas.microsoft.com/office/powerpoint/2010/main" val="21549721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functions served by false models:</a:t>
            </a:r>
          </a:p>
          <a:p>
            <a:pPr marL="228600" indent="-228600">
              <a:buAutoNum type="arabicPeriod"/>
            </a:pPr>
            <a:r>
              <a:rPr lang="en-US" dirty="0"/>
              <a:t>An oversimplified model may be a starting point in a series of models of increasing complexity and realism.</a:t>
            </a:r>
          </a:p>
          <a:p>
            <a:pPr marL="228600" indent="-228600">
              <a:buAutoNum type="arabicPeriod"/>
            </a:pPr>
            <a:r>
              <a:rPr lang="en-US" dirty="0"/>
              <a:t>A know incorrect but otherwise suggestive model may undercut the too ready acceptance of a preferred hypothesis by suggesting new alternative lines for the explanation of phenomena.</a:t>
            </a:r>
          </a:p>
          <a:p>
            <a:pPr marL="228600" indent="-228600">
              <a:buAutoNum type="arabicPeriod"/>
            </a:pPr>
            <a:r>
              <a:rPr lang="en-US" dirty="0"/>
              <a:t>An incorrect model may suggest new predictive test or new refinements of an established model, or highlight specific features of it as particularly important.</a:t>
            </a:r>
          </a:p>
          <a:p>
            <a:pPr marL="228600" indent="-228600">
              <a:buAutoNum type="arabicPeriod"/>
            </a:pPr>
            <a:r>
              <a:rPr lang="en-US" dirty="0"/>
              <a:t>An incomplete model may be use as a template, which captures larger or otherwise more obvious effects that can then be factored out to detect phenomena that would otherwise be masked or be too small to be seen.</a:t>
            </a:r>
          </a:p>
          <a:p>
            <a:pPr marL="228600" indent="-228600">
              <a:buAutoNum type="arabicPeriod"/>
            </a:pPr>
            <a:r>
              <a:rPr lang="en-US" dirty="0"/>
              <a:t>A model that is incomplete may be used as a template for estimating the magnitude of parameters that are not included in the model.</a:t>
            </a:r>
          </a:p>
          <a:p>
            <a:pPr marL="228600" indent="-228600">
              <a:buAutoNum type="arabicPeriod"/>
            </a:pPr>
            <a:r>
              <a:rPr lang="en-US" dirty="0"/>
              <a:t>An oversimplified model may provide a simpler arena for answering questions about properties of more complex models, which also appear in this simpler case, and answers derived here can sometimes be extended to cover the more complex models.</a:t>
            </a:r>
          </a:p>
          <a:p>
            <a:pPr marL="228600" indent="-228600">
              <a:buAutoNum type="arabicPeriod"/>
            </a:pPr>
            <a:r>
              <a:rPr lang="en-US" dirty="0"/>
              <a:t>An incorrect simpler model can be used as a reference standard to evaluate causal claims about the effects of variables left out of it but included in more complete models, or in different competing models to determine how these models fare if these variables are left out.</a:t>
            </a:r>
          </a:p>
          <a:p>
            <a:pPr marL="228600" indent="-228600">
              <a:buAutoNum type="arabicPeriod"/>
            </a:pPr>
            <a:r>
              <a:rPr lang="en-US" dirty="0"/>
              <a:t>Two false models may be used to define the extremes of a continuum of cases in which the real case in presumed to lie, but for which the more realistic intermediate models are too complex to analyze or the information available is too incomplete to guide their construction or to determine a choice between them. In the defining these extremes, the limiting models specify a property of which the real case is supposed to have an intermediate value.</a:t>
            </a:r>
          </a:p>
          <a:p>
            <a:pPr marL="228600" indent="-228600">
              <a:buAutoNum type="arabicPeriod"/>
            </a:pPr>
            <a:r>
              <a:rPr lang="en-US" dirty="0"/>
              <a:t>A false model can specify the functional form of the relationships, that can then be explained by a mechanical model.</a:t>
            </a:r>
          </a:p>
          <a:p>
            <a:pPr marL="228600" indent="-228600">
              <a:buAutoNum type="arabicPeriod"/>
            </a:pPr>
            <a:r>
              <a:rPr lang="en-US" dirty="0"/>
              <a:t>A family of models of the same phenomenon, each of which makes various false assumptions have uses: (1) look for results that are true in all of the models, thus presumably independent of different specific assumptions which vary across models; (2) one may determine conclusions that are irrelevant to a given conclusion. (3) the dependence of differences in results on some assumptions.</a:t>
            </a:r>
          </a:p>
          <a:p>
            <a:pPr marL="228600" indent="-228600">
              <a:buAutoNum type="arabicPeriod"/>
            </a:pPr>
            <a:r>
              <a:rPr lang="en-US" dirty="0"/>
              <a:t>A model that is incorrect be being incomplete may serve as a limiting case to test the adequacy of new, more complex models.</a:t>
            </a:r>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8B220FA9-D4ED-4F49-AAC8-9016D6E934F8}" type="slidenum">
              <a:rPr lang="en-CH" smtClean="0"/>
              <a:t>11</a:t>
            </a:fld>
            <a:endParaRPr lang="en-CH"/>
          </a:p>
        </p:txBody>
      </p:sp>
    </p:spTree>
    <p:extLst>
      <p:ext uri="{BB962C8B-B14F-4D97-AF65-F5344CB8AC3E}">
        <p14:creationId xmlns:p14="http://schemas.microsoft.com/office/powerpoint/2010/main" val="15192789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which line, which order, where to change</a:t>
            </a:r>
          </a:p>
        </p:txBody>
      </p:sp>
      <p:sp>
        <p:nvSpPr>
          <p:cNvPr id="4" name="Slide Number Placeholder 3"/>
          <p:cNvSpPr>
            <a:spLocks noGrp="1"/>
          </p:cNvSpPr>
          <p:nvPr>
            <p:ph type="sldNum" sz="quarter" idx="5"/>
          </p:nvPr>
        </p:nvSpPr>
        <p:spPr/>
        <p:txBody>
          <a:bodyPr/>
          <a:lstStyle/>
          <a:p>
            <a:fld id="{8B220FA9-D4ED-4F49-AAC8-9016D6E934F8}" type="slidenum">
              <a:rPr lang="en-CH" smtClean="0"/>
              <a:t>13</a:t>
            </a:fld>
            <a:endParaRPr lang="en-CH"/>
          </a:p>
        </p:txBody>
      </p:sp>
    </p:spTree>
    <p:extLst>
      <p:ext uri="{BB962C8B-B14F-4D97-AF65-F5344CB8AC3E}">
        <p14:creationId xmlns:p14="http://schemas.microsoft.com/office/powerpoint/2010/main" val="20010646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https://www.youtube.com/watch?v=Tc05IbqTsFM</a:t>
            </a:r>
            <a:endParaRPr lang="en-CH" dirty="0"/>
          </a:p>
        </p:txBody>
      </p:sp>
      <p:sp>
        <p:nvSpPr>
          <p:cNvPr id="4" name="Slide Number Placeholder 3"/>
          <p:cNvSpPr>
            <a:spLocks noGrp="1"/>
          </p:cNvSpPr>
          <p:nvPr>
            <p:ph type="sldNum" sz="quarter" idx="5"/>
          </p:nvPr>
        </p:nvSpPr>
        <p:spPr/>
        <p:txBody>
          <a:bodyPr/>
          <a:lstStyle/>
          <a:p>
            <a:fld id="{8B220FA9-D4ED-4F49-AAC8-9016D6E934F8}" type="slidenum">
              <a:rPr lang="en-CH" smtClean="0"/>
              <a:t>14</a:t>
            </a:fld>
            <a:endParaRPr lang="en-CH"/>
          </a:p>
        </p:txBody>
      </p:sp>
    </p:spTree>
    <p:extLst>
      <p:ext uri="{BB962C8B-B14F-4D97-AF65-F5344CB8AC3E}">
        <p14:creationId xmlns:p14="http://schemas.microsoft.com/office/powerpoint/2010/main" val="12150961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8B220FA9-D4ED-4F49-AAC8-9016D6E934F8}" type="slidenum">
              <a:rPr lang="en-CH" smtClean="0"/>
              <a:t>15</a:t>
            </a:fld>
            <a:endParaRPr lang="en-CH"/>
          </a:p>
        </p:txBody>
      </p:sp>
    </p:spTree>
    <p:extLst>
      <p:ext uri="{BB962C8B-B14F-4D97-AF65-F5344CB8AC3E}">
        <p14:creationId xmlns:p14="http://schemas.microsoft.com/office/powerpoint/2010/main" val="14617178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8B220FA9-D4ED-4F49-AAC8-9016D6E934F8}" type="slidenum">
              <a:rPr lang="en-CH" smtClean="0"/>
              <a:t>27</a:t>
            </a:fld>
            <a:endParaRPr lang="en-CH"/>
          </a:p>
        </p:txBody>
      </p:sp>
    </p:spTree>
    <p:extLst>
      <p:ext uri="{BB962C8B-B14F-4D97-AF65-F5344CB8AC3E}">
        <p14:creationId xmlns:p14="http://schemas.microsoft.com/office/powerpoint/2010/main" val="2567672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8905D-65CA-9662-177B-54E024ED36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H"/>
          </a:p>
        </p:txBody>
      </p:sp>
      <p:sp>
        <p:nvSpPr>
          <p:cNvPr id="3" name="Subtitle 2">
            <a:extLst>
              <a:ext uri="{FF2B5EF4-FFF2-40B4-BE49-F238E27FC236}">
                <a16:creationId xmlns:a16="http://schemas.microsoft.com/office/drawing/2014/main" id="{B2D48099-61BB-21F3-F8F6-15A34C5B31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H"/>
          </a:p>
        </p:txBody>
      </p:sp>
      <p:sp>
        <p:nvSpPr>
          <p:cNvPr id="4" name="Date Placeholder 3">
            <a:extLst>
              <a:ext uri="{FF2B5EF4-FFF2-40B4-BE49-F238E27FC236}">
                <a16:creationId xmlns:a16="http://schemas.microsoft.com/office/drawing/2014/main" id="{A08AE7FA-C142-9D48-FF81-3D009851B92D}"/>
              </a:ext>
            </a:extLst>
          </p:cNvPr>
          <p:cNvSpPr>
            <a:spLocks noGrp="1"/>
          </p:cNvSpPr>
          <p:nvPr>
            <p:ph type="dt" sz="half" idx="10"/>
          </p:nvPr>
        </p:nvSpPr>
        <p:spPr/>
        <p:txBody>
          <a:bodyPr/>
          <a:lstStyle/>
          <a:p>
            <a:fld id="{8B5B1DD9-A6EC-4839-8C5E-6C11B0B0F6E0}" type="datetimeFigureOut">
              <a:rPr lang="en-CH" smtClean="0"/>
              <a:t>17.09.2026</a:t>
            </a:fld>
            <a:endParaRPr lang="en-CH"/>
          </a:p>
        </p:txBody>
      </p:sp>
      <p:sp>
        <p:nvSpPr>
          <p:cNvPr id="5" name="Footer Placeholder 4">
            <a:extLst>
              <a:ext uri="{FF2B5EF4-FFF2-40B4-BE49-F238E27FC236}">
                <a16:creationId xmlns:a16="http://schemas.microsoft.com/office/drawing/2014/main" id="{389C2E61-6E00-F893-FC7E-7BEB5BD6AF8E}"/>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3CA4FBE4-F0B0-D8A3-D3D8-8105D88E82E5}"/>
              </a:ext>
            </a:extLst>
          </p:cNvPr>
          <p:cNvSpPr>
            <a:spLocks noGrp="1"/>
          </p:cNvSpPr>
          <p:nvPr>
            <p:ph type="sldNum" sz="quarter" idx="12"/>
          </p:nvPr>
        </p:nvSpPr>
        <p:spPr/>
        <p:txBody>
          <a:bodyPr/>
          <a:lstStyle/>
          <a:p>
            <a:fld id="{CB8ACEA3-86A9-4B10-8280-29ED3677C62F}" type="slidenum">
              <a:rPr lang="en-CH" smtClean="0"/>
              <a:t>‹#›</a:t>
            </a:fld>
            <a:endParaRPr lang="en-CH"/>
          </a:p>
        </p:txBody>
      </p:sp>
    </p:spTree>
    <p:extLst>
      <p:ext uri="{BB962C8B-B14F-4D97-AF65-F5344CB8AC3E}">
        <p14:creationId xmlns:p14="http://schemas.microsoft.com/office/powerpoint/2010/main" val="48919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0CD49-563B-DE2E-4749-541D4C3BE897}"/>
              </a:ext>
            </a:extLst>
          </p:cNvPr>
          <p:cNvSpPr>
            <a:spLocks noGrp="1"/>
          </p:cNvSpPr>
          <p:nvPr>
            <p:ph type="title"/>
          </p:nvPr>
        </p:nvSpPr>
        <p:spPr/>
        <p:txBody>
          <a:bodyPr/>
          <a:lstStyle/>
          <a:p>
            <a:r>
              <a:rPr lang="en-US"/>
              <a:t>Click to edit Master title style</a:t>
            </a:r>
            <a:endParaRPr lang="en-CH"/>
          </a:p>
        </p:txBody>
      </p:sp>
      <p:sp>
        <p:nvSpPr>
          <p:cNvPr id="3" name="Content Placeholder 2">
            <a:extLst>
              <a:ext uri="{FF2B5EF4-FFF2-40B4-BE49-F238E27FC236}">
                <a16:creationId xmlns:a16="http://schemas.microsoft.com/office/drawing/2014/main" id="{5FF934EF-9423-2EF9-29B7-5BBB793288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3C866B43-E5D4-EA03-577A-173C2EB38D72}"/>
              </a:ext>
            </a:extLst>
          </p:cNvPr>
          <p:cNvSpPr>
            <a:spLocks noGrp="1"/>
          </p:cNvSpPr>
          <p:nvPr>
            <p:ph type="dt" sz="half" idx="10"/>
          </p:nvPr>
        </p:nvSpPr>
        <p:spPr/>
        <p:txBody>
          <a:bodyPr/>
          <a:lstStyle/>
          <a:p>
            <a:fld id="{8B5B1DD9-A6EC-4839-8C5E-6C11B0B0F6E0}" type="datetimeFigureOut">
              <a:rPr lang="en-CH" smtClean="0"/>
              <a:t>17.09.2026</a:t>
            </a:fld>
            <a:endParaRPr lang="en-CH"/>
          </a:p>
        </p:txBody>
      </p:sp>
      <p:sp>
        <p:nvSpPr>
          <p:cNvPr id="5" name="Footer Placeholder 4">
            <a:extLst>
              <a:ext uri="{FF2B5EF4-FFF2-40B4-BE49-F238E27FC236}">
                <a16:creationId xmlns:a16="http://schemas.microsoft.com/office/drawing/2014/main" id="{16AFE4A3-2324-9EF8-146D-F574321038A3}"/>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8561C85A-5612-7B85-F3B0-0471D509F129}"/>
              </a:ext>
            </a:extLst>
          </p:cNvPr>
          <p:cNvSpPr>
            <a:spLocks noGrp="1"/>
          </p:cNvSpPr>
          <p:nvPr>
            <p:ph type="sldNum" sz="quarter" idx="12"/>
          </p:nvPr>
        </p:nvSpPr>
        <p:spPr/>
        <p:txBody>
          <a:bodyPr/>
          <a:lstStyle/>
          <a:p>
            <a:fld id="{CB8ACEA3-86A9-4B10-8280-29ED3677C62F}" type="slidenum">
              <a:rPr lang="en-CH" smtClean="0"/>
              <a:t>‹#›</a:t>
            </a:fld>
            <a:endParaRPr lang="en-CH"/>
          </a:p>
        </p:txBody>
      </p:sp>
    </p:spTree>
    <p:extLst>
      <p:ext uri="{BB962C8B-B14F-4D97-AF65-F5344CB8AC3E}">
        <p14:creationId xmlns:p14="http://schemas.microsoft.com/office/powerpoint/2010/main" val="763399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4D9DF-368C-BAB0-A326-842AB4A7D4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H"/>
          </a:p>
        </p:txBody>
      </p:sp>
      <p:sp>
        <p:nvSpPr>
          <p:cNvPr id="3" name="Text Placeholder 2">
            <a:extLst>
              <a:ext uri="{FF2B5EF4-FFF2-40B4-BE49-F238E27FC236}">
                <a16:creationId xmlns:a16="http://schemas.microsoft.com/office/drawing/2014/main" id="{A84707A9-41EE-05A9-F8A9-7A0E53FCF2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F8A481-2AAA-520B-85B7-7231D26DE3AF}"/>
              </a:ext>
            </a:extLst>
          </p:cNvPr>
          <p:cNvSpPr>
            <a:spLocks noGrp="1"/>
          </p:cNvSpPr>
          <p:nvPr>
            <p:ph type="dt" sz="half" idx="10"/>
          </p:nvPr>
        </p:nvSpPr>
        <p:spPr/>
        <p:txBody>
          <a:bodyPr/>
          <a:lstStyle/>
          <a:p>
            <a:fld id="{8B5B1DD9-A6EC-4839-8C5E-6C11B0B0F6E0}" type="datetimeFigureOut">
              <a:rPr lang="en-CH" smtClean="0"/>
              <a:t>17.09.2026</a:t>
            </a:fld>
            <a:endParaRPr lang="en-CH"/>
          </a:p>
        </p:txBody>
      </p:sp>
      <p:sp>
        <p:nvSpPr>
          <p:cNvPr id="5" name="Footer Placeholder 4">
            <a:extLst>
              <a:ext uri="{FF2B5EF4-FFF2-40B4-BE49-F238E27FC236}">
                <a16:creationId xmlns:a16="http://schemas.microsoft.com/office/drawing/2014/main" id="{A0CDC1AE-0EE1-31D0-B7DB-B9151BAFC8E4}"/>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845302F2-3662-BB7A-E91C-87B968F49C23}"/>
              </a:ext>
            </a:extLst>
          </p:cNvPr>
          <p:cNvSpPr>
            <a:spLocks noGrp="1"/>
          </p:cNvSpPr>
          <p:nvPr>
            <p:ph type="sldNum" sz="quarter" idx="12"/>
          </p:nvPr>
        </p:nvSpPr>
        <p:spPr/>
        <p:txBody>
          <a:bodyPr/>
          <a:lstStyle/>
          <a:p>
            <a:fld id="{CB8ACEA3-86A9-4B10-8280-29ED3677C62F}" type="slidenum">
              <a:rPr lang="en-CH" smtClean="0"/>
              <a:t>‹#›</a:t>
            </a:fld>
            <a:endParaRPr lang="en-CH"/>
          </a:p>
        </p:txBody>
      </p:sp>
    </p:spTree>
    <p:extLst>
      <p:ext uri="{BB962C8B-B14F-4D97-AF65-F5344CB8AC3E}">
        <p14:creationId xmlns:p14="http://schemas.microsoft.com/office/powerpoint/2010/main" val="3491941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7F18-C8A0-BE77-4FF9-48CC436CB274}"/>
              </a:ext>
            </a:extLst>
          </p:cNvPr>
          <p:cNvSpPr>
            <a:spLocks noGrp="1"/>
          </p:cNvSpPr>
          <p:nvPr>
            <p:ph type="title"/>
          </p:nvPr>
        </p:nvSpPr>
        <p:spPr/>
        <p:txBody>
          <a:bodyPr/>
          <a:lstStyle/>
          <a:p>
            <a:r>
              <a:rPr lang="en-US"/>
              <a:t>Click to edit Master title style</a:t>
            </a:r>
            <a:endParaRPr lang="en-CH"/>
          </a:p>
        </p:txBody>
      </p:sp>
      <p:sp>
        <p:nvSpPr>
          <p:cNvPr id="3" name="Content Placeholder 2">
            <a:extLst>
              <a:ext uri="{FF2B5EF4-FFF2-40B4-BE49-F238E27FC236}">
                <a16:creationId xmlns:a16="http://schemas.microsoft.com/office/drawing/2014/main" id="{3803FBE9-748A-DF00-2669-CCD79D73A4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Content Placeholder 3">
            <a:extLst>
              <a:ext uri="{FF2B5EF4-FFF2-40B4-BE49-F238E27FC236}">
                <a16:creationId xmlns:a16="http://schemas.microsoft.com/office/drawing/2014/main" id="{31E39D87-AE0B-4F2F-AA96-1BBBDE3781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5" name="Date Placeholder 4">
            <a:extLst>
              <a:ext uri="{FF2B5EF4-FFF2-40B4-BE49-F238E27FC236}">
                <a16:creationId xmlns:a16="http://schemas.microsoft.com/office/drawing/2014/main" id="{0BB3EC88-E798-4149-4B21-7BDFD1BFCFD4}"/>
              </a:ext>
            </a:extLst>
          </p:cNvPr>
          <p:cNvSpPr>
            <a:spLocks noGrp="1"/>
          </p:cNvSpPr>
          <p:nvPr>
            <p:ph type="dt" sz="half" idx="10"/>
          </p:nvPr>
        </p:nvSpPr>
        <p:spPr/>
        <p:txBody>
          <a:bodyPr/>
          <a:lstStyle/>
          <a:p>
            <a:fld id="{8B5B1DD9-A6EC-4839-8C5E-6C11B0B0F6E0}" type="datetimeFigureOut">
              <a:rPr lang="en-CH" smtClean="0"/>
              <a:t>17.09.2026</a:t>
            </a:fld>
            <a:endParaRPr lang="en-CH"/>
          </a:p>
        </p:txBody>
      </p:sp>
      <p:sp>
        <p:nvSpPr>
          <p:cNvPr id="6" name="Footer Placeholder 5">
            <a:extLst>
              <a:ext uri="{FF2B5EF4-FFF2-40B4-BE49-F238E27FC236}">
                <a16:creationId xmlns:a16="http://schemas.microsoft.com/office/drawing/2014/main" id="{AE854FB7-CED3-F53F-B3BD-6970817DADA4}"/>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3D61B2B3-24B8-474B-04E2-333A7556A4CA}"/>
              </a:ext>
            </a:extLst>
          </p:cNvPr>
          <p:cNvSpPr>
            <a:spLocks noGrp="1"/>
          </p:cNvSpPr>
          <p:nvPr>
            <p:ph type="sldNum" sz="quarter" idx="12"/>
          </p:nvPr>
        </p:nvSpPr>
        <p:spPr/>
        <p:txBody>
          <a:bodyPr/>
          <a:lstStyle/>
          <a:p>
            <a:fld id="{CB8ACEA3-86A9-4B10-8280-29ED3677C62F}" type="slidenum">
              <a:rPr lang="en-CH" smtClean="0"/>
              <a:t>‹#›</a:t>
            </a:fld>
            <a:endParaRPr lang="en-CH"/>
          </a:p>
        </p:txBody>
      </p:sp>
    </p:spTree>
    <p:extLst>
      <p:ext uri="{BB962C8B-B14F-4D97-AF65-F5344CB8AC3E}">
        <p14:creationId xmlns:p14="http://schemas.microsoft.com/office/powerpoint/2010/main" val="2967470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A9FC5-8B79-238D-29C3-32034729B312}"/>
              </a:ext>
            </a:extLst>
          </p:cNvPr>
          <p:cNvSpPr>
            <a:spLocks noGrp="1"/>
          </p:cNvSpPr>
          <p:nvPr>
            <p:ph type="title"/>
          </p:nvPr>
        </p:nvSpPr>
        <p:spPr>
          <a:xfrm>
            <a:off x="839788" y="365125"/>
            <a:ext cx="10515600" cy="1325563"/>
          </a:xfrm>
        </p:spPr>
        <p:txBody>
          <a:bodyPr/>
          <a:lstStyle/>
          <a:p>
            <a:r>
              <a:rPr lang="en-US"/>
              <a:t>Click to edit Master title style</a:t>
            </a:r>
            <a:endParaRPr lang="en-CH"/>
          </a:p>
        </p:txBody>
      </p:sp>
      <p:sp>
        <p:nvSpPr>
          <p:cNvPr id="3" name="Text Placeholder 2">
            <a:extLst>
              <a:ext uri="{FF2B5EF4-FFF2-40B4-BE49-F238E27FC236}">
                <a16:creationId xmlns:a16="http://schemas.microsoft.com/office/drawing/2014/main" id="{95A19CA3-2CA1-CDE8-7B6B-2EBD6C9582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A04BDF-12D2-1B5E-3764-2DD92D590D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5" name="Text Placeholder 4">
            <a:extLst>
              <a:ext uri="{FF2B5EF4-FFF2-40B4-BE49-F238E27FC236}">
                <a16:creationId xmlns:a16="http://schemas.microsoft.com/office/drawing/2014/main" id="{89653FA0-3190-16C1-28B8-2A2F593BB3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6854A6-FF1E-C470-56EE-3064D9DA58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7" name="Date Placeholder 6">
            <a:extLst>
              <a:ext uri="{FF2B5EF4-FFF2-40B4-BE49-F238E27FC236}">
                <a16:creationId xmlns:a16="http://schemas.microsoft.com/office/drawing/2014/main" id="{A6E27ED7-7E53-6AC0-E22A-6C35B7F1C955}"/>
              </a:ext>
            </a:extLst>
          </p:cNvPr>
          <p:cNvSpPr>
            <a:spLocks noGrp="1"/>
          </p:cNvSpPr>
          <p:nvPr>
            <p:ph type="dt" sz="half" idx="10"/>
          </p:nvPr>
        </p:nvSpPr>
        <p:spPr/>
        <p:txBody>
          <a:bodyPr/>
          <a:lstStyle/>
          <a:p>
            <a:fld id="{8B5B1DD9-A6EC-4839-8C5E-6C11B0B0F6E0}" type="datetimeFigureOut">
              <a:rPr lang="en-CH" smtClean="0"/>
              <a:t>17.09.2026</a:t>
            </a:fld>
            <a:endParaRPr lang="en-CH"/>
          </a:p>
        </p:txBody>
      </p:sp>
      <p:sp>
        <p:nvSpPr>
          <p:cNvPr id="8" name="Footer Placeholder 7">
            <a:extLst>
              <a:ext uri="{FF2B5EF4-FFF2-40B4-BE49-F238E27FC236}">
                <a16:creationId xmlns:a16="http://schemas.microsoft.com/office/drawing/2014/main" id="{E5284B3D-2A1B-266E-C4B2-16DFD234E075}"/>
              </a:ext>
            </a:extLst>
          </p:cNvPr>
          <p:cNvSpPr>
            <a:spLocks noGrp="1"/>
          </p:cNvSpPr>
          <p:nvPr>
            <p:ph type="ftr" sz="quarter" idx="11"/>
          </p:nvPr>
        </p:nvSpPr>
        <p:spPr/>
        <p:txBody>
          <a:bodyPr/>
          <a:lstStyle/>
          <a:p>
            <a:endParaRPr lang="en-CH"/>
          </a:p>
        </p:txBody>
      </p:sp>
      <p:sp>
        <p:nvSpPr>
          <p:cNvPr id="9" name="Slide Number Placeholder 8">
            <a:extLst>
              <a:ext uri="{FF2B5EF4-FFF2-40B4-BE49-F238E27FC236}">
                <a16:creationId xmlns:a16="http://schemas.microsoft.com/office/drawing/2014/main" id="{88ADBA49-BE3F-1B96-1AAC-D3C43E3373BF}"/>
              </a:ext>
            </a:extLst>
          </p:cNvPr>
          <p:cNvSpPr>
            <a:spLocks noGrp="1"/>
          </p:cNvSpPr>
          <p:nvPr>
            <p:ph type="sldNum" sz="quarter" idx="12"/>
          </p:nvPr>
        </p:nvSpPr>
        <p:spPr/>
        <p:txBody>
          <a:bodyPr/>
          <a:lstStyle/>
          <a:p>
            <a:fld id="{CB8ACEA3-86A9-4B10-8280-29ED3677C62F}" type="slidenum">
              <a:rPr lang="en-CH" smtClean="0"/>
              <a:t>‹#›</a:t>
            </a:fld>
            <a:endParaRPr lang="en-CH"/>
          </a:p>
        </p:txBody>
      </p:sp>
    </p:spTree>
    <p:extLst>
      <p:ext uri="{BB962C8B-B14F-4D97-AF65-F5344CB8AC3E}">
        <p14:creationId xmlns:p14="http://schemas.microsoft.com/office/powerpoint/2010/main" val="560586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29158-33EA-25CA-B688-8AE8A55F44D8}"/>
              </a:ext>
            </a:extLst>
          </p:cNvPr>
          <p:cNvSpPr>
            <a:spLocks noGrp="1"/>
          </p:cNvSpPr>
          <p:nvPr>
            <p:ph type="title"/>
          </p:nvPr>
        </p:nvSpPr>
        <p:spPr/>
        <p:txBody>
          <a:bodyPr/>
          <a:lstStyle/>
          <a:p>
            <a:r>
              <a:rPr lang="en-US"/>
              <a:t>Click to edit Master title style</a:t>
            </a:r>
            <a:endParaRPr lang="en-CH"/>
          </a:p>
        </p:txBody>
      </p:sp>
      <p:sp>
        <p:nvSpPr>
          <p:cNvPr id="3" name="Date Placeholder 2">
            <a:extLst>
              <a:ext uri="{FF2B5EF4-FFF2-40B4-BE49-F238E27FC236}">
                <a16:creationId xmlns:a16="http://schemas.microsoft.com/office/drawing/2014/main" id="{524B1233-4B65-B840-F848-4DBF10C62118}"/>
              </a:ext>
            </a:extLst>
          </p:cNvPr>
          <p:cNvSpPr>
            <a:spLocks noGrp="1"/>
          </p:cNvSpPr>
          <p:nvPr>
            <p:ph type="dt" sz="half" idx="10"/>
          </p:nvPr>
        </p:nvSpPr>
        <p:spPr/>
        <p:txBody>
          <a:bodyPr/>
          <a:lstStyle/>
          <a:p>
            <a:fld id="{8B5B1DD9-A6EC-4839-8C5E-6C11B0B0F6E0}" type="datetimeFigureOut">
              <a:rPr lang="en-CH" smtClean="0"/>
              <a:t>17.09.2026</a:t>
            </a:fld>
            <a:endParaRPr lang="en-CH"/>
          </a:p>
        </p:txBody>
      </p:sp>
      <p:sp>
        <p:nvSpPr>
          <p:cNvPr id="4" name="Footer Placeholder 3">
            <a:extLst>
              <a:ext uri="{FF2B5EF4-FFF2-40B4-BE49-F238E27FC236}">
                <a16:creationId xmlns:a16="http://schemas.microsoft.com/office/drawing/2014/main" id="{31D7E691-742A-F049-FC3C-DFA88D990381}"/>
              </a:ext>
            </a:extLst>
          </p:cNvPr>
          <p:cNvSpPr>
            <a:spLocks noGrp="1"/>
          </p:cNvSpPr>
          <p:nvPr>
            <p:ph type="ftr" sz="quarter" idx="11"/>
          </p:nvPr>
        </p:nvSpPr>
        <p:spPr/>
        <p:txBody>
          <a:bodyPr/>
          <a:lstStyle/>
          <a:p>
            <a:endParaRPr lang="en-CH"/>
          </a:p>
        </p:txBody>
      </p:sp>
      <p:sp>
        <p:nvSpPr>
          <p:cNvPr id="5" name="Slide Number Placeholder 4">
            <a:extLst>
              <a:ext uri="{FF2B5EF4-FFF2-40B4-BE49-F238E27FC236}">
                <a16:creationId xmlns:a16="http://schemas.microsoft.com/office/drawing/2014/main" id="{AB3E068B-9471-48EA-1AB0-2D6E71047AC6}"/>
              </a:ext>
            </a:extLst>
          </p:cNvPr>
          <p:cNvSpPr>
            <a:spLocks noGrp="1"/>
          </p:cNvSpPr>
          <p:nvPr>
            <p:ph type="sldNum" sz="quarter" idx="12"/>
          </p:nvPr>
        </p:nvSpPr>
        <p:spPr/>
        <p:txBody>
          <a:bodyPr/>
          <a:lstStyle/>
          <a:p>
            <a:fld id="{CB8ACEA3-86A9-4B10-8280-29ED3677C62F}" type="slidenum">
              <a:rPr lang="en-CH" smtClean="0"/>
              <a:t>‹#›</a:t>
            </a:fld>
            <a:endParaRPr lang="en-CH"/>
          </a:p>
        </p:txBody>
      </p:sp>
    </p:spTree>
    <p:extLst>
      <p:ext uri="{BB962C8B-B14F-4D97-AF65-F5344CB8AC3E}">
        <p14:creationId xmlns:p14="http://schemas.microsoft.com/office/powerpoint/2010/main" val="528369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881C30-62BA-8C21-D14C-82945AC3B757}"/>
              </a:ext>
            </a:extLst>
          </p:cNvPr>
          <p:cNvSpPr>
            <a:spLocks noGrp="1"/>
          </p:cNvSpPr>
          <p:nvPr>
            <p:ph type="dt" sz="half" idx="10"/>
          </p:nvPr>
        </p:nvSpPr>
        <p:spPr/>
        <p:txBody>
          <a:bodyPr/>
          <a:lstStyle/>
          <a:p>
            <a:fld id="{8B5B1DD9-A6EC-4839-8C5E-6C11B0B0F6E0}" type="datetimeFigureOut">
              <a:rPr lang="en-CH" smtClean="0"/>
              <a:t>17.09.2026</a:t>
            </a:fld>
            <a:endParaRPr lang="en-CH"/>
          </a:p>
        </p:txBody>
      </p:sp>
      <p:sp>
        <p:nvSpPr>
          <p:cNvPr id="3" name="Footer Placeholder 2">
            <a:extLst>
              <a:ext uri="{FF2B5EF4-FFF2-40B4-BE49-F238E27FC236}">
                <a16:creationId xmlns:a16="http://schemas.microsoft.com/office/drawing/2014/main" id="{5FEFF277-DE34-4E99-F100-D22B6AF751FD}"/>
              </a:ext>
            </a:extLst>
          </p:cNvPr>
          <p:cNvSpPr>
            <a:spLocks noGrp="1"/>
          </p:cNvSpPr>
          <p:nvPr>
            <p:ph type="ftr" sz="quarter" idx="11"/>
          </p:nvPr>
        </p:nvSpPr>
        <p:spPr/>
        <p:txBody>
          <a:bodyPr/>
          <a:lstStyle/>
          <a:p>
            <a:endParaRPr lang="en-CH"/>
          </a:p>
        </p:txBody>
      </p:sp>
      <p:sp>
        <p:nvSpPr>
          <p:cNvPr id="4" name="Slide Number Placeholder 3">
            <a:extLst>
              <a:ext uri="{FF2B5EF4-FFF2-40B4-BE49-F238E27FC236}">
                <a16:creationId xmlns:a16="http://schemas.microsoft.com/office/drawing/2014/main" id="{6C907510-38A3-B836-A9AD-7CBF22E1E179}"/>
              </a:ext>
            </a:extLst>
          </p:cNvPr>
          <p:cNvSpPr>
            <a:spLocks noGrp="1"/>
          </p:cNvSpPr>
          <p:nvPr>
            <p:ph type="sldNum" sz="quarter" idx="12"/>
          </p:nvPr>
        </p:nvSpPr>
        <p:spPr/>
        <p:txBody>
          <a:bodyPr/>
          <a:lstStyle/>
          <a:p>
            <a:fld id="{CB8ACEA3-86A9-4B10-8280-29ED3677C62F}" type="slidenum">
              <a:rPr lang="en-CH" smtClean="0"/>
              <a:t>‹#›</a:t>
            </a:fld>
            <a:endParaRPr lang="en-CH"/>
          </a:p>
        </p:txBody>
      </p:sp>
    </p:spTree>
    <p:extLst>
      <p:ext uri="{BB962C8B-B14F-4D97-AF65-F5344CB8AC3E}">
        <p14:creationId xmlns:p14="http://schemas.microsoft.com/office/powerpoint/2010/main" val="1615567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DA250-D53E-F14C-F93E-7B3580C9B2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H"/>
          </a:p>
        </p:txBody>
      </p:sp>
      <p:sp>
        <p:nvSpPr>
          <p:cNvPr id="3" name="Content Placeholder 2">
            <a:extLst>
              <a:ext uri="{FF2B5EF4-FFF2-40B4-BE49-F238E27FC236}">
                <a16:creationId xmlns:a16="http://schemas.microsoft.com/office/drawing/2014/main" id="{9CC454E0-FFEC-099F-4645-6C1D86FC63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Text Placeholder 3">
            <a:extLst>
              <a:ext uri="{FF2B5EF4-FFF2-40B4-BE49-F238E27FC236}">
                <a16:creationId xmlns:a16="http://schemas.microsoft.com/office/drawing/2014/main" id="{FD77BCC0-1F2F-BCD6-58AE-740A446661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95CD8D-5603-4185-679C-895D96EB17FB}"/>
              </a:ext>
            </a:extLst>
          </p:cNvPr>
          <p:cNvSpPr>
            <a:spLocks noGrp="1"/>
          </p:cNvSpPr>
          <p:nvPr>
            <p:ph type="dt" sz="half" idx="10"/>
          </p:nvPr>
        </p:nvSpPr>
        <p:spPr/>
        <p:txBody>
          <a:bodyPr/>
          <a:lstStyle/>
          <a:p>
            <a:fld id="{8B5B1DD9-A6EC-4839-8C5E-6C11B0B0F6E0}" type="datetimeFigureOut">
              <a:rPr lang="en-CH" smtClean="0"/>
              <a:t>17.09.2026</a:t>
            </a:fld>
            <a:endParaRPr lang="en-CH"/>
          </a:p>
        </p:txBody>
      </p:sp>
      <p:sp>
        <p:nvSpPr>
          <p:cNvPr id="6" name="Footer Placeholder 5">
            <a:extLst>
              <a:ext uri="{FF2B5EF4-FFF2-40B4-BE49-F238E27FC236}">
                <a16:creationId xmlns:a16="http://schemas.microsoft.com/office/drawing/2014/main" id="{73B3A667-E692-8F24-E3D7-BC31B2AA3F82}"/>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9522CD36-2B13-C036-CEAA-2BF328DBAB8B}"/>
              </a:ext>
            </a:extLst>
          </p:cNvPr>
          <p:cNvSpPr>
            <a:spLocks noGrp="1"/>
          </p:cNvSpPr>
          <p:nvPr>
            <p:ph type="sldNum" sz="quarter" idx="12"/>
          </p:nvPr>
        </p:nvSpPr>
        <p:spPr/>
        <p:txBody>
          <a:bodyPr/>
          <a:lstStyle/>
          <a:p>
            <a:fld id="{CB8ACEA3-86A9-4B10-8280-29ED3677C62F}" type="slidenum">
              <a:rPr lang="en-CH" smtClean="0"/>
              <a:t>‹#›</a:t>
            </a:fld>
            <a:endParaRPr lang="en-CH"/>
          </a:p>
        </p:txBody>
      </p:sp>
    </p:spTree>
    <p:extLst>
      <p:ext uri="{BB962C8B-B14F-4D97-AF65-F5344CB8AC3E}">
        <p14:creationId xmlns:p14="http://schemas.microsoft.com/office/powerpoint/2010/main" val="3619161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35F89-3772-D62A-4A43-DA584FF31F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H"/>
          </a:p>
        </p:txBody>
      </p:sp>
      <p:sp>
        <p:nvSpPr>
          <p:cNvPr id="3" name="Picture Placeholder 2">
            <a:extLst>
              <a:ext uri="{FF2B5EF4-FFF2-40B4-BE49-F238E27FC236}">
                <a16:creationId xmlns:a16="http://schemas.microsoft.com/office/drawing/2014/main" id="{624181AD-92B0-A3BC-EF23-C4AF8333C3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H"/>
          </a:p>
        </p:txBody>
      </p:sp>
      <p:sp>
        <p:nvSpPr>
          <p:cNvPr id="4" name="Text Placeholder 3">
            <a:extLst>
              <a:ext uri="{FF2B5EF4-FFF2-40B4-BE49-F238E27FC236}">
                <a16:creationId xmlns:a16="http://schemas.microsoft.com/office/drawing/2014/main" id="{A1286F3D-4E1D-3703-6237-BCAACC7B63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98DF19-90EA-1DC5-8E7F-51D57C6B38C8}"/>
              </a:ext>
            </a:extLst>
          </p:cNvPr>
          <p:cNvSpPr>
            <a:spLocks noGrp="1"/>
          </p:cNvSpPr>
          <p:nvPr>
            <p:ph type="dt" sz="half" idx="10"/>
          </p:nvPr>
        </p:nvSpPr>
        <p:spPr/>
        <p:txBody>
          <a:bodyPr/>
          <a:lstStyle/>
          <a:p>
            <a:fld id="{8B5B1DD9-A6EC-4839-8C5E-6C11B0B0F6E0}" type="datetimeFigureOut">
              <a:rPr lang="en-CH" smtClean="0"/>
              <a:t>17.09.2026</a:t>
            </a:fld>
            <a:endParaRPr lang="en-CH"/>
          </a:p>
        </p:txBody>
      </p:sp>
      <p:sp>
        <p:nvSpPr>
          <p:cNvPr id="6" name="Footer Placeholder 5">
            <a:extLst>
              <a:ext uri="{FF2B5EF4-FFF2-40B4-BE49-F238E27FC236}">
                <a16:creationId xmlns:a16="http://schemas.microsoft.com/office/drawing/2014/main" id="{9EED602B-5CCF-F9F0-6D85-94ED58897E00}"/>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D1AEC470-ED58-E512-5DA4-F9DFE44363BB}"/>
              </a:ext>
            </a:extLst>
          </p:cNvPr>
          <p:cNvSpPr>
            <a:spLocks noGrp="1"/>
          </p:cNvSpPr>
          <p:nvPr>
            <p:ph type="sldNum" sz="quarter" idx="12"/>
          </p:nvPr>
        </p:nvSpPr>
        <p:spPr/>
        <p:txBody>
          <a:bodyPr/>
          <a:lstStyle/>
          <a:p>
            <a:fld id="{CB8ACEA3-86A9-4B10-8280-29ED3677C62F}" type="slidenum">
              <a:rPr lang="en-CH" smtClean="0"/>
              <a:t>‹#›</a:t>
            </a:fld>
            <a:endParaRPr lang="en-CH"/>
          </a:p>
        </p:txBody>
      </p:sp>
    </p:spTree>
    <p:extLst>
      <p:ext uri="{BB962C8B-B14F-4D97-AF65-F5344CB8AC3E}">
        <p14:creationId xmlns:p14="http://schemas.microsoft.com/office/powerpoint/2010/main" val="142829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68EA8-8219-D450-DFCA-F9ECBD005DD4}"/>
              </a:ext>
            </a:extLst>
          </p:cNvPr>
          <p:cNvSpPr>
            <a:spLocks noGrp="1"/>
          </p:cNvSpPr>
          <p:nvPr>
            <p:ph type="title"/>
          </p:nvPr>
        </p:nvSpPr>
        <p:spPr/>
        <p:txBody>
          <a:bodyPr/>
          <a:lstStyle/>
          <a:p>
            <a:r>
              <a:rPr lang="en-US"/>
              <a:t>Click to edit Master title style</a:t>
            </a:r>
            <a:endParaRPr lang="en-CH"/>
          </a:p>
        </p:txBody>
      </p:sp>
      <p:sp>
        <p:nvSpPr>
          <p:cNvPr id="3" name="Vertical Text Placeholder 2">
            <a:extLst>
              <a:ext uri="{FF2B5EF4-FFF2-40B4-BE49-F238E27FC236}">
                <a16:creationId xmlns:a16="http://schemas.microsoft.com/office/drawing/2014/main" id="{DAA823CE-EA3E-17EC-D57A-D7FF557E78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BF2420A4-5CE9-0572-61CE-9D57F36AD76F}"/>
              </a:ext>
            </a:extLst>
          </p:cNvPr>
          <p:cNvSpPr>
            <a:spLocks noGrp="1"/>
          </p:cNvSpPr>
          <p:nvPr>
            <p:ph type="dt" sz="half" idx="10"/>
          </p:nvPr>
        </p:nvSpPr>
        <p:spPr/>
        <p:txBody>
          <a:bodyPr/>
          <a:lstStyle/>
          <a:p>
            <a:fld id="{8B5B1DD9-A6EC-4839-8C5E-6C11B0B0F6E0}" type="datetimeFigureOut">
              <a:rPr lang="en-CH" smtClean="0"/>
              <a:t>17.09.2026</a:t>
            </a:fld>
            <a:endParaRPr lang="en-CH"/>
          </a:p>
        </p:txBody>
      </p:sp>
      <p:sp>
        <p:nvSpPr>
          <p:cNvPr id="5" name="Footer Placeholder 4">
            <a:extLst>
              <a:ext uri="{FF2B5EF4-FFF2-40B4-BE49-F238E27FC236}">
                <a16:creationId xmlns:a16="http://schemas.microsoft.com/office/drawing/2014/main" id="{3F14DC0D-6720-11C5-40C6-BABE5ADC327D}"/>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4000E004-6097-6608-FAAD-D53745AC1A38}"/>
              </a:ext>
            </a:extLst>
          </p:cNvPr>
          <p:cNvSpPr>
            <a:spLocks noGrp="1"/>
          </p:cNvSpPr>
          <p:nvPr>
            <p:ph type="sldNum" sz="quarter" idx="12"/>
          </p:nvPr>
        </p:nvSpPr>
        <p:spPr/>
        <p:txBody>
          <a:bodyPr/>
          <a:lstStyle/>
          <a:p>
            <a:fld id="{CB8ACEA3-86A9-4B10-8280-29ED3677C62F}" type="slidenum">
              <a:rPr lang="en-CH" smtClean="0"/>
              <a:t>‹#›</a:t>
            </a:fld>
            <a:endParaRPr lang="en-CH"/>
          </a:p>
        </p:txBody>
      </p:sp>
    </p:spTree>
    <p:extLst>
      <p:ext uri="{BB962C8B-B14F-4D97-AF65-F5344CB8AC3E}">
        <p14:creationId xmlns:p14="http://schemas.microsoft.com/office/powerpoint/2010/main" val="2205458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CBE383-A906-421F-4E6D-B259414267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H"/>
          </a:p>
        </p:txBody>
      </p:sp>
      <p:sp>
        <p:nvSpPr>
          <p:cNvPr id="3" name="Vertical Text Placeholder 2">
            <a:extLst>
              <a:ext uri="{FF2B5EF4-FFF2-40B4-BE49-F238E27FC236}">
                <a16:creationId xmlns:a16="http://schemas.microsoft.com/office/drawing/2014/main" id="{DB05907B-70E2-B5EC-FB3B-57CD84B74F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E45F163A-944C-37DA-5611-139AA6540E2B}"/>
              </a:ext>
            </a:extLst>
          </p:cNvPr>
          <p:cNvSpPr>
            <a:spLocks noGrp="1"/>
          </p:cNvSpPr>
          <p:nvPr>
            <p:ph type="dt" sz="half" idx="10"/>
          </p:nvPr>
        </p:nvSpPr>
        <p:spPr/>
        <p:txBody>
          <a:bodyPr/>
          <a:lstStyle/>
          <a:p>
            <a:fld id="{8B5B1DD9-A6EC-4839-8C5E-6C11B0B0F6E0}" type="datetimeFigureOut">
              <a:rPr lang="en-CH" smtClean="0"/>
              <a:t>17.09.2026</a:t>
            </a:fld>
            <a:endParaRPr lang="en-CH"/>
          </a:p>
        </p:txBody>
      </p:sp>
      <p:sp>
        <p:nvSpPr>
          <p:cNvPr id="5" name="Footer Placeholder 4">
            <a:extLst>
              <a:ext uri="{FF2B5EF4-FFF2-40B4-BE49-F238E27FC236}">
                <a16:creationId xmlns:a16="http://schemas.microsoft.com/office/drawing/2014/main" id="{814DFBFC-951F-CC30-327B-325E9A310419}"/>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CFA424E5-05F5-44C7-8277-16E824D88619}"/>
              </a:ext>
            </a:extLst>
          </p:cNvPr>
          <p:cNvSpPr>
            <a:spLocks noGrp="1"/>
          </p:cNvSpPr>
          <p:nvPr>
            <p:ph type="sldNum" sz="quarter" idx="12"/>
          </p:nvPr>
        </p:nvSpPr>
        <p:spPr/>
        <p:txBody>
          <a:bodyPr/>
          <a:lstStyle/>
          <a:p>
            <a:fld id="{CB8ACEA3-86A9-4B10-8280-29ED3677C62F}" type="slidenum">
              <a:rPr lang="en-CH" smtClean="0"/>
              <a:t>‹#›</a:t>
            </a:fld>
            <a:endParaRPr lang="en-CH"/>
          </a:p>
        </p:txBody>
      </p:sp>
    </p:spTree>
    <p:extLst>
      <p:ext uri="{BB962C8B-B14F-4D97-AF65-F5344CB8AC3E}">
        <p14:creationId xmlns:p14="http://schemas.microsoft.com/office/powerpoint/2010/main" val="1561052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B6A6FF-0D17-A4B9-910F-CC704CE0CD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H"/>
          </a:p>
        </p:txBody>
      </p:sp>
      <p:sp>
        <p:nvSpPr>
          <p:cNvPr id="3" name="Text Placeholder 2">
            <a:extLst>
              <a:ext uri="{FF2B5EF4-FFF2-40B4-BE49-F238E27FC236}">
                <a16:creationId xmlns:a16="http://schemas.microsoft.com/office/drawing/2014/main" id="{706EFFDD-D449-9292-07B8-549CB12766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125D021C-DAB1-E747-BA08-8BA3511723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5B1DD9-A6EC-4839-8C5E-6C11B0B0F6E0}" type="datetimeFigureOut">
              <a:rPr lang="en-CH" smtClean="0"/>
              <a:t>17.09.2026</a:t>
            </a:fld>
            <a:endParaRPr lang="en-CH"/>
          </a:p>
        </p:txBody>
      </p:sp>
      <p:sp>
        <p:nvSpPr>
          <p:cNvPr id="5" name="Footer Placeholder 4">
            <a:extLst>
              <a:ext uri="{FF2B5EF4-FFF2-40B4-BE49-F238E27FC236}">
                <a16:creationId xmlns:a16="http://schemas.microsoft.com/office/drawing/2014/main" id="{07E00DBF-1379-2CA9-8263-48594A2351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H"/>
          </a:p>
        </p:txBody>
      </p:sp>
      <p:sp>
        <p:nvSpPr>
          <p:cNvPr id="6" name="Slide Number Placeholder 5">
            <a:extLst>
              <a:ext uri="{FF2B5EF4-FFF2-40B4-BE49-F238E27FC236}">
                <a16:creationId xmlns:a16="http://schemas.microsoft.com/office/drawing/2014/main" id="{18C4D7DC-99E4-1959-9BD0-B8EABF7471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8ACEA3-86A9-4B10-8280-29ED3677C62F}" type="slidenum">
              <a:rPr lang="en-CH" smtClean="0"/>
              <a:t>‹#›</a:t>
            </a:fld>
            <a:endParaRPr lang="en-CH"/>
          </a:p>
        </p:txBody>
      </p:sp>
    </p:spTree>
    <p:extLst>
      <p:ext uri="{BB962C8B-B14F-4D97-AF65-F5344CB8AC3E}">
        <p14:creationId xmlns:p14="http://schemas.microsoft.com/office/powerpoint/2010/main" val="2924626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13.gif"/></Relationships>
</file>

<file path=ppt/slides/_rels/slide1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17.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osc.centerforopenscience.org/2013/11/20/theoretical-amnesia/"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visualize-it.github.io/lotka_volterra/simulation.html"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svg"/><Relationship Id="rId1" Type="http://schemas.openxmlformats.org/officeDocument/2006/relationships/slideLayout" Target="../slideLayouts/slideLayout2.xml"/><Relationship Id="rId4" Type="http://schemas.openxmlformats.org/officeDocument/2006/relationships/image" Target="../media/image34.svg"/></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diagram of a graph&#10;&#10;AI-generated content may be incorrect.">
            <a:extLst>
              <a:ext uri="{FF2B5EF4-FFF2-40B4-BE49-F238E27FC236}">
                <a16:creationId xmlns:a16="http://schemas.microsoft.com/office/drawing/2014/main" id="{9DF468E7-5952-3FB9-1C0A-F1FBA38762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2" y="0"/>
            <a:ext cx="6858000" cy="6858000"/>
          </a:xfrm>
          <a:prstGeom prst="rect">
            <a:avLst/>
          </a:prstGeom>
        </p:spPr>
      </p:pic>
      <p:sp>
        <p:nvSpPr>
          <p:cNvPr id="8" name="Title 7">
            <a:extLst>
              <a:ext uri="{FF2B5EF4-FFF2-40B4-BE49-F238E27FC236}">
                <a16:creationId xmlns:a16="http://schemas.microsoft.com/office/drawing/2014/main" id="{99C5BDDE-E792-D662-11ED-B539CDE8D9B8}"/>
              </a:ext>
            </a:extLst>
          </p:cNvPr>
          <p:cNvSpPr>
            <a:spLocks noGrp="1"/>
          </p:cNvSpPr>
          <p:nvPr>
            <p:ph type="title"/>
          </p:nvPr>
        </p:nvSpPr>
        <p:spPr>
          <a:xfrm>
            <a:off x="4298667" y="3011276"/>
            <a:ext cx="7038567" cy="1325563"/>
          </a:xfrm>
        </p:spPr>
        <p:txBody>
          <a:bodyPr>
            <a:normAutofit/>
          </a:bodyPr>
          <a:lstStyle/>
          <a:p>
            <a:r>
              <a:rPr lang="en-US" dirty="0"/>
              <a:t>Dynamic Systems Thinking for</a:t>
            </a:r>
            <a:br>
              <a:rPr lang="en-US" dirty="0"/>
            </a:br>
            <a:r>
              <a:rPr lang="en-US" dirty="0"/>
              <a:t>Psychologists</a:t>
            </a:r>
            <a:endParaRPr lang="en-CH" dirty="0"/>
          </a:p>
        </p:txBody>
      </p:sp>
      <p:sp>
        <p:nvSpPr>
          <p:cNvPr id="12" name="Subtitle 2">
            <a:extLst>
              <a:ext uri="{FF2B5EF4-FFF2-40B4-BE49-F238E27FC236}">
                <a16:creationId xmlns:a16="http://schemas.microsoft.com/office/drawing/2014/main" id="{7AFEA554-F0BA-D7F7-B944-98D22D32361C}"/>
              </a:ext>
            </a:extLst>
          </p:cNvPr>
          <p:cNvSpPr txBox="1">
            <a:spLocks/>
          </p:cNvSpPr>
          <p:nvPr/>
        </p:nvSpPr>
        <p:spPr>
          <a:xfrm>
            <a:off x="4298667" y="4475435"/>
            <a:ext cx="5505449"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D0D0D"/>
                </a:solidFill>
              </a:rPr>
              <a:t>Michael E. Aristodemou</a:t>
            </a:r>
            <a:endParaRPr lang="en-CH" sz="2000" dirty="0">
              <a:solidFill>
                <a:srgbClr val="0D0D0D"/>
              </a:solidFill>
            </a:endParaRPr>
          </a:p>
        </p:txBody>
      </p:sp>
      <p:sp>
        <p:nvSpPr>
          <p:cNvPr id="13" name="TextBox 12">
            <a:extLst>
              <a:ext uri="{FF2B5EF4-FFF2-40B4-BE49-F238E27FC236}">
                <a16:creationId xmlns:a16="http://schemas.microsoft.com/office/drawing/2014/main" id="{60D532BA-56D8-DE29-EAC6-D83F61E5EFE6}"/>
              </a:ext>
            </a:extLst>
          </p:cNvPr>
          <p:cNvSpPr txBox="1"/>
          <p:nvPr/>
        </p:nvSpPr>
        <p:spPr>
          <a:xfrm>
            <a:off x="4298667" y="4854471"/>
            <a:ext cx="4399722" cy="369332"/>
          </a:xfrm>
          <a:prstGeom prst="rect">
            <a:avLst/>
          </a:prstGeom>
          <a:noFill/>
        </p:spPr>
        <p:txBody>
          <a:bodyPr wrap="square" rtlCol="0">
            <a:spAutoFit/>
          </a:bodyPr>
          <a:lstStyle/>
          <a:p>
            <a:r>
              <a:rPr lang="en-US" dirty="0">
                <a:solidFill>
                  <a:srgbClr val="0D0D0D"/>
                </a:solidFill>
              </a:rPr>
              <a:t>michael.aristodemou@psychologie.uzh.ch</a:t>
            </a:r>
            <a:endParaRPr lang="en-CH" dirty="0">
              <a:solidFill>
                <a:srgbClr val="0D0D0D"/>
              </a:solidFill>
            </a:endParaRPr>
          </a:p>
        </p:txBody>
      </p:sp>
    </p:spTree>
    <p:extLst>
      <p:ext uri="{BB962C8B-B14F-4D97-AF65-F5344CB8AC3E}">
        <p14:creationId xmlns:p14="http://schemas.microsoft.com/office/powerpoint/2010/main" val="2870236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344E0-CA03-2A62-3C1F-CD2D2CCEFC2F}"/>
              </a:ext>
            </a:extLst>
          </p:cNvPr>
          <p:cNvSpPr>
            <a:spLocks noGrp="1"/>
          </p:cNvSpPr>
          <p:nvPr>
            <p:ph type="title"/>
          </p:nvPr>
        </p:nvSpPr>
        <p:spPr/>
        <p:txBody>
          <a:bodyPr/>
          <a:lstStyle/>
          <a:p>
            <a:r>
              <a:rPr lang="en-US" dirty="0"/>
              <a:t>Hi, I’m Michael</a:t>
            </a:r>
            <a:endParaRPr lang="en-CH" dirty="0"/>
          </a:p>
        </p:txBody>
      </p:sp>
      <p:sp>
        <p:nvSpPr>
          <p:cNvPr id="3" name="Content Placeholder 2">
            <a:extLst>
              <a:ext uri="{FF2B5EF4-FFF2-40B4-BE49-F238E27FC236}">
                <a16:creationId xmlns:a16="http://schemas.microsoft.com/office/drawing/2014/main" id="{9F203845-3A31-7242-4F8A-78C9BE5B4A8B}"/>
              </a:ext>
            </a:extLst>
          </p:cNvPr>
          <p:cNvSpPr>
            <a:spLocks noGrp="1"/>
          </p:cNvSpPr>
          <p:nvPr>
            <p:ph idx="1"/>
          </p:nvPr>
        </p:nvSpPr>
        <p:spPr>
          <a:xfrm>
            <a:off x="838200" y="1825625"/>
            <a:ext cx="6556513" cy="4351338"/>
          </a:xfrm>
        </p:spPr>
        <p:txBody>
          <a:bodyPr>
            <a:normAutofit fontScale="92500" lnSpcReduction="20000"/>
          </a:bodyPr>
          <a:lstStyle/>
          <a:p>
            <a:r>
              <a:rPr lang="en-US" dirty="0">
                <a:solidFill>
                  <a:schemeClr val="tx2">
                    <a:lumMod val="50000"/>
                    <a:lumOff val="50000"/>
                  </a:schemeClr>
                </a:solidFill>
              </a:rPr>
              <a:t>BSc Psychology (Clinical Specialization) </a:t>
            </a:r>
            <a:r>
              <a:rPr lang="en-US" dirty="0"/>
              <a:t>– Erasmus University Rotterdam</a:t>
            </a:r>
          </a:p>
          <a:p>
            <a:pPr marL="0" indent="0">
              <a:buNone/>
            </a:pPr>
            <a:endParaRPr lang="en-US" dirty="0"/>
          </a:p>
          <a:p>
            <a:r>
              <a:rPr lang="en-US" dirty="0">
                <a:solidFill>
                  <a:schemeClr val="tx2">
                    <a:lumMod val="50000"/>
                    <a:lumOff val="50000"/>
                  </a:schemeClr>
                </a:solidFill>
              </a:rPr>
              <a:t>MSc (Research) Clinical and Health </a:t>
            </a:r>
            <a:r>
              <a:rPr lang="en-US" dirty="0">
                <a:solidFill>
                  <a:srgbClr val="4E95D9"/>
                </a:solidFill>
              </a:rPr>
              <a:t>Psychology</a:t>
            </a:r>
            <a:r>
              <a:rPr lang="en-US" dirty="0"/>
              <a:t> – Leiden University</a:t>
            </a:r>
          </a:p>
          <a:p>
            <a:pPr marL="0" indent="0">
              <a:buNone/>
            </a:pPr>
            <a:endParaRPr lang="en-US" dirty="0"/>
          </a:p>
          <a:p>
            <a:r>
              <a:rPr lang="en-US" dirty="0">
                <a:solidFill>
                  <a:schemeClr val="tx2">
                    <a:lumMod val="50000"/>
                    <a:lumOff val="50000"/>
                  </a:schemeClr>
                </a:solidFill>
              </a:rPr>
              <a:t>PhD Medical Neuroscience </a:t>
            </a:r>
            <a:r>
              <a:rPr lang="en-US" dirty="0"/>
              <a:t>– Donders Institute for Brain, Cognition and Behavior</a:t>
            </a:r>
          </a:p>
          <a:p>
            <a:pPr marL="0" indent="0">
              <a:buNone/>
            </a:pPr>
            <a:endParaRPr lang="en-US" dirty="0"/>
          </a:p>
          <a:p>
            <a:r>
              <a:rPr lang="en-US" dirty="0">
                <a:solidFill>
                  <a:schemeClr val="tx2">
                    <a:lumMod val="50000"/>
                    <a:lumOff val="50000"/>
                  </a:schemeClr>
                </a:solidFill>
              </a:rPr>
              <a:t>Postdoc Quantitative Methods</a:t>
            </a:r>
            <a:r>
              <a:rPr lang="en-US" dirty="0"/>
              <a:t> – University of Zurich</a:t>
            </a:r>
            <a:endParaRPr lang="en-CH" dirty="0"/>
          </a:p>
        </p:txBody>
      </p:sp>
      <p:pic>
        <p:nvPicPr>
          <p:cNvPr id="1026" name="Picture 2" descr="Helen Tibboel – Peer Relations Researchers Rotterdam">
            <a:extLst>
              <a:ext uri="{FF2B5EF4-FFF2-40B4-BE49-F238E27FC236}">
                <a16:creationId xmlns:a16="http://schemas.microsoft.com/office/drawing/2014/main" id="{67D60506-AC69-E744-EA8F-D129429102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1090" y="755757"/>
            <a:ext cx="1179443" cy="165121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iko Fried - Leiden University">
            <a:extLst>
              <a:ext uri="{FF2B5EF4-FFF2-40B4-BE49-F238E27FC236}">
                <a16:creationId xmlns:a16="http://schemas.microsoft.com/office/drawing/2014/main" id="{1EA3D7C0-1160-3B69-90DB-8955C29C1A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46910" y="2184263"/>
            <a:ext cx="1244048" cy="155506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ogier Kievit">
            <a:extLst>
              <a:ext uri="{FF2B5EF4-FFF2-40B4-BE49-F238E27FC236}">
                <a16:creationId xmlns:a16="http://schemas.microsoft.com/office/drawing/2014/main" id="{C03F13A5-665E-096E-278B-784E5FC403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54178" y="3627781"/>
            <a:ext cx="1436205" cy="143620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harles Driver | Department of ...">
            <a:extLst>
              <a:ext uri="{FF2B5EF4-FFF2-40B4-BE49-F238E27FC236}">
                <a16:creationId xmlns:a16="http://schemas.microsoft.com/office/drawing/2014/main" id="{9C63BFD9-B8A5-267C-3921-ECBCC2BED6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46910" y="4896975"/>
            <a:ext cx="1244048" cy="15959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1B92243-652E-620D-2AA9-95CA44BE0CDD}"/>
              </a:ext>
            </a:extLst>
          </p:cNvPr>
          <p:cNvSpPr txBox="1"/>
          <p:nvPr/>
        </p:nvSpPr>
        <p:spPr>
          <a:xfrm>
            <a:off x="9266400" y="1087200"/>
            <a:ext cx="2289600" cy="369332"/>
          </a:xfrm>
          <a:prstGeom prst="rect">
            <a:avLst/>
          </a:prstGeom>
          <a:noFill/>
        </p:spPr>
        <p:txBody>
          <a:bodyPr wrap="square" rtlCol="0">
            <a:spAutoFit/>
          </a:bodyPr>
          <a:lstStyle/>
          <a:p>
            <a:r>
              <a:rPr lang="en-US" dirty="0">
                <a:solidFill>
                  <a:srgbClr val="4E95D9"/>
                </a:solidFill>
              </a:rPr>
              <a:t>Helen </a:t>
            </a:r>
            <a:r>
              <a:rPr lang="en-US" dirty="0" err="1">
                <a:solidFill>
                  <a:srgbClr val="4E95D9"/>
                </a:solidFill>
              </a:rPr>
              <a:t>Tibboel</a:t>
            </a:r>
            <a:endParaRPr lang="en-CH" dirty="0">
              <a:solidFill>
                <a:srgbClr val="4E95D9"/>
              </a:solidFill>
            </a:endParaRPr>
          </a:p>
        </p:txBody>
      </p:sp>
      <p:sp>
        <p:nvSpPr>
          <p:cNvPr id="6" name="TextBox 5">
            <a:extLst>
              <a:ext uri="{FF2B5EF4-FFF2-40B4-BE49-F238E27FC236}">
                <a16:creationId xmlns:a16="http://schemas.microsoft.com/office/drawing/2014/main" id="{D4542C30-5618-C450-AD53-4F52029AB425}"/>
              </a:ext>
            </a:extLst>
          </p:cNvPr>
          <p:cNvSpPr txBox="1"/>
          <p:nvPr/>
        </p:nvSpPr>
        <p:spPr>
          <a:xfrm>
            <a:off x="7748400" y="2889483"/>
            <a:ext cx="2289600" cy="369332"/>
          </a:xfrm>
          <a:prstGeom prst="rect">
            <a:avLst/>
          </a:prstGeom>
          <a:noFill/>
        </p:spPr>
        <p:txBody>
          <a:bodyPr wrap="square" rtlCol="0">
            <a:spAutoFit/>
          </a:bodyPr>
          <a:lstStyle/>
          <a:p>
            <a:r>
              <a:rPr lang="en-US" dirty="0">
                <a:solidFill>
                  <a:srgbClr val="4E95D9"/>
                </a:solidFill>
              </a:rPr>
              <a:t>Eiko Fried</a:t>
            </a:r>
            <a:endParaRPr lang="en-CH" dirty="0">
              <a:solidFill>
                <a:srgbClr val="4E95D9"/>
              </a:solidFill>
            </a:endParaRPr>
          </a:p>
        </p:txBody>
      </p:sp>
      <p:sp>
        <p:nvSpPr>
          <p:cNvPr id="8" name="TextBox 7">
            <a:extLst>
              <a:ext uri="{FF2B5EF4-FFF2-40B4-BE49-F238E27FC236}">
                <a16:creationId xmlns:a16="http://schemas.microsoft.com/office/drawing/2014/main" id="{5BCC4DB7-A470-5F6C-0C9E-9BA863AD7AE3}"/>
              </a:ext>
            </a:extLst>
          </p:cNvPr>
          <p:cNvSpPr txBox="1"/>
          <p:nvPr/>
        </p:nvSpPr>
        <p:spPr>
          <a:xfrm>
            <a:off x="9546910" y="4232898"/>
            <a:ext cx="2289600" cy="369332"/>
          </a:xfrm>
          <a:prstGeom prst="rect">
            <a:avLst/>
          </a:prstGeom>
          <a:noFill/>
        </p:spPr>
        <p:txBody>
          <a:bodyPr wrap="square" rtlCol="0">
            <a:spAutoFit/>
          </a:bodyPr>
          <a:lstStyle/>
          <a:p>
            <a:r>
              <a:rPr lang="en-US" dirty="0">
                <a:solidFill>
                  <a:srgbClr val="4E95D9"/>
                </a:solidFill>
              </a:rPr>
              <a:t>Rogier Kievit</a:t>
            </a:r>
            <a:endParaRPr lang="en-CH" dirty="0">
              <a:solidFill>
                <a:srgbClr val="4E95D9"/>
              </a:solidFill>
            </a:endParaRPr>
          </a:p>
        </p:txBody>
      </p:sp>
      <p:sp>
        <p:nvSpPr>
          <p:cNvPr id="10" name="TextBox 9">
            <a:extLst>
              <a:ext uri="{FF2B5EF4-FFF2-40B4-BE49-F238E27FC236}">
                <a16:creationId xmlns:a16="http://schemas.microsoft.com/office/drawing/2014/main" id="{BE0E3231-47F0-B047-FA5F-2997319B092C}"/>
              </a:ext>
            </a:extLst>
          </p:cNvPr>
          <p:cNvSpPr txBox="1"/>
          <p:nvPr/>
        </p:nvSpPr>
        <p:spPr>
          <a:xfrm>
            <a:off x="7748400" y="5557561"/>
            <a:ext cx="2289600" cy="369332"/>
          </a:xfrm>
          <a:prstGeom prst="rect">
            <a:avLst/>
          </a:prstGeom>
          <a:noFill/>
        </p:spPr>
        <p:txBody>
          <a:bodyPr wrap="square" rtlCol="0">
            <a:spAutoFit/>
          </a:bodyPr>
          <a:lstStyle/>
          <a:p>
            <a:r>
              <a:rPr lang="en-US" dirty="0">
                <a:solidFill>
                  <a:srgbClr val="4E95D9"/>
                </a:solidFill>
              </a:rPr>
              <a:t>Charles Driver</a:t>
            </a:r>
            <a:endParaRPr lang="en-CH" dirty="0">
              <a:solidFill>
                <a:srgbClr val="4E95D9"/>
              </a:solidFill>
            </a:endParaRPr>
          </a:p>
        </p:txBody>
      </p:sp>
    </p:spTree>
    <p:extLst>
      <p:ext uri="{BB962C8B-B14F-4D97-AF65-F5344CB8AC3E}">
        <p14:creationId xmlns:p14="http://schemas.microsoft.com/office/powerpoint/2010/main" val="4052319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FC23-E7EA-AD6B-9226-1C55044B5F9C}"/>
              </a:ext>
            </a:extLst>
          </p:cNvPr>
          <p:cNvSpPr>
            <a:spLocks noGrp="1"/>
          </p:cNvSpPr>
          <p:nvPr>
            <p:ph type="title"/>
          </p:nvPr>
        </p:nvSpPr>
        <p:spPr/>
        <p:txBody>
          <a:bodyPr/>
          <a:lstStyle/>
          <a:p>
            <a:r>
              <a:rPr lang="en-US" dirty="0"/>
              <a:t>You are… </a:t>
            </a:r>
            <a:r>
              <a:rPr lang="en-US" sz="3600" dirty="0"/>
              <a:t>(alt txt: introduction round)</a:t>
            </a:r>
            <a:endParaRPr lang="en-CH" dirty="0"/>
          </a:p>
        </p:txBody>
      </p:sp>
      <p:sp>
        <p:nvSpPr>
          <p:cNvPr id="3" name="TextBox 2">
            <a:extLst>
              <a:ext uri="{FF2B5EF4-FFF2-40B4-BE49-F238E27FC236}">
                <a16:creationId xmlns:a16="http://schemas.microsoft.com/office/drawing/2014/main" id="{E497927B-D719-2EF1-41FA-937641F906A5}"/>
              </a:ext>
            </a:extLst>
          </p:cNvPr>
          <p:cNvSpPr txBox="1"/>
          <p:nvPr/>
        </p:nvSpPr>
        <p:spPr>
          <a:xfrm>
            <a:off x="1366630" y="2905780"/>
            <a:ext cx="9458740" cy="954107"/>
          </a:xfrm>
          <a:prstGeom prst="rect">
            <a:avLst/>
          </a:prstGeom>
          <a:noFill/>
        </p:spPr>
        <p:txBody>
          <a:bodyPr wrap="square" rtlCol="0">
            <a:spAutoFit/>
          </a:bodyPr>
          <a:lstStyle/>
          <a:p>
            <a:pPr algn="ctr"/>
            <a:r>
              <a:rPr lang="en-US" sz="2800" dirty="0"/>
              <a:t>Your name, which part of psychology interests you most, what do you want to learn here</a:t>
            </a:r>
            <a:endParaRPr lang="en-CH" sz="2800" dirty="0"/>
          </a:p>
        </p:txBody>
      </p:sp>
    </p:spTree>
    <p:extLst>
      <p:ext uri="{BB962C8B-B14F-4D97-AF65-F5344CB8AC3E}">
        <p14:creationId xmlns:p14="http://schemas.microsoft.com/office/powerpoint/2010/main" val="3639170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C149C-ABAA-4F7B-99DE-F77A616077E2}"/>
              </a:ext>
            </a:extLst>
          </p:cNvPr>
          <p:cNvSpPr>
            <a:spLocks noGrp="1"/>
          </p:cNvSpPr>
          <p:nvPr>
            <p:ph type="title"/>
          </p:nvPr>
        </p:nvSpPr>
        <p:spPr>
          <a:xfrm>
            <a:off x="838200" y="2766218"/>
            <a:ext cx="10515600" cy="1325563"/>
          </a:xfrm>
        </p:spPr>
        <p:txBody>
          <a:bodyPr/>
          <a:lstStyle/>
          <a:p>
            <a:pPr algn="ctr"/>
            <a:r>
              <a:rPr lang="en-US" dirty="0"/>
              <a:t>I want to convince you that formal theories are worth the trouble</a:t>
            </a:r>
            <a:endParaRPr lang="en-CH" dirty="0"/>
          </a:p>
        </p:txBody>
      </p:sp>
    </p:spTree>
    <p:extLst>
      <p:ext uri="{BB962C8B-B14F-4D97-AF65-F5344CB8AC3E}">
        <p14:creationId xmlns:p14="http://schemas.microsoft.com/office/powerpoint/2010/main" val="2613503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a:extLst>
              <a:ext uri="{FF2B5EF4-FFF2-40B4-BE49-F238E27FC236}">
                <a16:creationId xmlns:a16="http://schemas.microsoft.com/office/drawing/2014/main" id="{CBA304C0-EF5D-7E0E-3689-BE432FC746C7}"/>
              </a:ext>
            </a:extLst>
          </p:cNvPr>
          <p:cNvSpPr/>
          <p:nvPr/>
        </p:nvSpPr>
        <p:spPr>
          <a:xfrm>
            <a:off x="1292087" y="4664765"/>
            <a:ext cx="834887" cy="530087"/>
          </a:xfrm>
          <a:prstGeom prst="flowChartProcess">
            <a:avLst/>
          </a:prstGeom>
          <a:solidFill>
            <a:schemeClr val="bg2">
              <a:lumMod val="7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 name="Flowchart: Process 4">
            <a:extLst>
              <a:ext uri="{FF2B5EF4-FFF2-40B4-BE49-F238E27FC236}">
                <a16:creationId xmlns:a16="http://schemas.microsoft.com/office/drawing/2014/main" id="{9741B40F-6EF2-E44E-5168-2C605331CD7C}"/>
              </a:ext>
            </a:extLst>
          </p:cNvPr>
          <p:cNvSpPr/>
          <p:nvPr/>
        </p:nvSpPr>
        <p:spPr>
          <a:xfrm>
            <a:off x="2358887" y="4664764"/>
            <a:ext cx="834887" cy="530087"/>
          </a:xfrm>
          <a:prstGeom prst="flowChartProcess">
            <a:avLst/>
          </a:prstGeom>
          <a:solidFill>
            <a:schemeClr val="bg2">
              <a:lumMod val="7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 name="Flowchart: Process 5">
            <a:extLst>
              <a:ext uri="{FF2B5EF4-FFF2-40B4-BE49-F238E27FC236}">
                <a16:creationId xmlns:a16="http://schemas.microsoft.com/office/drawing/2014/main" id="{5697A0D2-D1F7-5070-021B-206AE1B5BEC4}"/>
              </a:ext>
            </a:extLst>
          </p:cNvPr>
          <p:cNvSpPr/>
          <p:nvPr/>
        </p:nvSpPr>
        <p:spPr>
          <a:xfrm>
            <a:off x="3425687" y="4664764"/>
            <a:ext cx="834887" cy="530087"/>
          </a:xfrm>
          <a:prstGeom prst="flowChartProcess">
            <a:avLst/>
          </a:prstGeom>
          <a:solidFill>
            <a:schemeClr val="bg2">
              <a:lumMod val="7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 name="Flowchart: Process 6">
            <a:extLst>
              <a:ext uri="{FF2B5EF4-FFF2-40B4-BE49-F238E27FC236}">
                <a16:creationId xmlns:a16="http://schemas.microsoft.com/office/drawing/2014/main" id="{047D5631-5237-9D2C-2FC6-BE6CC36607C5}"/>
              </a:ext>
            </a:extLst>
          </p:cNvPr>
          <p:cNvSpPr/>
          <p:nvPr/>
        </p:nvSpPr>
        <p:spPr>
          <a:xfrm>
            <a:off x="4492487" y="4664764"/>
            <a:ext cx="834887" cy="530087"/>
          </a:xfrm>
          <a:prstGeom prst="flowChartProcess">
            <a:avLst/>
          </a:prstGeom>
          <a:solidFill>
            <a:schemeClr val="bg2">
              <a:lumMod val="7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 name="Title 1">
            <a:extLst>
              <a:ext uri="{FF2B5EF4-FFF2-40B4-BE49-F238E27FC236}">
                <a16:creationId xmlns:a16="http://schemas.microsoft.com/office/drawing/2014/main" id="{62A7786F-FD8E-7FEB-CAA3-DF9BE5927BBE}"/>
              </a:ext>
            </a:extLst>
          </p:cNvPr>
          <p:cNvSpPr>
            <a:spLocks noGrp="1"/>
          </p:cNvSpPr>
          <p:nvPr>
            <p:ph type="title"/>
          </p:nvPr>
        </p:nvSpPr>
        <p:spPr>
          <a:xfrm>
            <a:off x="838200" y="418134"/>
            <a:ext cx="10515600" cy="1325563"/>
          </a:xfrm>
        </p:spPr>
        <p:txBody>
          <a:bodyPr/>
          <a:lstStyle/>
          <a:p>
            <a:pPr algn="ctr"/>
            <a:r>
              <a:rPr lang="en-US" dirty="0"/>
              <a:t>What is a mental disorder?</a:t>
            </a:r>
            <a:endParaRPr lang="en-CH" dirty="0"/>
          </a:p>
        </p:txBody>
      </p:sp>
      <p:sp>
        <p:nvSpPr>
          <p:cNvPr id="3" name="Flowchart: Connector 2">
            <a:extLst>
              <a:ext uri="{FF2B5EF4-FFF2-40B4-BE49-F238E27FC236}">
                <a16:creationId xmlns:a16="http://schemas.microsoft.com/office/drawing/2014/main" id="{7CC73DB7-24B4-8B7E-75D1-CB8CFC497D83}"/>
              </a:ext>
            </a:extLst>
          </p:cNvPr>
          <p:cNvSpPr/>
          <p:nvPr/>
        </p:nvSpPr>
        <p:spPr>
          <a:xfrm>
            <a:off x="2822713" y="2650434"/>
            <a:ext cx="993913" cy="884583"/>
          </a:xfrm>
          <a:prstGeom prst="flowChartConnector">
            <a:avLst/>
          </a:prstGeom>
          <a:solidFill>
            <a:schemeClr val="tx2">
              <a:lumMod val="50000"/>
              <a:lumOff val="50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cxnSp>
        <p:nvCxnSpPr>
          <p:cNvPr id="9" name="Straight Arrow Connector 8">
            <a:extLst>
              <a:ext uri="{FF2B5EF4-FFF2-40B4-BE49-F238E27FC236}">
                <a16:creationId xmlns:a16="http://schemas.microsoft.com/office/drawing/2014/main" id="{C750FE8B-C00A-AFB7-702E-7FABBA78CECD}"/>
              </a:ext>
            </a:extLst>
          </p:cNvPr>
          <p:cNvCxnSpPr>
            <a:stCxn id="3" idx="4"/>
            <a:endCxn id="4" idx="0"/>
          </p:cNvCxnSpPr>
          <p:nvPr/>
        </p:nvCxnSpPr>
        <p:spPr>
          <a:xfrm flipH="1">
            <a:off x="1709531" y="3535017"/>
            <a:ext cx="1610139" cy="1129748"/>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D7AE9D2A-96F3-67E6-9964-0B1BD855CABD}"/>
              </a:ext>
            </a:extLst>
          </p:cNvPr>
          <p:cNvCxnSpPr>
            <a:cxnSpLocks/>
            <a:stCxn id="3" idx="4"/>
            <a:endCxn id="5" idx="0"/>
          </p:cNvCxnSpPr>
          <p:nvPr/>
        </p:nvCxnSpPr>
        <p:spPr>
          <a:xfrm flipH="1">
            <a:off x="2776331" y="3535017"/>
            <a:ext cx="543339" cy="1129747"/>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12C4385D-D3E2-ECC3-21BA-BA9146FF9CCA}"/>
              </a:ext>
            </a:extLst>
          </p:cNvPr>
          <p:cNvCxnSpPr>
            <a:cxnSpLocks/>
            <a:stCxn id="3" idx="4"/>
            <a:endCxn id="6" idx="0"/>
          </p:cNvCxnSpPr>
          <p:nvPr/>
        </p:nvCxnSpPr>
        <p:spPr>
          <a:xfrm>
            <a:off x="3319670" y="3535017"/>
            <a:ext cx="523461" cy="1129747"/>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64AA3981-4280-8E91-F407-532EDBDAAE05}"/>
              </a:ext>
            </a:extLst>
          </p:cNvPr>
          <p:cNvCxnSpPr>
            <a:cxnSpLocks/>
            <a:stCxn id="3" idx="4"/>
            <a:endCxn id="7" idx="0"/>
          </p:cNvCxnSpPr>
          <p:nvPr/>
        </p:nvCxnSpPr>
        <p:spPr>
          <a:xfrm>
            <a:off x="3319670" y="3535017"/>
            <a:ext cx="1590261" cy="1129747"/>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19" name="Flowchart: Process 18">
            <a:extLst>
              <a:ext uri="{FF2B5EF4-FFF2-40B4-BE49-F238E27FC236}">
                <a16:creationId xmlns:a16="http://schemas.microsoft.com/office/drawing/2014/main" id="{F0C42924-2CBB-C539-D4BA-2D9286299F3F}"/>
              </a:ext>
            </a:extLst>
          </p:cNvPr>
          <p:cNvSpPr/>
          <p:nvPr/>
        </p:nvSpPr>
        <p:spPr>
          <a:xfrm>
            <a:off x="7142920" y="3834847"/>
            <a:ext cx="834887" cy="530087"/>
          </a:xfrm>
          <a:prstGeom prst="flowChartProcess">
            <a:avLst/>
          </a:prstGeom>
          <a:solidFill>
            <a:schemeClr val="bg2">
              <a:lumMod val="7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 name="Flowchart: Process 19">
            <a:extLst>
              <a:ext uri="{FF2B5EF4-FFF2-40B4-BE49-F238E27FC236}">
                <a16:creationId xmlns:a16="http://schemas.microsoft.com/office/drawing/2014/main" id="{1BD705FC-6604-461B-CC1A-316B670EFF47}"/>
              </a:ext>
            </a:extLst>
          </p:cNvPr>
          <p:cNvSpPr/>
          <p:nvPr/>
        </p:nvSpPr>
        <p:spPr>
          <a:xfrm>
            <a:off x="8285919" y="2650434"/>
            <a:ext cx="834887" cy="530087"/>
          </a:xfrm>
          <a:prstGeom prst="flowChartProcess">
            <a:avLst/>
          </a:prstGeom>
          <a:solidFill>
            <a:schemeClr val="bg2">
              <a:lumMod val="7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1" name="Flowchart: Process 20">
            <a:extLst>
              <a:ext uri="{FF2B5EF4-FFF2-40B4-BE49-F238E27FC236}">
                <a16:creationId xmlns:a16="http://schemas.microsoft.com/office/drawing/2014/main" id="{B58F4A5F-41AC-7FF4-B9FE-D5D216662551}"/>
              </a:ext>
            </a:extLst>
          </p:cNvPr>
          <p:cNvSpPr/>
          <p:nvPr/>
        </p:nvSpPr>
        <p:spPr>
          <a:xfrm>
            <a:off x="9428920" y="3834846"/>
            <a:ext cx="834887" cy="530087"/>
          </a:xfrm>
          <a:prstGeom prst="flowChartProcess">
            <a:avLst/>
          </a:prstGeom>
          <a:solidFill>
            <a:schemeClr val="bg2">
              <a:lumMod val="7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 name="Flowchart: Process 21">
            <a:extLst>
              <a:ext uri="{FF2B5EF4-FFF2-40B4-BE49-F238E27FC236}">
                <a16:creationId xmlns:a16="http://schemas.microsoft.com/office/drawing/2014/main" id="{903DFF0F-359F-C147-2B1B-4C557A382FE9}"/>
              </a:ext>
            </a:extLst>
          </p:cNvPr>
          <p:cNvSpPr/>
          <p:nvPr/>
        </p:nvSpPr>
        <p:spPr>
          <a:xfrm>
            <a:off x="8285919" y="4913347"/>
            <a:ext cx="834887" cy="530087"/>
          </a:xfrm>
          <a:prstGeom prst="flowChartProcess">
            <a:avLst/>
          </a:prstGeom>
          <a:solidFill>
            <a:schemeClr val="bg2">
              <a:lumMod val="7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cxnSp>
        <p:nvCxnSpPr>
          <p:cNvPr id="25" name="Straight Arrow Connector 24">
            <a:extLst>
              <a:ext uri="{FF2B5EF4-FFF2-40B4-BE49-F238E27FC236}">
                <a16:creationId xmlns:a16="http://schemas.microsoft.com/office/drawing/2014/main" id="{EE611701-A941-AECF-0CF5-D19FBCDAC3EF}"/>
              </a:ext>
            </a:extLst>
          </p:cNvPr>
          <p:cNvCxnSpPr>
            <a:stCxn id="19" idx="0"/>
            <a:endCxn id="20" idx="2"/>
          </p:cNvCxnSpPr>
          <p:nvPr/>
        </p:nvCxnSpPr>
        <p:spPr>
          <a:xfrm flipV="1">
            <a:off x="7560364" y="3180521"/>
            <a:ext cx="1142999" cy="654326"/>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D3922D85-30B5-0585-80C3-4D17CCF8D68D}"/>
              </a:ext>
            </a:extLst>
          </p:cNvPr>
          <p:cNvCxnSpPr>
            <a:cxnSpLocks/>
            <a:stCxn id="22" idx="0"/>
            <a:endCxn id="20" idx="2"/>
          </p:cNvCxnSpPr>
          <p:nvPr/>
        </p:nvCxnSpPr>
        <p:spPr>
          <a:xfrm flipV="1">
            <a:off x="8703363" y="3180521"/>
            <a:ext cx="0" cy="1732826"/>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400E861E-7CB3-A4BA-9BD4-A5ECAE274F5F}"/>
              </a:ext>
            </a:extLst>
          </p:cNvPr>
          <p:cNvCxnSpPr>
            <a:cxnSpLocks/>
            <a:stCxn id="21" idx="0"/>
            <a:endCxn id="20" idx="2"/>
          </p:cNvCxnSpPr>
          <p:nvPr/>
        </p:nvCxnSpPr>
        <p:spPr>
          <a:xfrm flipH="1" flipV="1">
            <a:off x="8703363" y="3180521"/>
            <a:ext cx="1143001" cy="654325"/>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BFCBD165-7A0C-C2FF-8C4E-D7F8C314D504}"/>
              </a:ext>
            </a:extLst>
          </p:cNvPr>
          <p:cNvCxnSpPr>
            <a:cxnSpLocks/>
            <a:stCxn id="21" idx="2"/>
            <a:endCxn id="22" idx="3"/>
          </p:cNvCxnSpPr>
          <p:nvPr/>
        </p:nvCxnSpPr>
        <p:spPr>
          <a:xfrm flipH="1">
            <a:off x="9120806" y="4364933"/>
            <a:ext cx="725558" cy="813458"/>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754AE9DC-5788-03D9-5492-9E1A53CAEBF0}"/>
              </a:ext>
            </a:extLst>
          </p:cNvPr>
          <p:cNvCxnSpPr>
            <a:cxnSpLocks/>
            <a:stCxn id="19" idx="2"/>
            <a:endCxn id="22" idx="1"/>
          </p:cNvCxnSpPr>
          <p:nvPr/>
        </p:nvCxnSpPr>
        <p:spPr>
          <a:xfrm>
            <a:off x="7560364" y="4364934"/>
            <a:ext cx="725555" cy="813457"/>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DDD2F93F-4253-4AA6-41E8-E24E73D59A50}"/>
              </a:ext>
            </a:extLst>
          </p:cNvPr>
          <p:cNvCxnSpPr>
            <a:cxnSpLocks/>
            <a:stCxn id="19" idx="3"/>
            <a:endCxn id="21" idx="1"/>
          </p:cNvCxnSpPr>
          <p:nvPr/>
        </p:nvCxnSpPr>
        <p:spPr>
          <a:xfrm flipV="1">
            <a:off x="7977807" y="4099890"/>
            <a:ext cx="1451113" cy="1"/>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9411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165DBC-6A9A-4315-E0B3-03AC474E53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7833" y="89001"/>
            <a:ext cx="7932076" cy="6771284"/>
          </a:xfrm>
          <a:prstGeom prst="rect">
            <a:avLst/>
          </a:prstGeom>
        </p:spPr>
      </p:pic>
    </p:spTree>
    <p:extLst>
      <p:ext uri="{BB962C8B-B14F-4D97-AF65-F5344CB8AC3E}">
        <p14:creationId xmlns:p14="http://schemas.microsoft.com/office/powerpoint/2010/main" val="681236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DB48D-724C-41EE-5965-8C8A78CE97C7}"/>
              </a:ext>
            </a:extLst>
          </p:cNvPr>
          <p:cNvSpPr>
            <a:spLocks noGrp="1"/>
          </p:cNvSpPr>
          <p:nvPr>
            <p:ph type="title"/>
          </p:nvPr>
        </p:nvSpPr>
        <p:spPr>
          <a:xfrm>
            <a:off x="838200" y="662330"/>
            <a:ext cx="10515600" cy="1325563"/>
          </a:xfrm>
        </p:spPr>
        <p:txBody>
          <a:bodyPr/>
          <a:lstStyle/>
          <a:p>
            <a:pPr algn="ctr"/>
            <a:r>
              <a:rPr lang="en-US" dirty="0"/>
              <a:t>Theories make distinct predictions about the structure of change</a:t>
            </a:r>
            <a:endParaRPr lang="en-CH" dirty="0"/>
          </a:p>
        </p:txBody>
      </p:sp>
      <p:sp>
        <p:nvSpPr>
          <p:cNvPr id="3" name="Flowchart: Process 2">
            <a:extLst>
              <a:ext uri="{FF2B5EF4-FFF2-40B4-BE49-F238E27FC236}">
                <a16:creationId xmlns:a16="http://schemas.microsoft.com/office/drawing/2014/main" id="{9A1935A5-C033-367E-C587-04847DCB554F}"/>
              </a:ext>
            </a:extLst>
          </p:cNvPr>
          <p:cNvSpPr/>
          <p:nvPr/>
        </p:nvSpPr>
        <p:spPr>
          <a:xfrm>
            <a:off x="7245946" y="4119083"/>
            <a:ext cx="834887" cy="530087"/>
          </a:xfrm>
          <a:prstGeom prst="flowChartProcess">
            <a:avLst/>
          </a:prstGeom>
          <a:solidFill>
            <a:schemeClr val="bg2">
              <a:lumMod val="7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 name="Flowchart: Process 4">
            <a:extLst>
              <a:ext uri="{FF2B5EF4-FFF2-40B4-BE49-F238E27FC236}">
                <a16:creationId xmlns:a16="http://schemas.microsoft.com/office/drawing/2014/main" id="{E4490B46-C574-01F5-D505-19CEACB76F19}"/>
              </a:ext>
            </a:extLst>
          </p:cNvPr>
          <p:cNvSpPr/>
          <p:nvPr/>
        </p:nvSpPr>
        <p:spPr>
          <a:xfrm>
            <a:off x="8388945" y="2934670"/>
            <a:ext cx="834887" cy="530087"/>
          </a:xfrm>
          <a:prstGeom prst="flowChartProcess">
            <a:avLst/>
          </a:prstGeom>
          <a:solidFill>
            <a:schemeClr val="bg2">
              <a:lumMod val="7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 name="Flowchart: Process 6">
            <a:extLst>
              <a:ext uri="{FF2B5EF4-FFF2-40B4-BE49-F238E27FC236}">
                <a16:creationId xmlns:a16="http://schemas.microsoft.com/office/drawing/2014/main" id="{D7041671-0701-ADEA-DF3C-0ABF3B960A45}"/>
              </a:ext>
            </a:extLst>
          </p:cNvPr>
          <p:cNvSpPr/>
          <p:nvPr/>
        </p:nvSpPr>
        <p:spPr>
          <a:xfrm>
            <a:off x="9531946" y="4119082"/>
            <a:ext cx="834887" cy="530087"/>
          </a:xfrm>
          <a:prstGeom prst="flowChartProcess">
            <a:avLst/>
          </a:prstGeom>
          <a:solidFill>
            <a:schemeClr val="bg2">
              <a:lumMod val="7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 name="Flowchart: Process 7">
            <a:extLst>
              <a:ext uri="{FF2B5EF4-FFF2-40B4-BE49-F238E27FC236}">
                <a16:creationId xmlns:a16="http://schemas.microsoft.com/office/drawing/2014/main" id="{0B984A2A-E84B-6EBE-EE88-F194592486DE}"/>
              </a:ext>
            </a:extLst>
          </p:cNvPr>
          <p:cNvSpPr/>
          <p:nvPr/>
        </p:nvSpPr>
        <p:spPr>
          <a:xfrm>
            <a:off x="8388945" y="5197583"/>
            <a:ext cx="834887" cy="530087"/>
          </a:xfrm>
          <a:prstGeom prst="flowChartProcess">
            <a:avLst/>
          </a:prstGeom>
          <a:solidFill>
            <a:schemeClr val="bg2">
              <a:lumMod val="7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cxnSp>
        <p:nvCxnSpPr>
          <p:cNvPr id="9" name="Straight Arrow Connector 8">
            <a:extLst>
              <a:ext uri="{FF2B5EF4-FFF2-40B4-BE49-F238E27FC236}">
                <a16:creationId xmlns:a16="http://schemas.microsoft.com/office/drawing/2014/main" id="{976B5206-C5B1-819A-063B-C05AF5C5CB8A}"/>
              </a:ext>
            </a:extLst>
          </p:cNvPr>
          <p:cNvCxnSpPr>
            <a:stCxn id="3" idx="0"/>
            <a:endCxn id="5" idx="2"/>
          </p:cNvCxnSpPr>
          <p:nvPr/>
        </p:nvCxnSpPr>
        <p:spPr>
          <a:xfrm flipV="1">
            <a:off x="7663390" y="3464757"/>
            <a:ext cx="1142999" cy="654326"/>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B609A7D1-4F87-A4B2-0FA4-F857B97836CA}"/>
              </a:ext>
            </a:extLst>
          </p:cNvPr>
          <p:cNvCxnSpPr>
            <a:cxnSpLocks/>
            <a:stCxn id="8" idx="0"/>
            <a:endCxn id="5" idx="2"/>
          </p:cNvCxnSpPr>
          <p:nvPr/>
        </p:nvCxnSpPr>
        <p:spPr>
          <a:xfrm flipV="1">
            <a:off x="8806389" y="3464757"/>
            <a:ext cx="0" cy="1732826"/>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B0CA3C2-2334-29ED-DEAF-7A531DB8DF27}"/>
              </a:ext>
            </a:extLst>
          </p:cNvPr>
          <p:cNvCxnSpPr>
            <a:cxnSpLocks/>
            <a:stCxn id="7" idx="0"/>
            <a:endCxn id="5" idx="2"/>
          </p:cNvCxnSpPr>
          <p:nvPr/>
        </p:nvCxnSpPr>
        <p:spPr>
          <a:xfrm flipH="1" flipV="1">
            <a:off x="8806389" y="3464757"/>
            <a:ext cx="1143001" cy="654325"/>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8A4DE2EA-CC14-236A-DE38-01E327E3B524}"/>
              </a:ext>
            </a:extLst>
          </p:cNvPr>
          <p:cNvCxnSpPr>
            <a:cxnSpLocks/>
            <a:stCxn id="7" idx="2"/>
            <a:endCxn id="8" idx="3"/>
          </p:cNvCxnSpPr>
          <p:nvPr/>
        </p:nvCxnSpPr>
        <p:spPr>
          <a:xfrm flipH="1">
            <a:off x="9223832" y="4649169"/>
            <a:ext cx="725558" cy="813458"/>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678F4289-BEE0-7017-177E-386B042DD25D}"/>
              </a:ext>
            </a:extLst>
          </p:cNvPr>
          <p:cNvCxnSpPr>
            <a:cxnSpLocks/>
            <a:stCxn id="3" idx="2"/>
            <a:endCxn id="8" idx="1"/>
          </p:cNvCxnSpPr>
          <p:nvPr/>
        </p:nvCxnSpPr>
        <p:spPr>
          <a:xfrm>
            <a:off x="7663390" y="4649170"/>
            <a:ext cx="725555" cy="813457"/>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B74F850-16FA-68AC-FD81-9234D23CADD9}"/>
              </a:ext>
            </a:extLst>
          </p:cNvPr>
          <p:cNvCxnSpPr>
            <a:cxnSpLocks/>
            <a:stCxn id="3" idx="3"/>
            <a:endCxn id="7" idx="1"/>
          </p:cNvCxnSpPr>
          <p:nvPr/>
        </p:nvCxnSpPr>
        <p:spPr>
          <a:xfrm flipV="1">
            <a:off x="8080833" y="4384126"/>
            <a:ext cx="1451113" cy="1"/>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5" name="Flowchart: Process 14">
            <a:extLst>
              <a:ext uri="{FF2B5EF4-FFF2-40B4-BE49-F238E27FC236}">
                <a16:creationId xmlns:a16="http://schemas.microsoft.com/office/drawing/2014/main" id="{90A996CB-D8FA-C989-EB47-712255AABF2B}"/>
              </a:ext>
            </a:extLst>
          </p:cNvPr>
          <p:cNvSpPr/>
          <p:nvPr/>
        </p:nvSpPr>
        <p:spPr>
          <a:xfrm>
            <a:off x="1566691" y="4911163"/>
            <a:ext cx="834887" cy="530087"/>
          </a:xfrm>
          <a:prstGeom prst="flowChartProcess">
            <a:avLst/>
          </a:prstGeom>
          <a:solidFill>
            <a:schemeClr val="bg2">
              <a:lumMod val="7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 name="Flowchart: Process 15">
            <a:extLst>
              <a:ext uri="{FF2B5EF4-FFF2-40B4-BE49-F238E27FC236}">
                <a16:creationId xmlns:a16="http://schemas.microsoft.com/office/drawing/2014/main" id="{3EC2D8F3-F668-BA44-3D99-AF11E2BA8C34}"/>
              </a:ext>
            </a:extLst>
          </p:cNvPr>
          <p:cNvSpPr/>
          <p:nvPr/>
        </p:nvSpPr>
        <p:spPr>
          <a:xfrm>
            <a:off x="2633491" y="4911162"/>
            <a:ext cx="834887" cy="530087"/>
          </a:xfrm>
          <a:prstGeom prst="flowChartProcess">
            <a:avLst/>
          </a:prstGeom>
          <a:solidFill>
            <a:schemeClr val="bg2">
              <a:lumMod val="7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 name="Flowchart: Process 16">
            <a:extLst>
              <a:ext uri="{FF2B5EF4-FFF2-40B4-BE49-F238E27FC236}">
                <a16:creationId xmlns:a16="http://schemas.microsoft.com/office/drawing/2014/main" id="{56F84303-231C-9305-1A2A-F080AF7EB14D}"/>
              </a:ext>
            </a:extLst>
          </p:cNvPr>
          <p:cNvSpPr/>
          <p:nvPr/>
        </p:nvSpPr>
        <p:spPr>
          <a:xfrm>
            <a:off x="3700291" y="4911162"/>
            <a:ext cx="834887" cy="530087"/>
          </a:xfrm>
          <a:prstGeom prst="flowChartProcess">
            <a:avLst/>
          </a:prstGeom>
          <a:solidFill>
            <a:schemeClr val="bg2">
              <a:lumMod val="7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 name="Flowchart: Process 17">
            <a:extLst>
              <a:ext uri="{FF2B5EF4-FFF2-40B4-BE49-F238E27FC236}">
                <a16:creationId xmlns:a16="http://schemas.microsoft.com/office/drawing/2014/main" id="{9A6765B6-A6B3-A376-F10B-0395D3A75F41}"/>
              </a:ext>
            </a:extLst>
          </p:cNvPr>
          <p:cNvSpPr/>
          <p:nvPr/>
        </p:nvSpPr>
        <p:spPr>
          <a:xfrm>
            <a:off x="4767091" y="4911162"/>
            <a:ext cx="834887" cy="530087"/>
          </a:xfrm>
          <a:prstGeom prst="flowChartProcess">
            <a:avLst/>
          </a:prstGeom>
          <a:solidFill>
            <a:schemeClr val="bg2">
              <a:lumMod val="7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9" name="Flowchart: Connector 18">
            <a:extLst>
              <a:ext uri="{FF2B5EF4-FFF2-40B4-BE49-F238E27FC236}">
                <a16:creationId xmlns:a16="http://schemas.microsoft.com/office/drawing/2014/main" id="{6FAA11C6-E5F4-AE8D-9972-C908E382C731}"/>
              </a:ext>
            </a:extLst>
          </p:cNvPr>
          <p:cNvSpPr/>
          <p:nvPr/>
        </p:nvSpPr>
        <p:spPr>
          <a:xfrm>
            <a:off x="3097317" y="2896832"/>
            <a:ext cx="993913" cy="884583"/>
          </a:xfrm>
          <a:prstGeom prst="flowChartConnector">
            <a:avLst/>
          </a:prstGeom>
          <a:solidFill>
            <a:schemeClr val="tx2">
              <a:lumMod val="50000"/>
              <a:lumOff val="50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cxnSp>
        <p:nvCxnSpPr>
          <p:cNvPr id="20" name="Straight Arrow Connector 19">
            <a:extLst>
              <a:ext uri="{FF2B5EF4-FFF2-40B4-BE49-F238E27FC236}">
                <a16:creationId xmlns:a16="http://schemas.microsoft.com/office/drawing/2014/main" id="{F7673FF4-6E27-FAAD-DD13-0F7B9B2DB705}"/>
              </a:ext>
            </a:extLst>
          </p:cNvPr>
          <p:cNvCxnSpPr>
            <a:stCxn id="19" idx="4"/>
            <a:endCxn id="15" idx="0"/>
          </p:cNvCxnSpPr>
          <p:nvPr/>
        </p:nvCxnSpPr>
        <p:spPr>
          <a:xfrm flipH="1">
            <a:off x="1984135" y="3781415"/>
            <a:ext cx="1610139" cy="1129748"/>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1F82D8A0-3925-6097-912B-24B3B598612E}"/>
              </a:ext>
            </a:extLst>
          </p:cNvPr>
          <p:cNvCxnSpPr>
            <a:cxnSpLocks/>
            <a:stCxn id="19" idx="4"/>
            <a:endCxn id="16" idx="0"/>
          </p:cNvCxnSpPr>
          <p:nvPr/>
        </p:nvCxnSpPr>
        <p:spPr>
          <a:xfrm flipH="1">
            <a:off x="3050935" y="3781415"/>
            <a:ext cx="543339" cy="1129747"/>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0410A951-DF72-7A41-BC54-8C018E21A960}"/>
              </a:ext>
            </a:extLst>
          </p:cNvPr>
          <p:cNvCxnSpPr>
            <a:cxnSpLocks/>
            <a:stCxn id="19" idx="4"/>
            <a:endCxn id="17" idx="0"/>
          </p:cNvCxnSpPr>
          <p:nvPr/>
        </p:nvCxnSpPr>
        <p:spPr>
          <a:xfrm>
            <a:off x="3594274" y="3781415"/>
            <a:ext cx="523461" cy="1129747"/>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BE43B65E-4271-787B-F792-72F3C0E7CE65}"/>
              </a:ext>
            </a:extLst>
          </p:cNvPr>
          <p:cNvCxnSpPr>
            <a:cxnSpLocks/>
            <a:stCxn id="19" idx="4"/>
            <a:endCxn id="18" idx="0"/>
          </p:cNvCxnSpPr>
          <p:nvPr/>
        </p:nvCxnSpPr>
        <p:spPr>
          <a:xfrm>
            <a:off x="3594274" y="3781415"/>
            <a:ext cx="1590261" cy="1129747"/>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826703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AD617-214B-8EFA-7AFB-EBEB4397F273}"/>
              </a:ext>
            </a:extLst>
          </p:cNvPr>
          <p:cNvSpPr>
            <a:spLocks noGrp="1"/>
          </p:cNvSpPr>
          <p:nvPr>
            <p:ph type="title"/>
          </p:nvPr>
        </p:nvSpPr>
        <p:spPr>
          <a:xfrm>
            <a:off x="838198" y="352260"/>
            <a:ext cx="10515600" cy="1325563"/>
          </a:xfrm>
        </p:spPr>
        <p:txBody>
          <a:bodyPr/>
          <a:lstStyle/>
          <a:p>
            <a:pPr algn="ctr"/>
            <a:r>
              <a:rPr lang="en-US" dirty="0"/>
              <a:t>Questions, questions, more questions</a:t>
            </a:r>
            <a:endParaRPr lang="en-CH" dirty="0"/>
          </a:p>
        </p:txBody>
      </p:sp>
      <p:pic>
        <p:nvPicPr>
          <p:cNvPr id="6" name="Picture 5" descr="This is Fine&quot; Meme Analysis | Medium">
            <a:extLst>
              <a:ext uri="{FF2B5EF4-FFF2-40B4-BE49-F238E27FC236}">
                <a16:creationId xmlns:a16="http://schemas.microsoft.com/office/drawing/2014/main" id="{B2C6FFEA-35ED-BAB0-5216-5F708B23398B}"/>
              </a:ext>
            </a:extLst>
          </p:cNvPr>
          <p:cNvPicPr>
            <a:picLocks noChangeAspect="1"/>
          </p:cNvPicPr>
          <p:nvPr/>
        </p:nvPicPr>
        <p:blipFill>
          <a:blip r:embed="rId3"/>
          <a:stretch>
            <a:fillRect/>
          </a:stretch>
        </p:blipFill>
        <p:spPr>
          <a:xfrm>
            <a:off x="2989778" y="1768134"/>
            <a:ext cx="6212439" cy="4379769"/>
          </a:xfrm>
          <a:prstGeom prst="rect">
            <a:avLst/>
          </a:prstGeom>
        </p:spPr>
      </p:pic>
    </p:spTree>
    <p:extLst>
      <p:ext uri="{BB962C8B-B14F-4D97-AF65-F5344CB8AC3E}">
        <p14:creationId xmlns:p14="http://schemas.microsoft.com/office/powerpoint/2010/main" val="1215289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5EA6AA-F55F-09E9-0600-47AD00230D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1997" y="731514"/>
            <a:ext cx="9048006" cy="5394971"/>
          </a:xfrm>
          <a:prstGeom prst="rect">
            <a:avLst/>
          </a:prstGeom>
        </p:spPr>
      </p:pic>
    </p:spTree>
    <p:extLst>
      <p:ext uri="{BB962C8B-B14F-4D97-AF65-F5344CB8AC3E}">
        <p14:creationId xmlns:p14="http://schemas.microsoft.com/office/powerpoint/2010/main" val="2777290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719522-0CBA-FE03-91C8-68F69F60B445}"/>
              </a:ext>
            </a:extLst>
          </p:cNvPr>
          <p:cNvPicPr>
            <a:picLocks noChangeAspect="1"/>
          </p:cNvPicPr>
          <p:nvPr/>
        </p:nvPicPr>
        <p:blipFill>
          <a:blip r:embed="rId3"/>
          <a:stretch>
            <a:fillRect/>
          </a:stretch>
        </p:blipFill>
        <p:spPr>
          <a:xfrm>
            <a:off x="6632973" y="2908010"/>
            <a:ext cx="5134682" cy="2993781"/>
          </a:xfrm>
          <a:prstGeom prst="rect">
            <a:avLst/>
          </a:prstGeom>
        </p:spPr>
      </p:pic>
      <p:pic>
        <p:nvPicPr>
          <p:cNvPr id="6" name="Picture 5">
            <a:extLst>
              <a:ext uri="{FF2B5EF4-FFF2-40B4-BE49-F238E27FC236}">
                <a16:creationId xmlns:a16="http://schemas.microsoft.com/office/drawing/2014/main" id="{60592D53-2EAE-FA73-87DD-B1D8B10E1853}"/>
              </a:ext>
            </a:extLst>
          </p:cNvPr>
          <p:cNvPicPr>
            <a:picLocks noChangeAspect="1"/>
          </p:cNvPicPr>
          <p:nvPr/>
        </p:nvPicPr>
        <p:blipFill>
          <a:blip r:embed="rId4"/>
          <a:stretch>
            <a:fillRect/>
          </a:stretch>
        </p:blipFill>
        <p:spPr>
          <a:xfrm>
            <a:off x="445092" y="3016425"/>
            <a:ext cx="6187881" cy="2776949"/>
          </a:xfrm>
          <a:prstGeom prst="rect">
            <a:avLst/>
          </a:prstGeom>
        </p:spPr>
      </p:pic>
      <p:sp>
        <p:nvSpPr>
          <p:cNvPr id="2" name="Title 1">
            <a:extLst>
              <a:ext uri="{FF2B5EF4-FFF2-40B4-BE49-F238E27FC236}">
                <a16:creationId xmlns:a16="http://schemas.microsoft.com/office/drawing/2014/main" id="{D1515579-375D-4C83-C8CD-EC8E3F4DBB81}"/>
              </a:ext>
            </a:extLst>
          </p:cNvPr>
          <p:cNvSpPr>
            <a:spLocks noGrp="1"/>
          </p:cNvSpPr>
          <p:nvPr>
            <p:ph type="title"/>
          </p:nvPr>
        </p:nvSpPr>
        <p:spPr>
          <a:xfrm>
            <a:off x="1819275" y="711150"/>
            <a:ext cx="8553450" cy="2088443"/>
          </a:xfrm>
        </p:spPr>
        <p:txBody>
          <a:bodyPr>
            <a:normAutofit/>
          </a:bodyPr>
          <a:lstStyle/>
          <a:p>
            <a:pPr algn="ctr"/>
            <a:r>
              <a:rPr lang="en-US" sz="5400" dirty="0"/>
              <a:t>Ended up with stupid models, and that’s okay…</a:t>
            </a:r>
            <a:endParaRPr lang="en-CH" sz="5400" dirty="0"/>
          </a:p>
        </p:txBody>
      </p:sp>
    </p:spTree>
    <p:extLst>
      <p:ext uri="{BB962C8B-B14F-4D97-AF65-F5344CB8AC3E}">
        <p14:creationId xmlns:p14="http://schemas.microsoft.com/office/powerpoint/2010/main" val="1269929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EE116-0594-D8C3-A3ED-068A017D0B15}"/>
              </a:ext>
            </a:extLst>
          </p:cNvPr>
          <p:cNvSpPr>
            <a:spLocks noGrp="1"/>
          </p:cNvSpPr>
          <p:nvPr>
            <p:ph type="title"/>
          </p:nvPr>
        </p:nvSpPr>
        <p:spPr>
          <a:xfrm>
            <a:off x="652669" y="420583"/>
            <a:ext cx="10515600" cy="1325563"/>
          </a:xfrm>
        </p:spPr>
        <p:txBody>
          <a:bodyPr/>
          <a:lstStyle/>
          <a:p>
            <a:r>
              <a:rPr lang="en-US" dirty="0"/>
              <a:t>Because…</a:t>
            </a:r>
            <a:endParaRPr lang="en-CH" dirty="0"/>
          </a:p>
        </p:txBody>
      </p:sp>
      <p:pic>
        <p:nvPicPr>
          <p:cNvPr id="4" name="Picture 3">
            <a:extLst>
              <a:ext uri="{FF2B5EF4-FFF2-40B4-BE49-F238E27FC236}">
                <a16:creationId xmlns:a16="http://schemas.microsoft.com/office/drawing/2014/main" id="{72C725C2-E9E5-6548-9007-E94F6C87B47B}"/>
              </a:ext>
            </a:extLst>
          </p:cNvPr>
          <p:cNvPicPr>
            <a:picLocks noChangeAspect="1"/>
          </p:cNvPicPr>
          <p:nvPr/>
        </p:nvPicPr>
        <p:blipFill>
          <a:blip r:embed="rId3"/>
          <a:stretch>
            <a:fillRect/>
          </a:stretch>
        </p:blipFill>
        <p:spPr>
          <a:xfrm>
            <a:off x="2678134" y="2304952"/>
            <a:ext cx="6835732" cy="2248095"/>
          </a:xfrm>
          <a:prstGeom prst="rect">
            <a:avLst/>
          </a:prstGeom>
        </p:spPr>
      </p:pic>
    </p:spTree>
    <p:extLst>
      <p:ext uri="{BB962C8B-B14F-4D97-AF65-F5344CB8AC3E}">
        <p14:creationId xmlns:p14="http://schemas.microsoft.com/office/powerpoint/2010/main" val="3077007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F0C40-68BE-DFC6-0E8C-55D52FB54FF3}"/>
              </a:ext>
            </a:extLst>
          </p:cNvPr>
          <p:cNvSpPr>
            <a:spLocks noGrp="1"/>
          </p:cNvSpPr>
          <p:nvPr>
            <p:ph type="title"/>
          </p:nvPr>
        </p:nvSpPr>
        <p:spPr>
          <a:xfrm>
            <a:off x="838199" y="2471119"/>
            <a:ext cx="10515600" cy="1325563"/>
          </a:xfrm>
        </p:spPr>
        <p:txBody>
          <a:bodyPr/>
          <a:lstStyle/>
          <a:p>
            <a:pPr algn="ctr"/>
            <a:r>
              <a:rPr lang="en-US" dirty="0"/>
              <a:t>Models help us think about the world</a:t>
            </a:r>
            <a:endParaRPr lang="en-CH" dirty="0"/>
          </a:p>
        </p:txBody>
      </p:sp>
      <p:sp>
        <p:nvSpPr>
          <p:cNvPr id="3" name="Content Placeholder 2">
            <a:extLst>
              <a:ext uri="{FF2B5EF4-FFF2-40B4-BE49-F238E27FC236}">
                <a16:creationId xmlns:a16="http://schemas.microsoft.com/office/drawing/2014/main" id="{37B18A3B-2603-E7A6-8F50-CD1C3CE777ED}"/>
              </a:ext>
            </a:extLst>
          </p:cNvPr>
          <p:cNvSpPr>
            <a:spLocks noGrp="1"/>
          </p:cNvSpPr>
          <p:nvPr>
            <p:ph idx="1"/>
          </p:nvPr>
        </p:nvSpPr>
        <p:spPr>
          <a:xfrm>
            <a:off x="2343854" y="3706371"/>
            <a:ext cx="7504289" cy="590197"/>
          </a:xfrm>
        </p:spPr>
        <p:txBody>
          <a:bodyPr/>
          <a:lstStyle/>
          <a:p>
            <a:pPr marL="0" indent="0" algn="ctr">
              <a:buNone/>
            </a:pPr>
            <a:r>
              <a:rPr lang="en-US" dirty="0"/>
              <a:t>Precise, transparent, independently replicable</a:t>
            </a:r>
            <a:endParaRPr lang="en-CH" dirty="0"/>
          </a:p>
        </p:txBody>
      </p:sp>
    </p:spTree>
    <p:extLst>
      <p:ext uri="{BB962C8B-B14F-4D97-AF65-F5344CB8AC3E}">
        <p14:creationId xmlns:p14="http://schemas.microsoft.com/office/powerpoint/2010/main" val="1511383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93F23-3923-2498-B503-D610E296CCF2}"/>
              </a:ext>
            </a:extLst>
          </p:cNvPr>
          <p:cNvSpPr>
            <a:spLocks noGrp="1"/>
          </p:cNvSpPr>
          <p:nvPr>
            <p:ph type="title"/>
          </p:nvPr>
        </p:nvSpPr>
        <p:spPr/>
        <p:txBody>
          <a:bodyPr/>
          <a:lstStyle/>
          <a:p>
            <a:pPr algn="ctr"/>
            <a:r>
              <a:rPr lang="en-US" dirty="0"/>
              <a:t>Models are stupid by design</a:t>
            </a:r>
            <a:endParaRPr lang="en-CH" dirty="0"/>
          </a:p>
        </p:txBody>
      </p:sp>
      <p:sp>
        <p:nvSpPr>
          <p:cNvPr id="7" name="TextBox 6">
            <a:extLst>
              <a:ext uri="{FF2B5EF4-FFF2-40B4-BE49-F238E27FC236}">
                <a16:creationId xmlns:a16="http://schemas.microsoft.com/office/drawing/2014/main" id="{10EDBD1D-7235-CF94-E3CE-CDB3E3EBB6D2}"/>
              </a:ext>
            </a:extLst>
          </p:cNvPr>
          <p:cNvSpPr txBox="1"/>
          <p:nvPr/>
        </p:nvSpPr>
        <p:spPr>
          <a:xfrm>
            <a:off x="838200" y="1867346"/>
            <a:ext cx="10775400" cy="954107"/>
          </a:xfrm>
          <a:prstGeom prst="rect">
            <a:avLst/>
          </a:prstGeom>
          <a:noFill/>
        </p:spPr>
        <p:txBody>
          <a:bodyPr wrap="square">
            <a:spAutoFit/>
          </a:bodyPr>
          <a:lstStyle/>
          <a:p>
            <a:r>
              <a:rPr lang="en-US" sz="2800" dirty="0"/>
              <a:t>“</a:t>
            </a:r>
            <a:r>
              <a:rPr lang="en-CH" sz="2800" i="1" dirty="0"/>
              <a:t>A model that refuses to do violence to reality has become reality, and reality was the thing we couldn't understand in the first place.</a:t>
            </a:r>
            <a:r>
              <a:rPr lang="en-US" sz="2800" dirty="0"/>
              <a:t>”</a:t>
            </a:r>
            <a:endParaRPr lang="en-CH" sz="2800" dirty="0"/>
          </a:p>
        </p:txBody>
      </p:sp>
      <p:pic>
        <p:nvPicPr>
          <p:cNvPr id="9" name="Picture 8" descr="Treasure Map Clip Art at Clker.com - vector clip art online, royalty free &amp; public domain">
            <a:extLst>
              <a:ext uri="{FF2B5EF4-FFF2-40B4-BE49-F238E27FC236}">
                <a16:creationId xmlns:a16="http://schemas.microsoft.com/office/drawing/2014/main" id="{08EABC80-2919-EF38-E76D-80D50B6C1317}"/>
              </a:ext>
            </a:extLst>
          </p:cNvPr>
          <p:cNvPicPr>
            <a:picLocks noChangeAspect="1"/>
          </p:cNvPicPr>
          <p:nvPr/>
        </p:nvPicPr>
        <p:blipFill>
          <a:blip r:embed="rId3"/>
          <a:stretch>
            <a:fillRect/>
          </a:stretch>
        </p:blipFill>
        <p:spPr>
          <a:xfrm>
            <a:off x="8517348" y="3198600"/>
            <a:ext cx="3569368" cy="3093452"/>
          </a:xfrm>
          <a:prstGeom prst="rect">
            <a:avLst/>
          </a:prstGeom>
        </p:spPr>
      </p:pic>
      <p:pic>
        <p:nvPicPr>
          <p:cNvPr id="10" name="Picture 9" descr="Harry Beck's Tube map - Transport for London">
            <a:extLst>
              <a:ext uri="{FF2B5EF4-FFF2-40B4-BE49-F238E27FC236}">
                <a16:creationId xmlns:a16="http://schemas.microsoft.com/office/drawing/2014/main" id="{84E25D5C-3E57-B18B-F459-40D2C6B8C78F}"/>
              </a:ext>
            </a:extLst>
          </p:cNvPr>
          <p:cNvPicPr>
            <a:picLocks noChangeAspect="1"/>
          </p:cNvPicPr>
          <p:nvPr/>
        </p:nvPicPr>
        <p:blipFill>
          <a:blip r:embed="rId4"/>
          <a:stretch>
            <a:fillRect/>
          </a:stretch>
        </p:blipFill>
        <p:spPr>
          <a:xfrm>
            <a:off x="596558" y="3526876"/>
            <a:ext cx="4078706" cy="2549191"/>
          </a:xfrm>
          <a:prstGeom prst="rect">
            <a:avLst/>
          </a:prstGeom>
        </p:spPr>
      </p:pic>
      <p:pic>
        <p:nvPicPr>
          <p:cNvPr id="11" name="Picture 10" descr="The History Of The Tube Map | Londonist">
            <a:extLst>
              <a:ext uri="{FF2B5EF4-FFF2-40B4-BE49-F238E27FC236}">
                <a16:creationId xmlns:a16="http://schemas.microsoft.com/office/drawing/2014/main" id="{CBD6019F-6251-6AA9-0A64-7501AA7F67BA}"/>
              </a:ext>
            </a:extLst>
          </p:cNvPr>
          <p:cNvPicPr>
            <a:picLocks noChangeAspect="1"/>
          </p:cNvPicPr>
          <p:nvPr/>
        </p:nvPicPr>
        <p:blipFill>
          <a:blip r:embed="rId5"/>
          <a:stretch>
            <a:fillRect/>
          </a:stretch>
        </p:blipFill>
        <p:spPr>
          <a:xfrm>
            <a:off x="5088348" y="3526876"/>
            <a:ext cx="3015916" cy="2550603"/>
          </a:xfrm>
          <a:prstGeom prst="rect">
            <a:avLst/>
          </a:prstGeom>
        </p:spPr>
      </p:pic>
    </p:spTree>
    <p:extLst>
      <p:ext uri="{BB962C8B-B14F-4D97-AF65-F5344CB8AC3E}">
        <p14:creationId xmlns:p14="http://schemas.microsoft.com/office/powerpoint/2010/main" val="1258833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77B08-9DA9-2765-BE8D-46B6BD95F052}"/>
              </a:ext>
            </a:extLst>
          </p:cNvPr>
          <p:cNvSpPr>
            <a:spLocks noGrp="1"/>
          </p:cNvSpPr>
          <p:nvPr>
            <p:ph type="title"/>
          </p:nvPr>
        </p:nvSpPr>
        <p:spPr/>
        <p:txBody>
          <a:bodyPr/>
          <a:lstStyle/>
          <a:p>
            <a:r>
              <a:rPr lang="en-US" dirty="0"/>
              <a:t>Prey-predator model (Lotka-Volterra model)</a:t>
            </a:r>
            <a:endParaRPr lang="en-CH" dirty="0"/>
          </a:p>
        </p:txBody>
      </p:sp>
      <p:pic>
        <p:nvPicPr>
          <p:cNvPr id="9" name="Graphic 8" descr="Panda outline">
            <a:extLst>
              <a:ext uri="{FF2B5EF4-FFF2-40B4-BE49-F238E27FC236}">
                <a16:creationId xmlns:a16="http://schemas.microsoft.com/office/drawing/2014/main" id="{0839E19A-2F6F-1368-0651-89DD51BEA9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41578" y="4765876"/>
            <a:ext cx="914400" cy="914400"/>
          </a:xfrm>
          <a:prstGeom prst="rect">
            <a:avLst/>
          </a:prstGeom>
        </p:spPr>
      </p:pic>
      <p:pic>
        <p:nvPicPr>
          <p:cNvPr id="13" name="Picture 12">
            <a:extLst>
              <a:ext uri="{FF2B5EF4-FFF2-40B4-BE49-F238E27FC236}">
                <a16:creationId xmlns:a16="http://schemas.microsoft.com/office/drawing/2014/main" id="{5AB7DCAC-FF00-6E97-7090-3C47DA41D4B1}"/>
              </a:ext>
            </a:extLst>
          </p:cNvPr>
          <p:cNvPicPr>
            <a:picLocks noChangeAspect="1"/>
          </p:cNvPicPr>
          <p:nvPr/>
        </p:nvPicPr>
        <p:blipFill>
          <a:blip r:embed="rId4"/>
          <a:stretch>
            <a:fillRect/>
          </a:stretch>
        </p:blipFill>
        <p:spPr>
          <a:xfrm>
            <a:off x="913934" y="1565650"/>
            <a:ext cx="5944533" cy="4815492"/>
          </a:xfrm>
          <a:prstGeom prst="rect">
            <a:avLst/>
          </a:prstGeom>
        </p:spPr>
      </p:pic>
      <p:pic>
        <p:nvPicPr>
          <p:cNvPr id="17" name="Picture 16">
            <a:extLst>
              <a:ext uri="{FF2B5EF4-FFF2-40B4-BE49-F238E27FC236}">
                <a16:creationId xmlns:a16="http://schemas.microsoft.com/office/drawing/2014/main" id="{34C1C78B-EC07-2D48-9CC1-7F00BDFBCE12}"/>
              </a:ext>
            </a:extLst>
          </p:cNvPr>
          <p:cNvPicPr>
            <a:picLocks noChangeAspect="1"/>
          </p:cNvPicPr>
          <p:nvPr/>
        </p:nvPicPr>
        <p:blipFill>
          <a:blip r:embed="rId5"/>
          <a:stretch>
            <a:fillRect/>
          </a:stretch>
        </p:blipFill>
        <p:spPr>
          <a:xfrm>
            <a:off x="8190409" y="3585740"/>
            <a:ext cx="3563546" cy="2538970"/>
          </a:xfrm>
          <a:prstGeom prst="rect">
            <a:avLst/>
          </a:prstGeom>
        </p:spPr>
      </p:pic>
      <p:pic>
        <p:nvPicPr>
          <p:cNvPr id="10" name="Graphic 9" descr="Rabbit outline">
            <a:extLst>
              <a:ext uri="{FF2B5EF4-FFF2-40B4-BE49-F238E27FC236}">
                <a16:creationId xmlns:a16="http://schemas.microsoft.com/office/drawing/2014/main" id="{4E96470E-04C5-DEC8-83A6-C2A3153AB21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41578" y="3735000"/>
            <a:ext cx="914400" cy="914400"/>
          </a:xfrm>
          <a:prstGeom prst="rect">
            <a:avLst/>
          </a:prstGeom>
        </p:spPr>
      </p:pic>
    </p:spTree>
    <p:extLst>
      <p:ext uri="{BB962C8B-B14F-4D97-AF65-F5344CB8AC3E}">
        <p14:creationId xmlns:p14="http://schemas.microsoft.com/office/powerpoint/2010/main" val="2652014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4CC0E-3B74-B974-9BC8-AD68AAC6A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4FDF51-1071-D847-1B8A-A387A4994419}"/>
              </a:ext>
            </a:extLst>
          </p:cNvPr>
          <p:cNvSpPr>
            <a:spLocks noGrp="1"/>
          </p:cNvSpPr>
          <p:nvPr>
            <p:ph type="title"/>
          </p:nvPr>
        </p:nvSpPr>
        <p:spPr>
          <a:xfrm>
            <a:off x="838200" y="2766218"/>
            <a:ext cx="10515600" cy="1325563"/>
          </a:xfrm>
        </p:spPr>
        <p:txBody>
          <a:bodyPr/>
          <a:lstStyle/>
          <a:p>
            <a:pPr algn="ctr"/>
            <a:r>
              <a:rPr lang="en-US" dirty="0"/>
              <a:t>Models help us understand complex phenomena</a:t>
            </a:r>
            <a:endParaRPr lang="en-CH" dirty="0"/>
          </a:p>
        </p:txBody>
      </p:sp>
    </p:spTree>
    <p:extLst>
      <p:ext uri="{BB962C8B-B14F-4D97-AF65-F5344CB8AC3E}">
        <p14:creationId xmlns:p14="http://schemas.microsoft.com/office/powerpoint/2010/main" val="2139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BF1F-3132-89CB-DB17-1B35D04AEEF4}"/>
              </a:ext>
            </a:extLst>
          </p:cNvPr>
          <p:cNvSpPr>
            <a:spLocks noGrp="1"/>
          </p:cNvSpPr>
          <p:nvPr>
            <p:ph type="title"/>
          </p:nvPr>
        </p:nvSpPr>
        <p:spPr>
          <a:xfrm>
            <a:off x="838200" y="464517"/>
            <a:ext cx="10515600" cy="1325563"/>
          </a:xfrm>
        </p:spPr>
        <p:txBody>
          <a:bodyPr/>
          <a:lstStyle/>
          <a:p>
            <a:r>
              <a:rPr lang="en-US" dirty="0"/>
              <a:t>The Monty Hall Problem</a:t>
            </a:r>
            <a:endParaRPr lang="en-CH" dirty="0"/>
          </a:p>
        </p:txBody>
      </p:sp>
      <p:pic>
        <p:nvPicPr>
          <p:cNvPr id="5" name="Graphic 4" descr="Door Closed outline">
            <a:extLst>
              <a:ext uri="{FF2B5EF4-FFF2-40B4-BE49-F238E27FC236}">
                <a16:creationId xmlns:a16="http://schemas.microsoft.com/office/drawing/2014/main" id="{61DC75BF-ED5A-34AA-F2AD-B6BA3FE1816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84436" y="2855842"/>
            <a:ext cx="2130287" cy="2130287"/>
          </a:xfrm>
          <a:prstGeom prst="rect">
            <a:avLst/>
          </a:prstGeom>
        </p:spPr>
      </p:pic>
      <p:pic>
        <p:nvPicPr>
          <p:cNvPr id="6" name="Graphic 5" descr="Door Closed outline">
            <a:extLst>
              <a:ext uri="{FF2B5EF4-FFF2-40B4-BE49-F238E27FC236}">
                <a16:creationId xmlns:a16="http://schemas.microsoft.com/office/drawing/2014/main" id="{7764273E-FB01-3F7F-B2B7-A06E7D777D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92018" y="2802834"/>
            <a:ext cx="2130287" cy="2130287"/>
          </a:xfrm>
          <a:prstGeom prst="rect">
            <a:avLst/>
          </a:prstGeom>
        </p:spPr>
      </p:pic>
      <p:pic>
        <p:nvPicPr>
          <p:cNvPr id="7" name="Graphic 6" descr="Door Closed outline">
            <a:extLst>
              <a:ext uri="{FF2B5EF4-FFF2-40B4-BE49-F238E27FC236}">
                <a16:creationId xmlns:a16="http://schemas.microsoft.com/office/drawing/2014/main" id="{F2BD7597-A7F1-95F2-B134-A252B6F8656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88227" y="2855842"/>
            <a:ext cx="2130287" cy="2130287"/>
          </a:xfrm>
          <a:prstGeom prst="rect">
            <a:avLst/>
          </a:prstGeom>
        </p:spPr>
      </p:pic>
      <p:pic>
        <p:nvPicPr>
          <p:cNvPr id="9" name="Graphic 8" descr="Goat with solid fill">
            <a:extLst>
              <a:ext uri="{FF2B5EF4-FFF2-40B4-BE49-F238E27FC236}">
                <a16:creationId xmlns:a16="http://schemas.microsoft.com/office/drawing/2014/main" id="{473B5953-41D4-39CA-858E-9195EDF314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52015" y="4018721"/>
            <a:ext cx="914400" cy="914400"/>
          </a:xfrm>
          <a:prstGeom prst="rect">
            <a:avLst/>
          </a:prstGeom>
        </p:spPr>
      </p:pic>
      <p:pic>
        <p:nvPicPr>
          <p:cNvPr id="3" name="Graphic 2" descr="Goat with solid fill">
            <a:extLst>
              <a:ext uri="{FF2B5EF4-FFF2-40B4-BE49-F238E27FC236}">
                <a16:creationId xmlns:a16="http://schemas.microsoft.com/office/drawing/2014/main" id="{2CB52E7C-1E75-0BD9-8232-8B4A648CEB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76280" y="4018721"/>
            <a:ext cx="914400" cy="914400"/>
          </a:xfrm>
          <a:prstGeom prst="rect">
            <a:avLst/>
          </a:prstGeom>
        </p:spPr>
      </p:pic>
      <p:pic>
        <p:nvPicPr>
          <p:cNvPr id="11" name="Graphic 10" descr="Race Car with solid fill">
            <a:extLst>
              <a:ext uri="{FF2B5EF4-FFF2-40B4-BE49-F238E27FC236}">
                <a16:creationId xmlns:a16="http://schemas.microsoft.com/office/drawing/2014/main" id="{1A265B40-87B0-DC47-A62C-DD5CE52A89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69043" y="3797695"/>
            <a:ext cx="1438522" cy="1438522"/>
          </a:xfrm>
          <a:prstGeom prst="rect">
            <a:avLst/>
          </a:prstGeom>
        </p:spPr>
      </p:pic>
    </p:spTree>
    <p:extLst>
      <p:ext uri="{BB962C8B-B14F-4D97-AF65-F5344CB8AC3E}">
        <p14:creationId xmlns:p14="http://schemas.microsoft.com/office/powerpoint/2010/main" val="1821667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47A75-704A-A178-CAC2-19BB3B428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D1CBDC-7D15-66C5-36FD-2BA9190C4A91}"/>
              </a:ext>
            </a:extLst>
          </p:cNvPr>
          <p:cNvSpPr>
            <a:spLocks noGrp="1"/>
          </p:cNvSpPr>
          <p:nvPr>
            <p:ph type="title"/>
          </p:nvPr>
        </p:nvSpPr>
        <p:spPr>
          <a:xfrm>
            <a:off x="838200" y="464517"/>
            <a:ext cx="10515600" cy="1325563"/>
          </a:xfrm>
        </p:spPr>
        <p:txBody>
          <a:bodyPr/>
          <a:lstStyle/>
          <a:p>
            <a:r>
              <a:rPr lang="en-US" dirty="0"/>
              <a:t>You pick door 1</a:t>
            </a:r>
            <a:endParaRPr lang="en-CH" dirty="0"/>
          </a:p>
        </p:txBody>
      </p:sp>
      <p:pic>
        <p:nvPicPr>
          <p:cNvPr id="5" name="Graphic 4" descr="Door Closed outline">
            <a:extLst>
              <a:ext uri="{FF2B5EF4-FFF2-40B4-BE49-F238E27FC236}">
                <a16:creationId xmlns:a16="http://schemas.microsoft.com/office/drawing/2014/main" id="{4C88EBCD-0D9E-05F0-2B96-9F1904FFD39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84436" y="2855842"/>
            <a:ext cx="2130287" cy="2130287"/>
          </a:xfrm>
          <a:prstGeom prst="rect">
            <a:avLst/>
          </a:prstGeom>
        </p:spPr>
      </p:pic>
      <p:pic>
        <p:nvPicPr>
          <p:cNvPr id="6" name="Graphic 5" descr="Door Closed outline">
            <a:extLst>
              <a:ext uri="{FF2B5EF4-FFF2-40B4-BE49-F238E27FC236}">
                <a16:creationId xmlns:a16="http://schemas.microsoft.com/office/drawing/2014/main" id="{ADC5879C-3C6F-92B7-3109-BE7F4E99FDF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92018" y="2802834"/>
            <a:ext cx="2130287" cy="2130287"/>
          </a:xfrm>
          <a:prstGeom prst="rect">
            <a:avLst/>
          </a:prstGeom>
        </p:spPr>
      </p:pic>
      <p:pic>
        <p:nvPicPr>
          <p:cNvPr id="7" name="Graphic 6" descr="Door Closed outline">
            <a:extLst>
              <a:ext uri="{FF2B5EF4-FFF2-40B4-BE49-F238E27FC236}">
                <a16:creationId xmlns:a16="http://schemas.microsoft.com/office/drawing/2014/main" id="{462B3CCD-0850-B01D-EA23-4A08680DC9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88227" y="2855842"/>
            <a:ext cx="2130287" cy="2130287"/>
          </a:xfrm>
          <a:prstGeom prst="rect">
            <a:avLst/>
          </a:prstGeom>
        </p:spPr>
      </p:pic>
      <p:sp>
        <p:nvSpPr>
          <p:cNvPr id="4" name="Oval 3">
            <a:extLst>
              <a:ext uri="{FF2B5EF4-FFF2-40B4-BE49-F238E27FC236}">
                <a16:creationId xmlns:a16="http://schemas.microsoft.com/office/drawing/2014/main" id="{41FB281A-7E72-3B58-B362-23F4878C82ED}"/>
              </a:ext>
            </a:extLst>
          </p:cNvPr>
          <p:cNvSpPr/>
          <p:nvPr/>
        </p:nvSpPr>
        <p:spPr>
          <a:xfrm>
            <a:off x="2542761" y="2460417"/>
            <a:ext cx="1828800" cy="2815119"/>
          </a:xfrm>
          <a:prstGeom prst="ellipse">
            <a:avLst/>
          </a:prstGeom>
          <a:noFill/>
          <a:ln w="76200">
            <a:solidFill>
              <a:srgbClr val="4E95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1340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8AF3E-9B18-DB7D-59D2-C732849D9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8EF2C0-D6AE-51FC-23D5-E2B2C4E3B6A1}"/>
              </a:ext>
            </a:extLst>
          </p:cNvPr>
          <p:cNvSpPr>
            <a:spLocks noGrp="1"/>
          </p:cNvSpPr>
          <p:nvPr>
            <p:ph type="title"/>
          </p:nvPr>
        </p:nvSpPr>
        <p:spPr>
          <a:xfrm>
            <a:off x="838200" y="464517"/>
            <a:ext cx="10515600" cy="1325563"/>
          </a:xfrm>
        </p:spPr>
        <p:txBody>
          <a:bodyPr/>
          <a:lstStyle/>
          <a:p>
            <a:r>
              <a:rPr lang="en-US" dirty="0"/>
              <a:t>Host reveals a goat</a:t>
            </a:r>
            <a:endParaRPr lang="en-CH" dirty="0"/>
          </a:p>
        </p:txBody>
      </p:sp>
      <p:pic>
        <p:nvPicPr>
          <p:cNvPr id="5" name="Graphic 4" descr="Door Closed outline">
            <a:extLst>
              <a:ext uri="{FF2B5EF4-FFF2-40B4-BE49-F238E27FC236}">
                <a16:creationId xmlns:a16="http://schemas.microsoft.com/office/drawing/2014/main" id="{62247C81-8BB2-3076-9F49-F558186B242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84436" y="2855842"/>
            <a:ext cx="2130287" cy="2130287"/>
          </a:xfrm>
          <a:prstGeom prst="rect">
            <a:avLst/>
          </a:prstGeom>
        </p:spPr>
      </p:pic>
      <p:pic>
        <p:nvPicPr>
          <p:cNvPr id="6" name="Graphic 5" descr="Door Closed outline">
            <a:extLst>
              <a:ext uri="{FF2B5EF4-FFF2-40B4-BE49-F238E27FC236}">
                <a16:creationId xmlns:a16="http://schemas.microsoft.com/office/drawing/2014/main" id="{839F8269-F834-9454-D211-0835263E4D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92018" y="2802834"/>
            <a:ext cx="2130287" cy="2130287"/>
          </a:xfrm>
          <a:prstGeom prst="rect">
            <a:avLst/>
          </a:prstGeom>
        </p:spPr>
      </p:pic>
      <p:pic>
        <p:nvPicPr>
          <p:cNvPr id="7" name="Graphic 6" descr="Door Closed outline">
            <a:extLst>
              <a:ext uri="{FF2B5EF4-FFF2-40B4-BE49-F238E27FC236}">
                <a16:creationId xmlns:a16="http://schemas.microsoft.com/office/drawing/2014/main" id="{DA789C7D-4C38-F84F-FBEA-5326B6B9DF9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88227" y="2855842"/>
            <a:ext cx="2130287" cy="2130287"/>
          </a:xfrm>
          <a:prstGeom prst="rect">
            <a:avLst/>
          </a:prstGeom>
        </p:spPr>
      </p:pic>
      <p:pic>
        <p:nvPicPr>
          <p:cNvPr id="9" name="Graphic 8" descr="Goat with solid fill">
            <a:extLst>
              <a:ext uri="{FF2B5EF4-FFF2-40B4-BE49-F238E27FC236}">
                <a16:creationId xmlns:a16="http://schemas.microsoft.com/office/drawing/2014/main" id="{B6D6D31B-C49B-1537-089F-BA13CAA924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52015" y="4018721"/>
            <a:ext cx="914400" cy="914400"/>
          </a:xfrm>
          <a:prstGeom prst="rect">
            <a:avLst/>
          </a:prstGeom>
        </p:spPr>
      </p:pic>
      <p:sp>
        <p:nvSpPr>
          <p:cNvPr id="4" name="Oval 3">
            <a:extLst>
              <a:ext uri="{FF2B5EF4-FFF2-40B4-BE49-F238E27FC236}">
                <a16:creationId xmlns:a16="http://schemas.microsoft.com/office/drawing/2014/main" id="{8E5173F0-4D50-AFB9-140C-B7FF74427419}"/>
              </a:ext>
            </a:extLst>
          </p:cNvPr>
          <p:cNvSpPr/>
          <p:nvPr/>
        </p:nvSpPr>
        <p:spPr>
          <a:xfrm>
            <a:off x="2542761" y="2460417"/>
            <a:ext cx="1828800" cy="2815119"/>
          </a:xfrm>
          <a:prstGeom prst="ellipse">
            <a:avLst/>
          </a:prstGeom>
          <a:noFill/>
          <a:ln w="76200">
            <a:solidFill>
              <a:srgbClr val="4E95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391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F5B44-7F0A-F540-1A15-FC681C9E82B1}"/>
              </a:ext>
            </a:extLst>
          </p:cNvPr>
          <p:cNvSpPr>
            <a:spLocks noGrp="1"/>
          </p:cNvSpPr>
          <p:nvPr>
            <p:ph type="title"/>
          </p:nvPr>
        </p:nvSpPr>
        <p:spPr/>
        <p:txBody>
          <a:bodyPr/>
          <a:lstStyle/>
          <a:p>
            <a:r>
              <a:rPr lang="en-US" dirty="0"/>
              <a:t>Should you…</a:t>
            </a:r>
          </a:p>
        </p:txBody>
      </p:sp>
      <p:sp>
        <p:nvSpPr>
          <p:cNvPr id="3" name="Content Placeholder 2">
            <a:extLst>
              <a:ext uri="{FF2B5EF4-FFF2-40B4-BE49-F238E27FC236}">
                <a16:creationId xmlns:a16="http://schemas.microsoft.com/office/drawing/2014/main" id="{8F8DB901-9D19-ACE2-A596-BBB1FA35C3D5}"/>
              </a:ext>
            </a:extLst>
          </p:cNvPr>
          <p:cNvSpPr>
            <a:spLocks noGrp="1"/>
          </p:cNvSpPr>
          <p:nvPr>
            <p:ph idx="1"/>
          </p:nvPr>
        </p:nvSpPr>
        <p:spPr>
          <a:xfrm>
            <a:off x="838200" y="1948915"/>
            <a:ext cx="10515600" cy="2232667"/>
          </a:xfrm>
        </p:spPr>
        <p:txBody>
          <a:bodyPr>
            <a:normAutofit/>
          </a:bodyPr>
          <a:lstStyle/>
          <a:p>
            <a:pPr marL="0" indent="0">
              <a:buNone/>
            </a:pPr>
            <a:r>
              <a:rPr lang="en-US" sz="4400" dirty="0"/>
              <a:t>a. Switch</a:t>
            </a:r>
          </a:p>
          <a:p>
            <a:pPr marL="0" indent="0">
              <a:buNone/>
            </a:pPr>
            <a:r>
              <a:rPr lang="en-US" sz="4400" dirty="0"/>
              <a:t>b. Stay</a:t>
            </a:r>
          </a:p>
          <a:p>
            <a:pPr marL="0" indent="0">
              <a:buNone/>
            </a:pPr>
            <a:r>
              <a:rPr lang="en-US" sz="4400" dirty="0"/>
              <a:t>c. Does not matter</a:t>
            </a:r>
          </a:p>
        </p:txBody>
      </p:sp>
    </p:spTree>
    <p:extLst>
      <p:ext uri="{BB962C8B-B14F-4D97-AF65-F5344CB8AC3E}">
        <p14:creationId xmlns:p14="http://schemas.microsoft.com/office/powerpoint/2010/main" val="32021639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D75CC-DB52-4420-C698-FCF2CA06B145}"/>
              </a:ext>
            </a:extLst>
          </p:cNvPr>
          <p:cNvSpPr>
            <a:spLocks noGrp="1"/>
          </p:cNvSpPr>
          <p:nvPr>
            <p:ph type="title"/>
          </p:nvPr>
        </p:nvSpPr>
        <p:spPr/>
        <p:txBody>
          <a:bodyPr/>
          <a:lstStyle/>
          <a:p>
            <a:r>
              <a:rPr lang="en-US" dirty="0"/>
              <a:t>Let’s simulate…</a:t>
            </a:r>
            <a:endParaRPr lang="en-CH" dirty="0"/>
          </a:p>
        </p:txBody>
      </p:sp>
      <p:sp>
        <p:nvSpPr>
          <p:cNvPr id="3" name="Content Placeholder 2">
            <a:extLst>
              <a:ext uri="{FF2B5EF4-FFF2-40B4-BE49-F238E27FC236}">
                <a16:creationId xmlns:a16="http://schemas.microsoft.com/office/drawing/2014/main" id="{73364C6F-2ADC-5B77-F2A6-BE8715B0753A}"/>
              </a:ext>
            </a:extLst>
          </p:cNvPr>
          <p:cNvSpPr>
            <a:spLocks noGrp="1"/>
          </p:cNvSpPr>
          <p:nvPr>
            <p:ph idx="1"/>
          </p:nvPr>
        </p:nvSpPr>
        <p:spPr>
          <a:xfrm>
            <a:off x="838200" y="1825625"/>
            <a:ext cx="7378148" cy="2256045"/>
          </a:xfrm>
        </p:spPr>
        <p:txBody>
          <a:bodyPr/>
          <a:lstStyle/>
          <a:p>
            <a:r>
              <a:rPr lang="en-US" dirty="0"/>
              <a:t>Go to GitHub: </a:t>
            </a:r>
            <a:r>
              <a:rPr lang="en-US" dirty="0">
                <a:solidFill>
                  <a:schemeClr val="tx2">
                    <a:lumMod val="50000"/>
                    <a:lumOff val="50000"/>
                  </a:schemeClr>
                </a:solidFill>
              </a:rPr>
              <a:t>github.com</a:t>
            </a:r>
          </a:p>
          <a:p>
            <a:r>
              <a:rPr lang="en-US" dirty="0"/>
              <a:t>Search:</a:t>
            </a:r>
            <a:r>
              <a:rPr lang="en-US" dirty="0">
                <a:solidFill>
                  <a:schemeClr val="tx2">
                    <a:lumMod val="50000"/>
                    <a:lumOff val="50000"/>
                  </a:schemeClr>
                </a:solidFill>
              </a:rPr>
              <a:t> </a:t>
            </a:r>
            <a:r>
              <a:rPr lang="en-US" dirty="0" err="1">
                <a:solidFill>
                  <a:schemeClr val="tx2">
                    <a:lumMod val="50000"/>
                    <a:lumOff val="50000"/>
                  </a:schemeClr>
                </a:solidFill>
              </a:rPr>
              <a:t>mearistodemou</a:t>
            </a:r>
            <a:endParaRPr lang="en-US" dirty="0"/>
          </a:p>
          <a:p>
            <a:r>
              <a:rPr lang="en-US" dirty="0"/>
              <a:t>Find the repository: </a:t>
            </a:r>
            <a:r>
              <a:rPr lang="en-US" dirty="0">
                <a:solidFill>
                  <a:schemeClr val="tx2">
                    <a:lumMod val="50000"/>
                    <a:lumOff val="50000"/>
                  </a:schemeClr>
                </a:solidFill>
              </a:rPr>
              <a:t>dynamic-systems-</a:t>
            </a:r>
            <a:r>
              <a:rPr lang="en-US" dirty="0" err="1">
                <a:solidFill>
                  <a:schemeClr val="tx2">
                    <a:lumMod val="50000"/>
                    <a:lumOff val="50000"/>
                  </a:schemeClr>
                </a:solidFill>
              </a:rPr>
              <a:t>uzh</a:t>
            </a:r>
            <a:endParaRPr lang="en-US" dirty="0">
              <a:solidFill>
                <a:schemeClr val="tx2">
                  <a:lumMod val="50000"/>
                  <a:lumOff val="50000"/>
                </a:schemeClr>
              </a:solidFill>
            </a:endParaRPr>
          </a:p>
          <a:p>
            <a:r>
              <a:rPr lang="en-US" dirty="0"/>
              <a:t>Download the R script: </a:t>
            </a:r>
            <a:r>
              <a:rPr lang="en-US" dirty="0">
                <a:solidFill>
                  <a:srgbClr val="4E95D9"/>
                </a:solidFill>
              </a:rPr>
              <a:t>“</a:t>
            </a:r>
            <a:r>
              <a:rPr lang="en-US" dirty="0" err="1">
                <a:solidFill>
                  <a:srgbClr val="4E95D9"/>
                </a:solidFill>
              </a:rPr>
              <a:t>monty_hall_sim.R</a:t>
            </a:r>
            <a:r>
              <a:rPr lang="en-US" dirty="0">
                <a:solidFill>
                  <a:srgbClr val="4E95D9"/>
                </a:solidFill>
              </a:rPr>
              <a:t>”</a:t>
            </a:r>
          </a:p>
          <a:p>
            <a:endParaRPr lang="en-US" dirty="0">
              <a:solidFill>
                <a:schemeClr val="tx2">
                  <a:lumMod val="50000"/>
                  <a:lumOff val="50000"/>
                </a:schemeClr>
              </a:solidFill>
            </a:endParaRPr>
          </a:p>
          <a:p>
            <a:endParaRPr lang="en-CH" dirty="0">
              <a:solidFill>
                <a:schemeClr val="tx2">
                  <a:lumMod val="50000"/>
                  <a:lumOff val="50000"/>
                </a:schemeClr>
              </a:solidFill>
            </a:endParaRPr>
          </a:p>
        </p:txBody>
      </p:sp>
      <p:pic>
        <p:nvPicPr>
          <p:cNvPr id="5" name="Picture 4">
            <a:extLst>
              <a:ext uri="{FF2B5EF4-FFF2-40B4-BE49-F238E27FC236}">
                <a16:creationId xmlns:a16="http://schemas.microsoft.com/office/drawing/2014/main" id="{99656BA3-E929-C0AE-3D63-BF4EC56210E5}"/>
              </a:ext>
            </a:extLst>
          </p:cNvPr>
          <p:cNvPicPr>
            <a:picLocks noChangeAspect="1"/>
          </p:cNvPicPr>
          <p:nvPr/>
        </p:nvPicPr>
        <p:blipFill>
          <a:blip r:embed="rId2"/>
          <a:stretch>
            <a:fillRect/>
          </a:stretch>
        </p:blipFill>
        <p:spPr>
          <a:xfrm>
            <a:off x="7058213" y="3950877"/>
            <a:ext cx="4794426" cy="2753892"/>
          </a:xfrm>
          <a:prstGeom prst="rect">
            <a:avLst/>
          </a:prstGeom>
        </p:spPr>
      </p:pic>
    </p:spTree>
    <p:extLst>
      <p:ext uri="{BB962C8B-B14F-4D97-AF65-F5344CB8AC3E}">
        <p14:creationId xmlns:p14="http://schemas.microsoft.com/office/powerpoint/2010/main" val="371259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32D26-CF4E-7880-3CF9-4C5B0270CD9B}"/>
              </a:ext>
            </a:extLst>
          </p:cNvPr>
          <p:cNvSpPr>
            <a:spLocks noGrp="1"/>
          </p:cNvSpPr>
          <p:nvPr>
            <p:ph type="title"/>
          </p:nvPr>
        </p:nvSpPr>
        <p:spPr>
          <a:xfrm>
            <a:off x="838200" y="2766218"/>
            <a:ext cx="10515600" cy="1325563"/>
          </a:xfrm>
        </p:spPr>
        <p:txBody>
          <a:bodyPr/>
          <a:lstStyle/>
          <a:p>
            <a:pPr algn="ctr"/>
            <a:r>
              <a:rPr lang="en-US" dirty="0"/>
              <a:t>An example closer to home</a:t>
            </a:r>
            <a:endParaRPr lang="en-CH" dirty="0"/>
          </a:p>
        </p:txBody>
      </p:sp>
    </p:spTree>
    <p:extLst>
      <p:ext uri="{BB962C8B-B14F-4D97-AF65-F5344CB8AC3E}">
        <p14:creationId xmlns:p14="http://schemas.microsoft.com/office/powerpoint/2010/main" val="33161472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16456-21D7-420B-6CB6-F17D18E07C89}"/>
              </a:ext>
            </a:extLst>
          </p:cNvPr>
          <p:cNvSpPr>
            <a:spLocks noGrp="1"/>
          </p:cNvSpPr>
          <p:nvPr>
            <p:ph type="title"/>
          </p:nvPr>
        </p:nvSpPr>
        <p:spPr/>
        <p:txBody>
          <a:bodyPr/>
          <a:lstStyle/>
          <a:p>
            <a:r>
              <a:rPr lang="en-US" dirty="0"/>
              <a:t>My mood increases every week</a:t>
            </a:r>
            <a:endParaRPr lang="en-CH" dirty="0"/>
          </a:p>
        </p:txBody>
      </p:sp>
      <p:sp>
        <p:nvSpPr>
          <p:cNvPr id="3" name="Content Placeholder 2">
            <a:extLst>
              <a:ext uri="{FF2B5EF4-FFF2-40B4-BE49-F238E27FC236}">
                <a16:creationId xmlns:a16="http://schemas.microsoft.com/office/drawing/2014/main" id="{04F91931-E99B-69E6-5836-CB0FD33C7303}"/>
              </a:ext>
            </a:extLst>
          </p:cNvPr>
          <p:cNvSpPr>
            <a:spLocks noGrp="1"/>
          </p:cNvSpPr>
          <p:nvPr>
            <p:ph idx="1"/>
          </p:nvPr>
        </p:nvSpPr>
        <p:spPr/>
        <p:txBody>
          <a:bodyPr/>
          <a:lstStyle/>
          <a:p>
            <a:r>
              <a:rPr lang="en-US" dirty="0"/>
              <a:t>At a steady rate</a:t>
            </a:r>
            <a:endParaRPr lang="en-CH" dirty="0"/>
          </a:p>
        </p:txBody>
      </p:sp>
    </p:spTree>
    <p:extLst>
      <p:ext uri="{BB962C8B-B14F-4D97-AF65-F5344CB8AC3E}">
        <p14:creationId xmlns:p14="http://schemas.microsoft.com/office/powerpoint/2010/main" val="15325482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39A28-58C0-5D63-766E-10095140254B}"/>
              </a:ext>
            </a:extLst>
          </p:cNvPr>
          <p:cNvSpPr>
            <a:spLocks noGrp="1"/>
          </p:cNvSpPr>
          <p:nvPr>
            <p:ph type="title"/>
          </p:nvPr>
        </p:nvSpPr>
        <p:spPr/>
        <p:txBody>
          <a:bodyPr/>
          <a:lstStyle/>
          <a:p>
            <a:r>
              <a:rPr lang="en-US" dirty="0"/>
              <a:t>Let’s formalize: Linear regression</a:t>
            </a:r>
            <a:endParaRPr lang="en-CH" dirty="0"/>
          </a:p>
        </p:txBody>
      </p:sp>
      <p:sp>
        <p:nvSpPr>
          <p:cNvPr id="3" name="Content Placeholder 2">
            <a:extLst>
              <a:ext uri="{FF2B5EF4-FFF2-40B4-BE49-F238E27FC236}">
                <a16:creationId xmlns:a16="http://schemas.microsoft.com/office/drawing/2014/main" id="{51012B5E-F749-5463-D20B-C732F5F0532C}"/>
              </a:ext>
            </a:extLst>
          </p:cNvPr>
          <p:cNvSpPr>
            <a:spLocks noGrp="1"/>
          </p:cNvSpPr>
          <p:nvPr>
            <p:ph idx="1"/>
          </p:nvPr>
        </p:nvSpPr>
        <p:spPr/>
        <p:txBody>
          <a:bodyPr/>
          <a:lstStyle/>
          <a:p>
            <a:pPr marL="0" indent="0">
              <a:buNone/>
            </a:pPr>
            <a:endParaRPr lang="en-US" dirty="0"/>
          </a:p>
          <a:p>
            <a:r>
              <a:rPr lang="en-US" dirty="0"/>
              <a:t>Y(t) = a + B(time)</a:t>
            </a:r>
          </a:p>
          <a:p>
            <a:r>
              <a:rPr lang="en-US" dirty="0"/>
              <a:t>Y(1) = 5 + 1(time == 1)</a:t>
            </a:r>
          </a:p>
        </p:txBody>
      </p:sp>
    </p:spTree>
    <p:extLst>
      <p:ext uri="{BB962C8B-B14F-4D97-AF65-F5344CB8AC3E}">
        <p14:creationId xmlns:p14="http://schemas.microsoft.com/office/powerpoint/2010/main" val="27287608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3AC49-3B6A-95DD-8E4C-01CBEACAF4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84D0B3-D0B1-7DA0-4176-51953E23F62D}"/>
              </a:ext>
            </a:extLst>
          </p:cNvPr>
          <p:cNvSpPr>
            <a:spLocks noGrp="1"/>
          </p:cNvSpPr>
          <p:nvPr>
            <p:ph type="title"/>
          </p:nvPr>
        </p:nvSpPr>
        <p:spPr/>
        <p:txBody>
          <a:bodyPr/>
          <a:lstStyle/>
          <a:p>
            <a:r>
              <a:rPr lang="en-US" dirty="0"/>
              <a:t>One process in a vacuum, let’s shock it!</a:t>
            </a:r>
            <a:endParaRPr lang="en-CH" dirty="0"/>
          </a:p>
        </p:txBody>
      </p:sp>
      <p:pic>
        <p:nvPicPr>
          <p:cNvPr id="7" name="Picture 6">
            <a:extLst>
              <a:ext uri="{FF2B5EF4-FFF2-40B4-BE49-F238E27FC236}">
                <a16:creationId xmlns:a16="http://schemas.microsoft.com/office/drawing/2014/main" id="{A50B450D-DDA1-859A-5F99-1808BEC61007}"/>
              </a:ext>
            </a:extLst>
          </p:cNvPr>
          <p:cNvPicPr>
            <a:picLocks noChangeAspect="1"/>
          </p:cNvPicPr>
          <p:nvPr/>
        </p:nvPicPr>
        <p:blipFill>
          <a:blip r:embed="rId2"/>
          <a:stretch>
            <a:fillRect/>
          </a:stretch>
        </p:blipFill>
        <p:spPr>
          <a:xfrm>
            <a:off x="1145931" y="1690688"/>
            <a:ext cx="4950069" cy="4549696"/>
          </a:xfrm>
          <a:prstGeom prst="rect">
            <a:avLst/>
          </a:prstGeom>
        </p:spPr>
      </p:pic>
      <p:sp>
        <p:nvSpPr>
          <p:cNvPr id="4" name="TextBox 3">
            <a:extLst>
              <a:ext uri="{FF2B5EF4-FFF2-40B4-BE49-F238E27FC236}">
                <a16:creationId xmlns:a16="http://schemas.microsoft.com/office/drawing/2014/main" id="{5FEB7BAF-31F8-9462-AA9D-11BF1C53C84A}"/>
              </a:ext>
            </a:extLst>
          </p:cNvPr>
          <p:cNvSpPr txBox="1"/>
          <p:nvPr/>
        </p:nvSpPr>
        <p:spPr>
          <a:xfrm>
            <a:off x="6547756" y="2794503"/>
            <a:ext cx="4950069" cy="1200329"/>
          </a:xfrm>
          <a:prstGeom prst="rect">
            <a:avLst/>
          </a:prstGeom>
          <a:noFill/>
        </p:spPr>
        <p:txBody>
          <a:bodyPr wrap="square">
            <a:spAutoFit/>
          </a:bodyPr>
          <a:lstStyle/>
          <a:p>
            <a:r>
              <a:rPr lang="en-US" sz="2400" dirty="0"/>
              <a:t>Y(t) = a + B(time)</a:t>
            </a:r>
          </a:p>
          <a:p>
            <a:endParaRPr lang="en-US" sz="2400" dirty="0"/>
          </a:p>
          <a:p>
            <a:r>
              <a:rPr lang="en-US" sz="2400" dirty="0"/>
              <a:t>Y(t) = 5 + 1(time)</a:t>
            </a:r>
          </a:p>
        </p:txBody>
      </p:sp>
    </p:spTree>
    <p:extLst>
      <p:ext uri="{BB962C8B-B14F-4D97-AF65-F5344CB8AC3E}">
        <p14:creationId xmlns:p14="http://schemas.microsoft.com/office/powerpoint/2010/main" val="40886943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7D304-063E-75E1-8622-A1B48E1E8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A32CDD-D349-6323-98AF-4D153DAB7343}"/>
              </a:ext>
            </a:extLst>
          </p:cNvPr>
          <p:cNvSpPr>
            <a:spLocks noGrp="1"/>
          </p:cNvSpPr>
          <p:nvPr>
            <p:ph type="title"/>
          </p:nvPr>
        </p:nvSpPr>
        <p:spPr/>
        <p:txBody>
          <a:bodyPr/>
          <a:lstStyle/>
          <a:p>
            <a:r>
              <a:rPr lang="en-US" dirty="0"/>
              <a:t>One process in a vacuum, let’s shock it!</a:t>
            </a:r>
            <a:endParaRPr lang="en-CH" dirty="0"/>
          </a:p>
        </p:txBody>
      </p:sp>
      <p:pic>
        <p:nvPicPr>
          <p:cNvPr id="7" name="Picture 6">
            <a:extLst>
              <a:ext uri="{FF2B5EF4-FFF2-40B4-BE49-F238E27FC236}">
                <a16:creationId xmlns:a16="http://schemas.microsoft.com/office/drawing/2014/main" id="{3A68EB00-D594-581D-AE14-B750D1A55B8D}"/>
              </a:ext>
            </a:extLst>
          </p:cNvPr>
          <p:cNvPicPr>
            <a:picLocks noChangeAspect="1"/>
          </p:cNvPicPr>
          <p:nvPr/>
        </p:nvPicPr>
        <p:blipFill>
          <a:blip r:embed="rId2"/>
          <a:stretch>
            <a:fillRect/>
          </a:stretch>
        </p:blipFill>
        <p:spPr>
          <a:xfrm>
            <a:off x="1145931" y="1690688"/>
            <a:ext cx="4950069" cy="4549696"/>
          </a:xfrm>
          <a:prstGeom prst="rect">
            <a:avLst/>
          </a:prstGeom>
        </p:spPr>
      </p:pic>
    </p:spTree>
    <p:extLst>
      <p:ext uri="{BB962C8B-B14F-4D97-AF65-F5344CB8AC3E}">
        <p14:creationId xmlns:p14="http://schemas.microsoft.com/office/powerpoint/2010/main" val="12235863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DBB38-F15F-D2F9-DE0C-89CAAF8E541F}"/>
              </a:ext>
            </a:extLst>
          </p:cNvPr>
          <p:cNvSpPr>
            <a:spLocks noGrp="1"/>
          </p:cNvSpPr>
          <p:nvPr>
            <p:ph type="title"/>
          </p:nvPr>
        </p:nvSpPr>
        <p:spPr/>
        <p:txBody>
          <a:bodyPr/>
          <a:lstStyle/>
          <a:p>
            <a:r>
              <a:rPr lang="en-US" dirty="0"/>
              <a:t>One process in a vacuum, let’s shock it!</a:t>
            </a:r>
            <a:endParaRPr lang="en-CH" dirty="0"/>
          </a:p>
        </p:txBody>
      </p:sp>
      <p:pic>
        <p:nvPicPr>
          <p:cNvPr id="5" name="Picture 4">
            <a:extLst>
              <a:ext uri="{FF2B5EF4-FFF2-40B4-BE49-F238E27FC236}">
                <a16:creationId xmlns:a16="http://schemas.microsoft.com/office/drawing/2014/main" id="{A0870DBE-1A22-8742-FD88-619B31159D7B}"/>
              </a:ext>
            </a:extLst>
          </p:cNvPr>
          <p:cNvPicPr>
            <a:picLocks noChangeAspect="1"/>
          </p:cNvPicPr>
          <p:nvPr/>
        </p:nvPicPr>
        <p:blipFill>
          <a:blip r:embed="rId2"/>
          <a:stretch>
            <a:fillRect/>
          </a:stretch>
        </p:blipFill>
        <p:spPr>
          <a:xfrm>
            <a:off x="6403731" y="1690688"/>
            <a:ext cx="4950069" cy="4549696"/>
          </a:xfrm>
          <a:prstGeom prst="rect">
            <a:avLst/>
          </a:prstGeom>
        </p:spPr>
      </p:pic>
      <p:pic>
        <p:nvPicPr>
          <p:cNvPr id="7" name="Picture 6">
            <a:extLst>
              <a:ext uri="{FF2B5EF4-FFF2-40B4-BE49-F238E27FC236}">
                <a16:creationId xmlns:a16="http://schemas.microsoft.com/office/drawing/2014/main" id="{37D82536-6CFB-02C3-33D0-4BEFF9FB062D}"/>
              </a:ext>
            </a:extLst>
          </p:cNvPr>
          <p:cNvPicPr>
            <a:picLocks noChangeAspect="1"/>
          </p:cNvPicPr>
          <p:nvPr/>
        </p:nvPicPr>
        <p:blipFill>
          <a:blip r:embed="rId3"/>
          <a:stretch>
            <a:fillRect/>
          </a:stretch>
        </p:blipFill>
        <p:spPr>
          <a:xfrm>
            <a:off x="1145931" y="1690688"/>
            <a:ext cx="4950069" cy="4549696"/>
          </a:xfrm>
          <a:prstGeom prst="rect">
            <a:avLst/>
          </a:prstGeom>
        </p:spPr>
      </p:pic>
    </p:spTree>
    <p:extLst>
      <p:ext uri="{BB962C8B-B14F-4D97-AF65-F5344CB8AC3E}">
        <p14:creationId xmlns:p14="http://schemas.microsoft.com/office/powerpoint/2010/main" val="1526883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1BFB8-E874-7A0A-5507-739F748E8C68}"/>
              </a:ext>
            </a:extLst>
          </p:cNvPr>
          <p:cNvSpPr>
            <a:spLocks noGrp="1"/>
          </p:cNvSpPr>
          <p:nvPr>
            <p:ph type="title"/>
          </p:nvPr>
        </p:nvSpPr>
        <p:spPr/>
        <p:txBody>
          <a:bodyPr/>
          <a:lstStyle/>
          <a:p>
            <a:r>
              <a:rPr lang="en-US" dirty="0"/>
              <a:t>Let’s make it </a:t>
            </a:r>
            <a:r>
              <a:rPr lang="en-US" i="1" dirty="0"/>
              <a:t>slightly</a:t>
            </a:r>
            <a:r>
              <a:rPr lang="en-US" dirty="0"/>
              <a:t> more complicated</a:t>
            </a:r>
            <a:endParaRPr lang="en-CH" dirty="0"/>
          </a:p>
        </p:txBody>
      </p:sp>
      <p:sp>
        <p:nvSpPr>
          <p:cNvPr id="3" name="Content Placeholder 2">
            <a:extLst>
              <a:ext uri="{FF2B5EF4-FFF2-40B4-BE49-F238E27FC236}">
                <a16:creationId xmlns:a16="http://schemas.microsoft.com/office/drawing/2014/main" id="{17B750E6-F375-B814-8861-E7CF72EA8D78}"/>
              </a:ext>
            </a:extLst>
          </p:cNvPr>
          <p:cNvSpPr>
            <a:spLocks noGrp="1"/>
          </p:cNvSpPr>
          <p:nvPr>
            <p:ph idx="1"/>
          </p:nvPr>
        </p:nvSpPr>
        <p:spPr>
          <a:xfrm>
            <a:off x="838200" y="1825625"/>
            <a:ext cx="10515600" cy="1235627"/>
          </a:xfrm>
        </p:spPr>
        <p:txBody>
          <a:bodyPr>
            <a:normAutofit lnSpcReduction="10000"/>
          </a:bodyPr>
          <a:lstStyle/>
          <a:p>
            <a:r>
              <a:rPr lang="en-US" dirty="0"/>
              <a:t>My mood is a function of a constant influence (some trait) and half the value of my mood during the previous week (state dependence).</a:t>
            </a:r>
          </a:p>
          <a:p>
            <a:endParaRPr lang="en-US" dirty="0"/>
          </a:p>
          <a:p>
            <a:endParaRPr lang="en-US" dirty="0"/>
          </a:p>
        </p:txBody>
      </p:sp>
    </p:spTree>
    <p:extLst>
      <p:ext uri="{BB962C8B-B14F-4D97-AF65-F5344CB8AC3E}">
        <p14:creationId xmlns:p14="http://schemas.microsoft.com/office/powerpoint/2010/main" val="34710587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4B084-D354-F795-7CC5-8523F6CDD7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44F01-84AD-1EC5-2AD1-AF815A9448CA}"/>
              </a:ext>
            </a:extLst>
          </p:cNvPr>
          <p:cNvSpPr>
            <a:spLocks noGrp="1"/>
          </p:cNvSpPr>
          <p:nvPr>
            <p:ph type="title"/>
          </p:nvPr>
        </p:nvSpPr>
        <p:spPr/>
        <p:txBody>
          <a:bodyPr/>
          <a:lstStyle/>
          <a:p>
            <a:r>
              <a:rPr lang="en-US" dirty="0"/>
              <a:t>Formalize: autoregressive process</a:t>
            </a:r>
            <a:endParaRPr lang="en-CH" dirty="0"/>
          </a:p>
        </p:txBody>
      </p:sp>
      <p:sp>
        <p:nvSpPr>
          <p:cNvPr id="3" name="Content Placeholder 2">
            <a:extLst>
              <a:ext uri="{FF2B5EF4-FFF2-40B4-BE49-F238E27FC236}">
                <a16:creationId xmlns:a16="http://schemas.microsoft.com/office/drawing/2014/main" id="{1A2027C2-7E7E-6E30-1BEB-B893D2334239}"/>
              </a:ext>
            </a:extLst>
          </p:cNvPr>
          <p:cNvSpPr>
            <a:spLocks noGrp="1"/>
          </p:cNvSpPr>
          <p:nvPr>
            <p:ph idx="1"/>
          </p:nvPr>
        </p:nvSpPr>
        <p:spPr>
          <a:xfrm>
            <a:off x="838200" y="1825625"/>
            <a:ext cx="10515600" cy="1235627"/>
          </a:xfrm>
        </p:spPr>
        <p:txBody>
          <a:bodyPr>
            <a:normAutofit lnSpcReduction="10000"/>
          </a:bodyPr>
          <a:lstStyle/>
          <a:p>
            <a:r>
              <a:rPr lang="en-US" dirty="0"/>
              <a:t>My mood is a function of a constant influence (some trait) and half the value of my mood during the previous week (state dependence).</a:t>
            </a:r>
          </a:p>
          <a:p>
            <a:endParaRPr lang="en-US" dirty="0"/>
          </a:p>
          <a:p>
            <a:endParaRPr lang="en-US" dirty="0"/>
          </a:p>
        </p:txBody>
      </p:sp>
      <p:sp>
        <p:nvSpPr>
          <p:cNvPr id="4" name="Content Placeholder 2">
            <a:extLst>
              <a:ext uri="{FF2B5EF4-FFF2-40B4-BE49-F238E27FC236}">
                <a16:creationId xmlns:a16="http://schemas.microsoft.com/office/drawing/2014/main" id="{0D095B7D-6C81-7BCA-E737-9274B332AE62}"/>
              </a:ext>
            </a:extLst>
          </p:cNvPr>
          <p:cNvSpPr txBox="1">
            <a:spLocks/>
          </p:cNvSpPr>
          <p:nvPr/>
        </p:nvSpPr>
        <p:spPr>
          <a:xfrm>
            <a:off x="897835" y="3617844"/>
            <a:ext cx="10515600" cy="10800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Y(t) = a + c*(Y(t-1))</a:t>
            </a:r>
          </a:p>
          <a:p>
            <a:r>
              <a:rPr lang="en-US" dirty="0"/>
              <a:t>Y(2) = 2 + 0.8*(Y(1) == 2)</a:t>
            </a:r>
          </a:p>
        </p:txBody>
      </p:sp>
    </p:spTree>
    <p:extLst>
      <p:ext uri="{BB962C8B-B14F-4D97-AF65-F5344CB8AC3E}">
        <p14:creationId xmlns:p14="http://schemas.microsoft.com/office/powerpoint/2010/main" val="19647809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704B0-9B9F-36F5-0051-3A3FD653634A}"/>
              </a:ext>
            </a:extLst>
          </p:cNvPr>
          <p:cNvSpPr>
            <a:spLocks noGrp="1"/>
          </p:cNvSpPr>
          <p:nvPr>
            <p:ph type="title"/>
          </p:nvPr>
        </p:nvSpPr>
        <p:spPr/>
        <p:txBody>
          <a:bodyPr/>
          <a:lstStyle/>
          <a:p>
            <a:r>
              <a:rPr lang="en-US" dirty="0"/>
              <a:t>A state-dependent process in a vacuum</a:t>
            </a:r>
            <a:endParaRPr lang="en-CH" dirty="0"/>
          </a:p>
        </p:txBody>
      </p:sp>
      <p:pic>
        <p:nvPicPr>
          <p:cNvPr id="9" name="Picture 8">
            <a:extLst>
              <a:ext uri="{FF2B5EF4-FFF2-40B4-BE49-F238E27FC236}">
                <a16:creationId xmlns:a16="http://schemas.microsoft.com/office/drawing/2014/main" id="{AF18AC28-86B0-37CD-006F-01E791038B9B}"/>
              </a:ext>
            </a:extLst>
          </p:cNvPr>
          <p:cNvPicPr>
            <a:picLocks noChangeAspect="1"/>
          </p:cNvPicPr>
          <p:nvPr/>
        </p:nvPicPr>
        <p:blipFill>
          <a:blip r:embed="rId2"/>
          <a:stretch>
            <a:fillRect/>
          </a:stretch>
        </p:blipFill>
        <p:spPr>
          <a:xfrm>
            <a:off x="838200" y="1895293"/>
            <a:ext cx="4734255" cy="4351337"/>
          </a:xfrm>
          <a:prstGeom prst="rect">
            <a:avLst/>
          </a:prstGeom>
        </p:spPr>
      </p:pic>
    </p:spTree>
    <p:extLst>
      <p:ext uri="{BB962C8B-B14F-4D97-AF65-F5344CB8AC3E}">
        <p14:creationId xmlns:p14="http://schemas.microsoft.com/office/powerpoint/2010/main" val="2537964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27284-CC5D-DFA8-44D4-CC5C40C8D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63A79-9F2F-12AF-28EE-69BEEC57D15C}"/>
              </a:ext>
            </a:extLst>
          </p:cNvPr>
          <p:cNvSpPr>
            <a:spLocks noGrp="1"/>
          </p:cNvSpPr>
          <p:nvPr>
            <p:ph type="title"/>
          </p:nvPr>
        </p:nvSpPr>
        <p:spPr/>
        <p:txBody>
          <a:bodyPr/>
          <a:lstStyle/>
          <a:p>
            <a:r>
              <a:rPr lang="en-US" dirty="0"/>
              <a:t>A state-dependent process in a vacuum</a:t>
            </a:r>
            <a:endParaRPr lang="en-CH" dirty="0"/>
          </a:p>
        </p:txBody>
      </p:sp>
      <p:pic>
        <p:nvPicPr>
          <p:cNvPr id="7" name="Content Placeholder 6">
            <a:extLst>
              <a:ext uri="{FF2B5EF4-FFF2-40B4-BE49-F238E27FC236}">
                <a16:creationId xmlns:a16="http://schemas.microsoft.com/office/drawing/2014/main" id="{347D9472-8B99-64A6-9C20-BE92361BCB84}"/>
              </a:ext>
            </a:extLst>
          </p:cNvPr>
          <p:cNvPicPr>
            <a:picLocks noGrp="1" noChangeAspect="1"/>
          </p:cNvPicPr>
          <p:nvPr>
            <p:ph idx="1"/>
          </p:nvPr>
        </p:nvPicPr>
        <p:blipFill>
          <a:blip r:embed="rId2"/>
          <a:stretch>
            <a:fillRect/>
          </a:stretch>
        </p:blipFill>
        <p:spPr>
          <a:xfrm>
            <a:off x="6096000" y="1895293"/>
            <a:ext cx="4734255" cy="4351338"/>
          </a:xfrm>
          <a:prstGeom prst="rect">
            <a:avLst/>
          </a:prstGeom>
        </p:spPr>
      </p:pic>
      <p:pic>
        <p:nvPicPr>
          <p:cNvPr id="9" name="Picture 8">
            <a:extLst>
              <a:ext uri="{FF2B5EF4-FFF2-40B4-BE49-F238E27FC236}">
                <a16:creationId xmlns:a16="http://schemas.microsoft.com/office/drawing/2014/main" id="{E97DC193-B7B0-DE5A-A8EA-7AE26240AFB8}"/>
              </a:ext>
            </a:extLst>
          </p:cNvPr>
          <p:cNvPicPr>
            <a:picLocks noChangeAspect="1"/>
          </p:cNvPicPr>
          <p:nvPr/>
        </p:nvPicPr>
        <p:blipFill>
          <a:blip r:embed="rId3"/>
          <a:stretch>
            <a:fillRect/>
          </a:stretch>
        </p:blipFill>
        <p:spPr>
          <a:xfrm>
            <a:off x="838200" y="1895293"/>
            <a:ext cx="4734255" cy="4351337"/>
          </a:xfrm>
          <a:prstGeom prst="rect">
            <a:avLst/>
          </a:prstGeom>
        </p:spPr>
      </p:pic>
    </p:spTree>
    <p:extLst>
      <p:ext uri="{BB962C8B-B14F-4D97-AF65-F5344CB8AC3E}">
        <p14:creationId xmlns:p14="http://schemas.microsoft.com/office/powerpoint/2010/main" val="27824260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D7BB5-D92A-BA42-1759-DF35752D3A5E}"/>
              </a:ext>
            </a:extLst>
          </p:cNvPr>
          <p:cNvSpPr>
            <a:spLocks noGrp="1"/>
          </p:cNvSpPr>
          <p:nvPr>
            <p:ph type="title"/>
          </p:nvPr>
        </p:nvSpPr>
        <p:spPr/>
        <p:txBody>
          <a:bodyPr/>
          <a:lstStyle/>
          <a:p>
            <a:pPr algn="ctr"/>
            <a:r>
              <a:rPr lang="en-US" dirty="0"/>
              <a:t>What is the expected trajectory of </a:t>
            </a:r>
            <a:r>
              <a:rPr lang="en-US" dirty="0">
                <a:solidFill>
                  <a:schemeClr val="accent6">
                    <a:lumMod val="75000"/>
                  </a:schemeClr>
                </a:solidFill>
              </a:rPr>
              <a:t>green</a:t>
            </a:r>
            <a:r>
              <a:rPr lang="en-US" dirty="0"/>
              <a:t> </a:t>
            </a:r>
            <a:r>
              <a:rPr lang="en-US" dirty="0">
                <a:solidFill>
                  <a:schemeClr val="accent3"/>
                </a:solidFill>
              </a:rPr>
              <a:t>nodes</a:t>
            </a:r>
            <a:r>
              <a:rPr lang="en-US" dirty="0"/>
              <a:t>?</a:t>
            </a:r>
            <a:endParaRPr lang="en-CH" dirty="0"/>
          </a:p>
        </p:txBody>
      </p:sp>
      <p:pic>
        <p:nvPicPr>
          <p:cNvPr id="6" name="Content Placeholder 5">
            <a:extLst>
              <a:ext uri="{FF2B5EF4-FFF2-40B4-BE49-F238E27FC236}">
                <a16:creationId xmlns:a16="http://schemas.microsoft.com/office/drawing/2014/main" id="{64E432A7-EB22-A67B-85DA-82623CB851B0}"/>
              </a:ext>
            </a:extLst>
          </p:cNvPr>
          <p:cNvPicPr>
            <a:picLocks noGrp="1" noChangeAspect="1"/>
          </p:cNvPicPr>
          <p:nvPr>
            <p:ph idx="1"/>
          </p:nvPr>
        </p:nvPicPr>
        <p:blipFill>
          <a:blip r:embed="rId2"/>
          <a:stretch>
            <a:fillRect/>
          </a:stretch>
        </p:blipFill>
        <p:spPr>
          <a:xfrm>
            <a:off x="3955757" y="1936794"/>
            <a:ext cx="4499130" cy="4556081"/>
          </a:xfrm>
          <a:prstGeom prst="rect">
            <a:avLst/>
          </a:prstGeom>
        </p:spPr>
      </p:pic>
    </p:spTree>
    <p:extLst>
      <p:ext uri="{BB962C8B-B14F-4D97-AF65-F5344CB8AC3E}">
        <p14:creationId xmlns:p14="http://schemas.microsoft.com/office/powerpoint/2010/main" val="30067857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54621-5E11-9219-455E-D27A2B8F305D}"/>
              </a:ext>
            </a:extLst>
          </p:cNvPr>
          <p:cNvSpPr>
            <a:spLocks noGrp="1"/>
          </p:cNvSpPr>
          <p:nvPr>
            <p:ph type="title"/>
          </p:nvPr>
        </p:nvSpPr>
        <p:spPr/>
        <p:txBody>
          <a:bodyPr/>
          <a:lstStyle/>
          <a:p>
            <a:r>
              <a:rPr lang="en-US" dirty="0"/>
              <a:t>What happens if I poke </a:t>
            </a:r>
            <a:r>
              <a:rPr lang="en-US" dirty="0">
                <a:solidFill>
                  <a:srgbClr val="C00000"/>
                </a:solidFill>
              </a:rPr>
              <a:t>here</a:t>
            </a:r>
            <a:r>
              <a:rPr lang="en-US" dirty="0"/>
              <a:t>…</a:t>
            </a:r>
            <a:endParaRPr lang="en-CH" dirty="0"/>
          </a:p>
        </p:txBody>
      </p:sp>
      <p:pic>
        <p:nvPicPr>
          <p:cNvPr id="4" name="Content Placeholder 5">
            <a:extLst>
              <a:ext uri="{FF2B5EF4-FFF2-40B4-BE49-F238E27FC236}">
                <a16:creationId xmlns:a16="http://schemas.microsoft.com/office/drawing/2014/main" id="{272BE05D-6E75-B340-C15D-49DB93D763BD}"/>
              </a:ext>
            </a:extLst>
          </p:cNvPr>
          <p:cNvPicPr>
            <a:picLocks noGrp="1" noChangeAspect="1"/>
          </p:cNvPicPr>
          <p:nvPr>
            <p:ph idx="1"/>
          </p:nvPr>
        </p:nvPicPr>
        <p:blipFill>
          <a:blip r:embed="rId2"/>
          <a:stretch>
            <a:fillRect/>
          </a:stretch>
        </p:blipFill>
        <p:spPr>
          <a:xfrm>
            <a:off x="1268265" y="1898305"/>
            <a:ext cx="4214225" cy="4267570"/>
          </a:xfrm>
          <a:prstGeom prst="rect">
            <a:avLst/>
          </a:prstGeom>
        </p:spPr>
      </p:pic>
      <p:sp>
        <p:nvSpPr>
          <p:cNvPr id="5" name="Oval 4">
            <a:extLst>
              <a:ext uri="{FF2B5EF4-FFF2-40B4-BE49-F238E27FC236}">
                <a16:creationId xmlns:a16="http://schemas.microsoft.com/office/drawing/2014/main" id="{A9F6D875-0346-E674-0986-EA569E9936ED}"/>
              </a:ext>
            </a:extLst>
          </p:cNvPr>
          <p:cNvSpPr/>
          <p:nvPr/>
        </p:nvSpPr>
        <p:spPr>
          <a:xfrm>
            <a:off x="2596812" y="3149601"/>
            <a:ext cx="523461" cy="543339"/>
          </a:xfrm>
          <a:prstGeom prst="ellipse">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3" name="Picture 2" descr="Galaxy Brain Meme (Somebody That I Used to Know) - Single by Abtmelody |  Spotify">
            <a:extLst>
              <a:ext uri="{FF2B5EF4-FFF2-40B4-BE49-F238E27FC236}">
                <a16:creationId xmlns:a16="http://schemas.microsoft.com/office/drawing/2014/main" id="{F1C57933-D6BA-6560-538B-7B9C5D1466E7}"/>
              </a:ext>
            </a:extLst>
          </p:cNvPr>
          <p:cNvPicPr>
            <a:picLocks noChangeAspect="1"/>
          </p:cNvPicPr>
          <p:nvPr/>
        </p:nvPicPr>
        <p:blipFill>
          <a:blip r:embed="rId3"/>
          <a:stretch>
            <a:fillRect/>
          </a:stretch>
        </p:blipFill>
        <p:spPr>
          <a:xfrm>
            <a:off x="6811037" y="2077305"/>
            <a:ext cx="3924696" cy="3924696"/>
          </a:xfrm>
          <a:prstGeom prst="rect">
            <a:avLst/>
          </a:prstGeom>
        </p:spPr>
      </p:pic>
    </p:spTree>
    <p:extLst>
      <p:ext uri="{BB962C8B-B14F-4D97-AF65-F5344CB8AC3E}">
        <p14:creationId xmlns:p14="http://schemas.microsoft.com/office/powerpoint/2010/main" val="31547766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6FB39-8A5A-D42C-271C-36F3E396A097}"/>
              </a:ext>
            </a:extLst>
          </p:cNvPr>
          <p:cNvSpPr>
            <a:spLocks noGrp="1"/>
          </p:cNvSpPr>
          <p:nvPr>
            <p:ph type="title"/>
          </p:nvPr>
        </p:nvSpPr>
        <p:spPr>
          <a:xfrm>
            <a:off x="838200" y="1769533"/>
            <a:ext cx="10515600" cy="3318934"/>
          </a:xfrm>
        </p:spPr>
        <p:txBody>
          <a:bodyPr>
            <a:normAutofit/>
          </a:bodyPr>
          <a:lstStyle/>
          <a:p>
            <a:pPr algn="ctr"/>
            <a:r>
              <a:rPr lang="en-US" dirty="0"/>
              <a:t>“</a:t>
            </a:r>
            <a:r>
              <a:rPr lang="en-CH" dirty="0"/>
              <a:t>A good scientific theory allows you infer what would happen to things in certain situations </a:t>
            </a:r>
            <a:r>
              <a:rPr lang="en-CH" i="1" dirty="0"/>
              <a:t>without creating the situations</a:t>
            </a:r>
            <a:r>
              <a:rPr lang="en-CH" dirty="0"/>
              <a:t>. Thus, </a:t>
            </a:r>
            <a:r>
              <a:rPr lang="en-CH" i="1" dirty="0">
                <a:solidFill>
                  <a:srgbClr val="FF0000"/>
                </a:solidFill>
              </a:rPr>
              <a:t>scientific theories are crystal balls that actually work</a:t>
            </a:r>
            <a:r>
              <a:rPr lang="en-CH" dirty="0"/>
              <a:t>.</a:t>
            </a:r>
            <a:r>
              <a:rPr lang="en-US" dirty="0"/>
              <a:t>”</a:t>
            </a:r>
            <a:endParaRPr lang="en-CH" dirty="0"/>
          </a:p>
        </p:txBody>
      </p:sp>
      <p:sp>
        <p:nvSpPr>
          <p:cNvPr id="4" name="TextBox 3">
            <a:extLst>
              <a:ext uri="{FF2B5EF4-FFF2-40B4-BE49-F238E27FC236}">
                <a16:creationId xmlns:a16="http://schemas.microsoft.com/office/drawing/2014/main" id="{DAF776CF-F8E9-48DF-A800-C39837158C5F}"/>
              </a:ext>
            </a:extLst>
          </p:cNvPr>
          <p:cNvSpPr txBox="1"/>
          <p:nvPr/>
        </p:nvSpPr>
        <p:spPr>
          <a:xfrm>
            <a:off x="838200" y="6163734"/>
            <a:ext cx="6197600" cy="461665"/>
          </a:xfrm>
          <a:prstGeom prst="rect">
            <a:avLst/>
          </a:prstGeom>
          <a:noFill/>
        </p:spPr>
        <p:txBody>
          <a:bodyPr wrap="square" rtlCol="0">
            <a:spAutoFit/>
          </a:bodyPr>
          <a:lstStyle/>
          <a:p>
            <a:r>
              <a:rPr lang="en-US" sz="2400" dirty="0"/>
              <a:t>Borsboom, D. (2013). </a:t>
            </a:r>
            <a:r>
              <a:rPr lang="en-US" sz="2400" dirty="0">
                <a:hlinkClick r:id="rId2"/>
              </a:rPr>
              <a:t>Theoretical Amnesia</a:t>
            </a:r>
            <a:endParaRPr lang="en-CH" sz="2400" dirty="0"/>
          </a:p>
        </p:txBody>
      </p:sp>
    </p:spTree>
    <p:extLst>
      <p:ext uri="{BB962C8B-B14F-4D97-AF65-F5344CB8AC3E}">
        <p14:creationId xmlns:p14="http://schemas.microsoft.com/office/powerpoint/2010/main" val="33239950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146E8-AE38-1725-1BC3-DBD8530E2A6B}"/>
              </a:ext>
            </a:extLst>
          </p:cNvPr>
          <p:cNvSpPr>
            <a:spLocks noGrp="1"/>
          </p:cNvSpPr>
          <p:nvPr>
            <p:ph type="title"/>
          </p:nvPr>
        </p:nvSpPr>
        <p:spPr/>
        <p:txBody>
          <a:bodyPr/>
          <a:lstStyle/>
          <a:p>
            <a:r>
              <a:rPr lang="en-US" dirty="0"/>
              <a:t>Back to Lotka-Volterra</a:t>
            </a:r>
            <a:endParaRPr lang="en-CH" dirty="0"/>
          </a:p>
        </p:txBody>
      </p:sp>
      <p:sp>
        <p:nvSpPr>
          <p:cNvPr id="5" name="TextBox 4">
            <a:extLst>
              <a:ext uri="{FF2B5EF4-FFF2-40B4-BE49-F238E27FC236}">
                <a16:creationId xmlns:a16="http://schemas.microsoft.com/office/drawing/2014/main" id="{A65D6074-D9F1-DC73-E10D-5207A66C626E}"/>
              </a:ext>
            </a:extLst>
          </p:cNvPr>
          <p:cNvSpPr txBox="1"/>
          <p:nvPr/>
        </p:nvSpPr>
        <p:spPr>
          <a:xfrm>
            <a:off x="1506583" y="4910426"/>
            <a:ext cx="9178834" cy="523220"/>
          </a:xfrm>
          <a:prstGeom prst="rect">
            <a:avLst/>
          </a:prstGeom>
          <a:noFill/>
        </p:spPr>
        <p:txBody>
          <a:bodyPr wrap="square">
            <a:spAutoFit/>
          </a:bodyPr>
          <a:lstStyle/>
          <a:p>
            <a:pPr algn="ctr"/>
            <a:r>
              <a:rPr lang="en-CH" sz="2800" dirty="0">
                <a:hlinkClick r:id="rId2"/>
              </a:rPr>
              <a:t>https://visualize-it.github.io/lotka_volterra/simulation.html</a:t>
            </a:r>
            <a:endParaRPr lang="en-CH" sz="2800" dirty="0"/>
          </a:p>
        </p:txBody>
      </p:sp>
      <p:pic>
        <p:nvPicPr>
          <p:cNvPr id="6" name="Picture 5">
            <a:extLst>
              <a:ext uri="{FF2B5EF4-FFF2-40B4-BE49-F238E27FC236}">
                <a16:creationId xmlns:a16="http://schemas.microsoft.com/office/drawing/2014/main" id="{828B5361-014A-D396-B0D0-348CFAD622FB}"/>
              </a:ext>
            </a:extLst>
          </p:cNvPr>
          <p:cNvPicPr>
            <a:picLocks noChangeAspect="1"/>
          </p:cNvPicPr>
          <p:nvPr/>
        </p:nvPicPr>
        <p:blipFill>
          <a:blip r:embed="rId3"/>
          <a:stretch>
            <a:fillRect/>
          </a:stretch>
        </p:blipFill>
        <p:spPr>
          <a:xfrm>
            <a:off x="4314227" y="1947574"/>
            <a:ext cx="3563546" cy="2538970"/>
          </a:xfrm>
          <a:prstGeom prst="rect">
            <a:avLst/>
          </a:prstGeom>
        </p:spPr>
      </p:pic>
    </p:spTree>
    <p:extLst>
      <p:ext uri="{BB962C8B-B14F-4D97-AF65-F5344CB8AC3E}">
        <p14:creationId xmlns:p14="http://schemas.microsoft.com/office/powerpoint/2010/main" val="10464764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372E9-7CD8-BCF1-C4E0-90E4C2417002}"/>
              </a:ext>
            </a:extLst>
          </p:cNvPr>
          <p:cNvSpPr>
            <a:spLocks noGrp="1"/>
          </p:cNvSpPr>
          <p:nvPr>
            <p:ph type="title"/>
          </p:nvPr>
        </p:nvSpPr>
        <p:spPr>
          <a:xfrm>
            <a:off x="838200" y="2766218"/>
            <a:ext cx="10515600" cy="1325563"/>
          </a:xfrm>
        </p:spPr>
        <p:txBody>
          <a:bodyPr/>
          <a:lstStyle/>
          <a:p>
            <a:r>
              <a:rPr lang="en-US" dirty="0"/>
              <a:t>Break</a:t>
            </a:r>
            <a:endParaRPr lang="en-CH" dirty="0"/>
          </a:p>
        </p:txBody>
      </p:sp>
    </p:spTree>
    <p:extLst>
      <p:ext uri="{BB962C8B-B14F-4D97-AF65-F5344CB8AC3E}">
        <p14:creationId xmlns:p14="http://schemas.microsoft.com/office/powerpoint/2010/main" val="2989892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BA1EE-EABA-84E7-985F-2A546D47F13D}"/>
              </a:ext>
            </a:extLst>
          </p:cNvPr>
          <p:cNvSpPr>
            <a:spLocks noGrp="1"/>
          </p:cNvSpPr>
          <p:nvPr>
            <p:ph type="title"/>
          </p:nvPr>
        </p:nvSpPr>
        <p:spPr>
          <a:xfrm>
            <a:off x="838200" y="2766218"/>
            <a:ext cx="10515600" cy="1325563"/>
          </a:xfrm>
        </p:spPr>
        <p:txBody>
          <a:bodyPr/>
          <a:lstStyle/>
          <a:p>
            <a:pPr algn="ctr"/>
            <a:r>
              <a:rPr lang="en-US" dirty="0"/>
              <a:t>Why dynamic systems?</a:t>
            </a:r>
            <a:endParaRPr lang="en-CH" dirty="0"/>
          </a:p>
        </p:txBody>
      </p:sp>
    </p:spTree>
    <p:extLst>
      <p:ext uri="{BB962C8B-B14F-4D97-AF65-F5344CB8AC3E}">
        <p14:creationId xmlns:p14="http://schemas.microsoft.com/office/powerpoint/2010/main" val="16011563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B9DB6-30F2-80CF-B7F9-DD816AC4F51F}"/>
              </a:ext>
            </a:extLst>
          </p:cNvPr>
          <p:cNvSpPr>
            <a:spLocks noGrp="1"/>
          </p:cNvSpPr>
          <p:nvPr>
            <p:ph type="title"/>
          </p:nvPr>
        </p:nvSpPr>
        <p:spPr>
          <a:xfrm>
            <a:off x="838200" y="349885"/>
            <a:ext cx="10515600" cy="1325563"/>
          </a:xfrm>
        </p:spPr>
        <p:txBody>
          <a:bodyPr/>
          <a:lstStyle/>
          <a:p>
            <a:r>
              <a:rPr lang="en-US" dirty="0"/>
              <a:t>“Why” questions are often about changes</a:t>
            </a:r>
            <a:endParaRPr lang="en-CH" dirty="0"/>
          </a:p>
        </p:txBody>
      </p:sp>
      <p:sp>
        <p:nvSpPr>
          <p:cNvPr id="3" name="Content Placeholder 2">
            <a:extLst>
              <a:ext uri="{FF2B5EF4-FFF2-40B4-BE49-F238E27FC236}">
                <a16:creationId xmlns:a16="http://schemas.microsoft.com/office/drawing/2014/main" id="{18FAA079-B110-C8B5-3EDE-E8B33C9FFC3B}"/>
              </a:ext>
            </a:extLst>
          </p:cNvPr>
          <p:cNvSpPr>
            <a:spLocks noGrp="1"/>
          </p:cNvSpPr>
          <p:nvPr>
            <p:ph idx="1"/>
          </p:nvPr>
        </p:nvSpPr>
        <p:spPr/>
        <p:txBody>
          <a:bodyPr/>
          <a:lstStyle/>
          <a:p>
            <a:r>
              <a:rPr lang="en-US" dirty="0"/>
              <a:t>To know the causal mechanisms within a person we need change</a:t>
            </a:r>
          </a:p>
          <a:p>
            <a:r>
              <a:rPr lang="en-US" dirty="0"/>
              <a:t>Mental life is (often) dynamic</a:t>
            </a:r>
          </a:p>
          <a:p>
            <a:endParaRPr lang="en-US" dirty="0"/>
          </a:p>
        </p:txBody>
      </p:sp>
      <p:pic>
        <p:nvPicPr>
          <p:cNvPr id="5" name="Picture 4" descr="A graph showing a number of numbers&#10;&#10;AI-generated content may be incorrect.">
            <a:extLst>
              <a:ext uri="{FF2B5EF4-FFF2-40B4-BE49-F238E27FC236}">
                <a16:creationId xmlns:a16="http://schemas.microsoft.com/office/drawing/2014/main" id="{E7E34105-1266-F4C4-AC33-C5D7CABC63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00400"/>
            <a:ext cx="12192000" cy="3657600"/>
          </a:xfrm>
          <a:prstGeom prst="rect">
            <a:avLst/>
          </a:prstGeom>
        </p:spPr>
      </p:pic>
    </p:spTree>
    <p:extLst>
      <p:ext uri="{BB962C8B-B14F-4D97-AF65-F5344CB8AC3E}">
        <p14:creationId xmlns:p14="http://schemas.microsoft.com/office/powerpoint/2010/main" val="5664942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3272B-2E63-124A-7120-794E75E9C63B}"/>
              </a:ext>
            </a:extLst>
          </p:cNvPr>
          <p:cNvSpPr>
            <a:spLocks noGrp="1"/>
          </p:cNvSpPr>
          <p:nvPr>
            <p:ph type="title"/>
          </p:nvPr>
        </p:nvSpPr>
        <p:spPr/>
        <p:txBody>
          <a:bodyPr/>
          <a:lstStyle/>
          <a:p>
            <a:r>
              <a:rPr lang="en-US" dirty="0"/>
              <a:t>To study change, you need to measure change</a:t>
            </a:r>
            <a:endParaRPr lang="en-CH" dirty="0"/>
          </a:p>
        </p:txBody>
      </p:sp>
      <p:sp>
        <p:nvSpPr>
          <p:cNvPr id="3" name="Content Placeholder 2">
            <a:extLst>
              <a:ext uri="{FF2B5EF4-FFF2-40B4-BE49-F238E27FC236}">
                <a16:creationId xmlns:a16="http://schemas.microsoft.com/office/drawing/2014/main" id="{669C04C2-653B-B984-1F25-9CAC00131938}"/>
              </a:ext>
            </a:extLst>
          </p:cNvPr>
          <p:cNvSpPr>
            <a:spLocks noGrp="1"/>
          </p:cNvSpPr>
          <p:nvPr>
            <p:ph idx="1"/>
          </p:nvPr>
        </p:nvSpPr>
        <p:spPr>
          <a:xfrm>
            <a:off x="838200" y="1825625"/>
            <a:ext cx="10515600" cy="2328932"/>
          </a:xfrm>
        </p:spPr>
        <p:txBody>
          <a:bodyPr>
            <a:normAutofit/>
          </a:bodyPr>
          <a:lstStyle/>
          <a:p>
            <a:r>
              <a:rPr lang="en-US" b="1" dirty="0"/>
              <a:t>Hypothesis:</a:t>
            </a:r>
            <a:r>
              <a:rPr lang="en-US" dirty="0"/>
              <a:t> exercising increases your heart rate</a:t>
            </a:r>
          </a:p>
          <a:p>
            <a:r>
              <a:rPr lang="en-US" b="1" dirty="0"/>
              <a:t>Between-subject data: </a:t>
            </a:r>
            <a:r>
              <a:rPr lang="en-US" dirty="0"/>
              <a:t>people who exercise more have a lower heart rate</a:t>
            </a:r>
          </a:p>
          <a:p>
            <a:r>
              <a:rPr lang="en-US" dirty="0"/>
              <a:t>The non-equivalence of between-subject relations and within-subject relations are the rule in psychology (Molenaar, 2009)</a:t>
            </a:r>
          </a:p>
        </p:txBody>
      </p:sp>
    </p:spTree>
    <p:extLst>
      <p:ext uri="{BB962C8B-B14F-4D97-AF65-F5344CB8AC3E}">
        <p14:creationId xmlns:p14="http://schemas.microsoft.com/office/powerpoint/2010/main" val="7457257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F8E0B-97A9-060D-F8C8-1B96AF623137}"/>
              </a:ext>
            </a:extLst>
          </p:cNvPr>
          <p:cNvSpPr>
            <a:spLocks noGrp="1"/>
          </p:cNvSpPr>
          <p:nvPr>
            <p:ph type="title"/>
          </p:nvPr>
        </p:nvSpPr>
        <p:spPr>
          <a:xfrm>
            <a:off x="838199" y="559731"/>
            <a:ext cx="10515600" cy="1325563"/>
          </a:xfrm>
        </p:spPr>
        <p:txBody>
          <a:bodyPr/>
          <a:lstStyle/>
          <a:p>
            <a:pPr algn="ctr"/>
            <a:r>
              <a:rPr lang="en-US" dirty="0"/>
              <a:t>So, you are going to learn how to model change!</a:t>
            </a:r>
            <a:endParaRPr lang="en-CH" dirty="0"/>
          </a:p>
        </p:txBody>
      </p:sp>
      <p:pic>
        <p:nvPicPr>
          <p:cNvPr id="1026" name="Picture 2" descr="Cheering Sections Thrive">
            <a:extLst>
              <a:ext uri="{FF2B5EF4-FFF2-40B4-BE49-F238E27FC236}">
                <a16:creationId xmlns:a16="http://schemas.microsoft.com/office/drawing/2014/main" id="{E5C57938-4E1C-2BC9-EAAE-948F0DDA1C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8975" y="2161970"/>
            <a:ext cx="6834049" cy="4229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75508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E6F26-026C-028B-814C-C0711181A28F}"/>
              </a:ext>
            </a:extLst>
          </p:cNvPr>
          <p:cNvSpPr>
            <a:spLocks noGrp="1"/>
          </p:cNvSpPr>
          <p:nvPr>
            <p:ph type="title"/>
          </p:nvPr>
        </p:nvSpPr>
        <p:spPr/>
        <p:txBody>
          <a:bodyPr/>
          <a:lstStyle/>
          <a:p>
            <a:pPr algn="ctr"/>
            <a:r>
              <a:rPr lang="en-US" dirty="0"/>
              <a:t>Specifically, systems of change</a:t>
            </a:r>
            <a:endParaRPr lang="en-CH" dirty="0"/>
          </a:p>
        </p:txBody>
      </p:sp>
      <p:pic>
        <p:nvPicPr>
          <p:cNvPr id="5" name="Content Placeholder 4">
            <a:extLst>
              <a:ext uri="{FF2B5EF4-FFF2-40B4-BE49-F238E27FC236}">
                <a16:creationId xmlns:a16="http://schemas.microsoft.com/office/drawing/2014/main" id="{33D6352F-2C0F-00A3-395B-22E0AF200904}"/>
              </a:ext>
            </a:extLst>
          </p:cNvPr>
          <p:cNvPicPr>
            <a:picLocks noGrp="1" noChangeAspect="1"/>
          </p:cNvPicPr>
          <p:nvPr>
            <p:ph idx="1"/>
          </p:nvPr>
        </p:nvPicPr>
        <p:blipFill>
          <a:blip r:embed="rId2"/>
          <a:stretch>
            <a:fillRect/>
          </a:stretch>
        </p:blipFill>
        <p:spPr>
          <a:xfrm>
            <a:off x="4257530" y="1690688"/>
            <a:ext cx="3676939" cy="4351338"/>
          </a:xfrm>
          <a:prstGeom prst="rect">
            <a:avLst/>
          </a:prstGeom>
        </p:spPr>
      </p:pic>
    </p:spTree>
    <p:extLst>
      <p:ext uri="{BB962C8B-B14F-4D97-AF65-F5344CB8AC3E}">
        <p14:creationId xmlns:p14="http://schemas.microsoft.com/office/powerpoint/2010/main" val="31278340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8C6D6-C72B-21B9-DCB7-5CC400422EB9}"/>
              </a:ext>
            </a:extLst>
          </p:cNvPr>
          <p:cNvSpPr>
            <a:spLocks noGrp="1"/>
          </p:cNvSpPr>
          <p:nvPr>
            <p:ph type="title"/>
          </p:nvPr>
        </p:nvSpPr>
        <p:spPr>
          <a:xfrm>
            <a:off x="838200" y="2766218"/>
            <a:ext cx="10515600" cy="1325563"/>
          </a:xfrm>
        </p:spPr>
        <p:txBody>
          <a:bodyPr/>
          <a:lstStyle/>
          <a:p>
            <a:r>
              <a:rPr lang="en-US" dirty="0"/>
              <a:t>How we are going to learn…</a:t>
            </a:r>
            <a:endParaRPr lang="en-CH" dirty="0"/>
          </a:p>
        </p:txBody>
      </p:sp>
    </p:spTree>
    <p:extLst>
      <p:ext uri="{BB962C8B-B14F-4D97-AF65-F5344CB8AC3E}">
        <p14:creationId xmlns:p14="http://schemas.microsoft.com/office/powerpoint/2010/main" val="13868455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3C7A3-4687-A24A-A86B-A6B82A721D63}"/>
              </a:ext>
            </a:extLst>
          </p:cNvPr>
          <p:cNvSpPr>
            <a:spLocks noGrp="1"/>
          </p:cNvSpPr>
          <p:nvPr>
            <p:ph type="title"/>
          </p:nvPr>
        </p:nvSpPr>
        <p:spPr/>
        <p:txBody>
          <a:bodyPr/>
          <a:lstStyle/>
          <a:p>
            <a:r>
              <a:rPr lang="en-US" dirty="0"/>
              <a:t>Case of little Albert going to therapy…</a:t>
            </a:r>
            <a:endParaRPr lang="en-CH" dirty="0"/>
          </a:p>
        </p:txBody>
      </p:sp>
      <p:pic>
        <p:nvPicPr>
          <p:cNvPr id="5" name="Graphic 4" descr="Baby crawling with solid fill">
            <a:extLst>
              <a:ext uri="{FF2B5EF4-FFF2-40B4-BE49-F238E27FC236}">
                <a16:creationId xmlns:a16="http://schemas.microsoft.com/office/drawing/2014/main" id="{81D4480E-8646-565C-21B3-A76C6B20A26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17303" y="2586023"/>
            <a:ext cx="2260134" cy="2260134"/>
          </a:xfrm>
          <a:prstGeom prst="rect">
            <a:avLst/>
          </a:prstGeom>
        </p:spPr>
      </p:pic>
      <p:pic>
        <p:nvPicPr>
          <p:cNvPr id="7" name="Graphic 6" descr="Lightning bolt with solid fill">
            <a:extLst>
              <a:ext uri="{FF2B5EF4-FFF2-40B4-BE49-F238E27FC236}">
                <a16:creationId xmlns:a16="http://schemas.microsoft.com/office/drawing/2014/main" id="{531D6954-A38B-981B-5261-598FD54E96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27984" y="2942660"/>
            <a:ext cx="1546859" cy="1546859"/>
          </a:xfrm>
          <a:prstGeom prst="rect">
            <a:avLst/>
          </a:prstGeom>
        </p:spPr>
      </p:pic>
      <p:pic>
        <p:nvPicPr>
          <p:cNvPr id="9" name="Graphic 8" descr="Rabbit outline">
            <a:extLst>
              <a:ext uri="{FF2B5EF4-FFF2-40B4-BE49-F238E27FC236}">
                <a16:creationId xmlns:a16="http://schemas.microsoft.com/office/drawing/2014/main" id="{20244B7E-F8FD-F806-3AB4-E9FF4DD5DA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56782" y="2732115"/>
            <a:ext cx="1967948" cy="1967948"/>
          </a:xfrm>
          <a:prstGeom prst="rect">
            <a:avLst/>
          </a:prstGeom>
        </p:spPr>
      </p:pic>
    </p:spTree>
    <p:extLst>
      <p:ext uri="{BB962C8B-B14F-4D97-AF65-F5344CB8AC3E}">
        <p14:creationId xmlns:p14="http://schemas.microsoft.com/office/powerpoint/2010/main" val="13609851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05A49-0BFE-0458-CD39-3C664D2A171A}"/>
              </a:ext>
            </a:extLst>
          </p:cNvPr>
          <p:cNvSpPr>
            <a:spLocks noGrp="1"/>
          </p:cNvSpPr>
          <p:nvPr>
            <p:ph type="title"/>
          </p:nvPr>
        </p:nvSpPr>
        <p:spPr/>
        <p:txBody>
          <a:bodyPr/>
          <a:lstStyle/>
          <a:p>
            <a:r>
              <a:rPr lang="en-US" dirty="0"/>
              <a:t>We have data…</a:t>
            </a:r>
            <a:endParaRPr lang="en-CH" dirty="0"/>
          </a:p>
        </p:txBody>
      </p:sp>
      <p:sp>
        <p:nvSpPr>
          <p:cNvPr id="3" name="Content Placeholder 2">
            <a:extLst>
              <a:ext uri="{FF2B5EF4-FFF2-40B4-BE49-F238E27FC236}">
                <a16:creationId xmlns:a16="http://schemas.microsoft.com/office/drawing/2014/main" id="{9108E497-51D2-048C-E0F7-5340328CA6E3}"/>
              </a:ext>
            </a:extLst>
          </p:cNvPr>
          <p:cNvSpPr>
            <a:spLocks noGrp="1"/>
          </p:cNvSpPr>
          <p:nvPr>
            <p:ph idx="1"/>
          </p:nvPr>
        </p:nvSpPr>
        <p:spPr>
          <a:xfrm>
            <a:off x="838199" y="1373192"/>
            <a:ext cx="10515600" cy="520010"/>
          </a:xfrm>
        </p:spPr>
        <p:txBody>
          <a:bodyPr/>
          <a:lstStyle/>
          <a:p>
            <a:r>
              <a:rPr lang="en-US" dirty="0"/>
              <a:t>We need to explain it!</a:t>
            </a:r>
            <a:endParaRPr lang="en-CH" dirty="0"/>
          </a:p>
        </p:txBody>
      </p:sp>
      <p:pic>
        <p:nvPicPr>
          <p:cNvPr id="5" name="Picture 4">
            <a:extLst>
              <a:ext uri="{FF2B5EF4-FFF2-40B4-BE49-F238E27FC236}">
                <a16:creationId xmlns:a16="http://schemas.microsoft.com/office/drawing/2014/main" id="{DFCB6CE7-8BC1-51E6-6296-FC5670CCA669}"/>
              </a:ext>
            </a:extLst>
          </p:cNvPr>
          <p:cNvPicPr>
            <a:picLocks noChangeAspect="1"/>
          </p:cNvPicPr>
          <p:nvPr/>
        </p:nvPicPr>
        <p:blipFill>
          <a:blip r:embed="rId2"/>
          <a:stretch>
            <a:fillRect/>
          </a:stretch>
        </p:blipFill>
        <p:spPr>
          <a:xfrm>
            <a:off x="2293289" y="1959463"/>
            <a:ext cx="7605419" cy="4648603"/>
          </a:xfrm>
          <a:prstGeom prst="rect">
            <a:avLst/>
          </a:prstGeom>
        </p:spPr>
      </p:pic>
    </p:spTree>
    <p:extLst>
      <p:ext uri="{BB962C8B-B14F-4D97-AF65-F5344CB8AC3E}">
        <p14:creationId xmlns:p14="http://schemas.microsoft.com/office/powerpoint/2010/main" val="6045402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54750-28A3-0926-9068-EAEAB230E1F6}"/>
              </a:ext>
            </a:extLst>
          </p:cNvPr>
          <p:cNvSpPr>
            <a:spLocks noGrp="1"/>
          </p:cNvSpPr>
          <p:nvPr>
            <p:ph type="title"/>
          </p:nvPr>
        </p:nvSpPr>
        <p:spPr>
          <a:xfrm>
            <a:off x="838200" y="2766218"/>
            <a:ext cx="10515600" cy="1325563"/>
          </a:xfrm>
        </p:spPr>
        <p:txBody>
          <a:bodyPr/>
          <a:lstStyle/>
          <a:p>
            <a:pPr algn="ctr"/>
            <a:r>
              <a:rPr lang="en-US" dirty="0"/>
              <a:t>Start simple, incrementally add complexity</a:t>
            </a:r>
            <a:endParaRPr lang="en-CH" dirty="0"/>
          </a:p>
        </p:txBody>
      </p:sp>
    </p:spTree>
    <p:extLst>
      <p:ext uri="{BB962C8B-B14F-4D97-AF65-F5344CB8AC3E}">
        <p14:creationId xmlns:p14="http://schemas.microsoft.com/office/powerpoint/2010/main" val="18919421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08315-982B-8E33-DF8E-3816D49D35D0}"/>
              </a:ext>
            </a:extLst>
          </p:cNvPr>
          <p:cNvSpPr>
            <a:spLocks noGrp="1"/>
          </p:cNvSpPr>
          <p:nvPr>
            <p:ph type="title"/>
          </p:nvPr>
        </p:nvSpPr>
        <p:spPr/>
        <p:txBody>
          <a:bodyPr/>
          <a:lstStyle/>
          <a:p>
            <a:pPr algn="ctr"/>
            <a:r>
              <a:rPr lang="en-US" dirty="0"/>
              <a:t>Things you will learn</a:t>
            </a:r>
            <a:endParaRPr lang="en-CH" dirty="0"/>
          </a:p>
        </p:txBody>
      </p:sp>
      <p:sp>
        <p:nvSpPr>
          <p:cNvPr id="3" name="Content Placeholder 2">
            <a:extLst>
              <a:ext uri="{FF2B5EF4-FFF2-40B4-BE49-F238E27FC236}">
                <a16:creationId xmlns:a16="http://schemas.microsoft.com/office/drawing/2014/main" id="{1C036987-A4E0-9A11-6E74-58BE17382547}"/>
              </a:ext>
            </a:extLst>
          </p:cNvPr>
          <p:cNvSpPr>
            <a:spLocks noGrp="1"/>
          </p:cNvSpPr>
          <p:nvPr>
            <p:ph idx="1"/>
          </p:nvPr>
        </p:nvSpPr>
        <p:spPr>
          <a:xfrm>
            <a:off x="838200" y="1825625"/>
            <a:ext cx="10515600" cy="1851853"/>
          </a:xfrm>
        </p:spPr>
        <p:txBody>
          <a:bodyPr/>
          <a:lstStyle/>
          <a:p>
            <a:r>
              <a:rPr lang="en-US" dirty="0"/>
              <a:t>Think about psychological processes as dynamic systems</a:t>
            </a:r>
          </a:p>
          <a:p>
            <a:r>
              <a:rPr lang="en-US" dirty="0"/>
              <a:t>Using simulations to understand complex models</a:t>
            </a:r>
          </a:p>
          <a:p>
            <a:r>
              <a:rPr lang="en-US" dirty="0"/>
              <a:t>Model evaluation &amp; selection</a:t>
            </a:r>
          </a:p>
          <a:p>
            <a:endParaRPr lang="en-US" dirty="0"/>
          </a:p>
          <a:p>
            <a:endParaRPr lang="en-CH" dirty="0"/>
          </a:p>
        </p:txBody>
      </p:sp>
    </p:spTree>
    <p:extLst>
      <p:ext uri="{BB962C8B-B14F-4D97-AF65-F5344CB8AC3E}">
        <p14:creationId xmlns:p14="http://schemas.microsoft.com/office/powerpoint/2010/main" val="957353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74F7C-1D2B-C7D5-DA00-6787827C82B4}"/>
              </a:ext>
            </a:extLst>
          </p:cNvPr>
          <p:cNvSpPr>
            <a:spLocks noGrp="1"/>
          </p:cNvSpPr>
          <p:nvPr>
            <p:ph type="title"/>
          </p:nvPr>
        </p:nvSpPr>
        <p:spPr>
          <a:xfrm>
            <a:off x="838200" y="2766218"/>
            <a:ext cx="10515600" cy="1325563"/>
          </a:xfrm>
        </p:spPr>
        <p:txBody>
          <a:bodyPr/>
          <a:lstStyle/>
          <a:p>
            <a:pPr algn="ctr"/>
            <a:r>
              <a:rPr lang="en-US" dirty="0"/>
              <a:t>Questions about course content</a:t>
            </a:r>
            <a:endParaRPr lang="en-CH" dirty="0"/>
          </a:p>
        </p:txBody>
      </p:sp>
    </p:spTree>
    <p:extLst>
      <p:ext uri="{BB962C8B-B14F-4D97-AF65-F5344CB8AC3E}">
        <p14:creationId xmlns:p14="http://schemas.microsoft.com/office/powerpoint/2010/main" val="40369871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0AA59-DD09-28DB-A087-E61DF56BBC8F}"/>
              </a:ext>
            </a:extLst>
          </p:cNvPr>
          <p:cNvSpPr>
            <a:spLocks noGrp="1"/>
          </p:cNvSpPr>
          <p:nvPr>
            <p:ph type="title"/>
          </p:nvPr>
        </p:nvSpPr>
        <p:spPr/>
        <p:txBody>
          <a:bodyPr/>
          <a:lstStyle/>
          <a:p>
            <a:r>
              <a:rPr lang="en-US" dirty="0"/>
              <a:t>Formalities</a:t>
            </a:r>
            <a:endParaRPr lang="en-CH" dirty="0"/>
          </a:p>
        </p:txBody>
      </p:sp>
      <p:sp>
        <p:nvSpPr>
          <p:cNvPr id="3" name="Content Placeholder 2">
            <a:extLst>
              <a:ext uri="{FF2B5EF4-FFF2-40B4-BE49-F238E27FC236}">
                <a16:creationId xmlns:a16="http://schemas.microsoft.com/office/drawing/2014/main" id="{74E81FDF-3315-F945-A95B-9254B3C48C3C}"/>
              </a:ext>
            </a:extLst>
          </p:cNvPr>
          <p:cNvSpPr>
            <a:spLocks noGrp="1"/>
          </p:cNvSpPr>
          <p:nvPr>
            <p:ph idx="1"/>
          </p:nvPr>
        </p:nvSpPr>
        <p:spPr>
          <a:xfrm>
            <a:off x="838200" y="1825625"/>
            <a:ext cx="10515600" cy="4217366"/>
          </a:xfrm>
        </p:spPr>
        <p:txBody>
          <a:bodyPr>
            <a:normAutofit/>
          </a:bodyPr>
          <a:lstStyle/>
          <a:p>
            <a:pPr marL="0" indent="0">
              <a:buNone/>
            </a:pPr>
            <a:r>
              <a:rPr lang="en-US" sz="3200" b="1" dirty="0"/>
              <a:t>Assessment:</a:t>
            </a:r>
          </a:p>
          <a:p>
            <a:pPr marL="971550" lvl="1" indent="-514350">
              <a:buFont typeface="+mj-lt"/>
              <a:buAutoNum type="arabicPeriod"/>
            </a:pPr>
            <a:r>
              <a:rPr lang="en-US" sz="2800" dirty="0"/>
              <a:t> Report + Oral exam (100%)</a:t>
            </a:r>
          </a:p>
          <a:p>
            <a:pPr marL="971550" lvl="1" indent="-514350">
              <a:buFont typeface="+mj-lt"/>
              <a:buAutoNum type="arabicPeriod"/>
            </a:pPr>
            <a:r>
              <a:rPr lang="en-US" sz="2800" dirty="0"/>
              <a:t>Active participation (Pass/Fail)</a:t>
            </a:r>
          </a:p>
          <a:p>
            <a:pPr marL="914400" lvl="2" indent="0">
              <a:buNone/>
            </a:pPr>
            <a:endParaRPr lang="en-US" sz="2400" dirty="0"/>
          </a:p>
          <a:p>
            <a:pPr lvl="1"/>
            <a:r>
              <a:rPr lang="en-US" sz="2800" i="1" dirty="0"/>
              <a:t>You can use LLMs</a:t>
            </a:r>
            <a:r>
              <a:rPr lang="en-US" sz="2800" dirty="0"/>
              <a:t>, hence the oral exam</a:t>
            </a:r>
          </a:p>
          <a:p>
            <a:pPr lvl="2"/>
            <a:r>
              <a:rPr lang="en-US" sz="2400" dirty="0"/>
              <a:t>Be critical of output (ask for links/references)</a:t>
            </a:r>
          </a:p>
          <a:p>
            <a:pPr lvl="2"/>
            <a:r>
              <a:rPr lang="en-US" sz="2400" dirty="0"/>
              <a:t>Break instructions into small steps (e.g., code line-by-line)</a:t>
            </a:r>
          </a:p>
          <a:p>
            <a:pPr lvl="2"/>
            <a:r>
              <a:rPr lang="en-US" sz="2400" dirty="0"/>
              <a:t>Take the time to understand each step</a:t>
            </a:r>
          </a:p>
          <a:p>
            <a:pPr lvl="2"/>
            <a:r>
              <a:rPr lang="en-US" sz="2400" dirty="0"/>
              <a:t>Do not use output that you don’t understand!</a:t>
            </a:r>
          </a:p>
        </p:txBody>
      </p:sp>
      <p:pic>
        <p:nvPicPr>
          <p:cNvPr id="2050" name="Picture 2" descr="ChatGPT - Wikipedia">
            <a:extLst>
              <a:ext uri="{FF2B5EF4-FFF2-40B4-BE49-F238E27FC236}">
                <a16:creationId xmlns:a16="http://schemas.microsoft.com/office/drawing/2014/main" id="{DF6E3BEB-DB42-D89F-C7B8-D4DCA2581C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6023" y="625311"/>
            <a:ext cx="1065377" cy="106537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1B2C29BC-E314-98E0-C0FD-05C921BAAF5C}"/>
              </a:ext>
            </a:extLst>
          </p:cNvPr>
          <p:cNvPicPr>
            <a:picLocks noChangeAspect="1"/>
          </p:cNvPicPr>
          <p:nvPr/>
        </p:nvPicPr>
        <p:blipFill>
          <a:blip r:embed="rId3"/>
          <a:stretch>
            <a:fillRect/>
          </a:stretch>
        </p:blipFill>
        <p:spPr>
          <a:xfrm>
            <a:off x="7283864" y="661899"/>
            <a:ext cx="2895851" cy="1028789"/>
          </a:xfrm>
          <a:prstGeom prst="rect">
            <a:avLst/>
          </a:prstGeom>
        </p:spPr>
      </p:pic>
    </p:spTree>
    <p:extLst>
      <p:ext uri="{BB962C8B-B14F-4D97-AF65-F5344CB8AC3E}">
        <p14:creationId xmlns:p14="http://schemas.microsoft.com/office/powerpoint/2010/main" val="22792070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69E1D-1A68-409E-29AD-BFA237051581}"/>
              </a:ext>
            </a:extLst>
          </p:cNvPr>
          <p:cNvSpPr>
            <a:spLocks noGrp="1"/>
          </p:cNvSpPr>
          <p:nvPr>
            <p:ph type="title"/>
          </p:nvPr>
        </p:nvSpPr>
        <p:spPr/>
        <p:txBody>
          <a:bodyPr/>
          <a:lstStyle/>
          <a:p>
            <a:r>
              <a:rPr lang="en-US" dirty="0"/>
              <a:t>Participation</a:t>
            </a:r>
            <a:endParaRPr lang="en-CH" dirty="0"/>
          </a:p>
        </p:txBody>
      </p:sp>
      <p:sp>
        <p:nvSpPr>
          <p:cNvPr id="3" name="Content Placeholder 2">
            <a:extLst>
              <a:ext uri="{FF2B5EF4-FFF2-40B4-BE49-F238E27FC236}">
                <a16:creationId xmlns:a16="http://schemas.microsoft.com/office/drawing/2014/main" id="{B09A4718-C575-93E4-9AEB-11ED77AE6191}"/>
              </a:ext>
            </a:extLst>
          </p:cNvPr>
          <p:cNvSpPr>
            <a:spLocks noGrp="1"/>
          </p:cNvSpPr>
          <p:nvPr>
            <p:ph idx="1"/>
          </p:nvPr>
        </p:nvSpPr>
        <p:spPr>
          <a:xfrm>
            <a:off x="838199" y="1690688"/>
            <a:ext cx="10515600" cy="1443659"/>
          </a:xfrm>
        </p:spPr>
        <p:txBody>
          <a:bodyPr>
            <a:normAutofit lnSpcReduction="10000"/>
          </a:bodyPr>
          <a:lstStyle/>
          <a:p>
            <a:r>
              <a:rPr lang="en-US" dirty="0"/>
              <a:t>Ask questions</a:t>
            </a:r>
          </a:p>
          <a:p>
            <a:r>
              <a:rPr lang="en-US" dirty="0"/>
              <a:t>Be stubborn, try to understand</a:t>
            </a:r>
          </a:p>
          <a:p>
            <a:r>
              <a:rPr lang="en-US" dirty="0"/>
              <a:t>Help your classmates/ask for help</a:t>
            </a:r>
          </a:p>
          <a:p>
            <a:pPr marL="0" indent="0">
              <a:buNone/>
            </a:pPr>
            <a:endParaRPr lang="en-US" dirty="0"/>
          </a:p>
        </p:txBody>
      </p:sp>
      <p:pic>
        <p:nvPicPr>
          <p:cNvPr id="2050" name="Picture 2" descr="Amazon.com - The Midnight Gospel Clancy Sticker Bumper Sticker Vinyl Decal  5&quot;">
            <a:extLst>
              <a:ext uri="{FF2B5EF4-FFF2-40B4-BE49-F238E27FC236}">
                <a16:creationId xmlns:a16="http://schemas.microsoft.com/office/drawing/2014/main" id="{A52FF521-4269-B5EC-9D39-672E70A684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7716" y="3269284"/>
            <a:ext cx="3223591" cy="322359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4138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D531A-4314-452D-5031-F28E9A14B056}"/>
              </a:ext>
            </a:extLst>
          </p:cNvPr>
          <p:cNvSpPr>
            <a:spLocks noGrp="1"/>
          </p:cNvSpPr>
          <p:nvPr>
            <p:ph type="title"/>
          </p:nvPr>
        </p:nvSpPr>
        <p:spPr/>
        <p:txBody>
          <a:bodyPr/>
          <a:lstStyle/>
          <a:p>
            <a:r>
              <a:rPr lang="en-US" dirty="0"/>
              <a:t>Group project structure</a:t>
            </a:r>
            <a:endParaRPr lang="en-CH" dirty="0"/>
          </a:p>
        </p:txBody>
      </p:sp>
      <p:sp>
        <p:nvSpPr>
          <p:cNvPr id="3" name="Content Placeholder 2">
            <a:extLst>
              <a:ext uri="{FF2B5EF4-FFF2-40B4-BE49-F238E27FC236}">
                <a16:creationId xmlns:a16="http://schemas.microsoft.com/office/drawing/2014/main" id="{21D7561A-26EB-C1AD-3674-27FF71E48EC2}"/>
              </a:ext>
            </a:extLst>
          </p:cNvPr>
          <p:cNvSpPr>
            <a:spLocks noGrp="1"/>
          </p:cNvSpPr>
          <p:nvPr>
            <p:ph idx="1"/>
          </p:nvPr>
        </p:nvSpPr>
        <p:spPr/>
        <p:txBody>
          <a:bodyPr/>
          <a:lstStyle/>
          <a:p>
            <a:r>
              <a:rPr lang="en-US" dirty="0"/>
              <a:t>Pick a psychological phenomenon</a:t>
            </a:r>
          </a:p>
          <a:p>
            <a:r>
              <a:rPr lang="en-US" dirty="0"/>
              <a:t>Create a story explaining how this phenomenon changes over time and varies across people (consider any factors you like!; environment, interpersonal dynamics, maturation trajectories)</a:t>
            </a:r>
          </a:p>
          <a:p>
            <a:r>
              <a:rPr lang="en-US" dirty="0"/>
              <a:t>Visualization – to convey your ideas about the system’s dynamics! (simulate, plot, draw stuff, equations)</a:t>
            </a:r>
          </a:p>
          <a:p>
            <a:r>
              <a:rPr lang="en-US" dirty="0"/>
              <a:t>Background research – not necessary, but can help you think through things! Always cite if you use existing work </a:t>
            </a:r>
            <a:r>
              <a:rPr lang="en-US" dirty="0">
                <a:sym typeface="Wingdings" panose="05000000000000000000" pitchFamily="2" charset="2"/>
              </a:rPr>
              <a:t></a:t>
            </a:r>
          </a:p>
        </p:txBody>
      </p:sp>
    </p:spTree>
    <p:extLst>
      <p:ext uri="{BB962C8B-B14F-4D97-AF65-F5344CB8AC3E}">
        <p14:creationId xmlns:p14="http://schemas.microsoft.com/office/powerpoint/2010/main" val="32064688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18A63-9687-7CE9-966D-124F7D1613EB}"/>
              </a:ext>
            </a:extLst>
          </p:cNvPr>
          <p:cNvSpPr>
            <a:spLocks noGrp="1"/>
          </p:cNvSpPr>
          <p:nvPr>
            <p:ph type="title"/>
          </p:nvPr>
        </p:nvSpPr>
        <p:spPr/>
        <p:txBody>
          <a:bodyPr/>
          <a:lstStyle/>
          <a:p>
            <a:r>
              <a:rPr lang="en-US" dirty="0">
                <a:solidFill>
                  <a:srgbClr val="0070C0"/>
                </a:solidFill>
              </a:rPr>
              <a:t>Report:</a:t>
            </a:r>
            <a:r>
              <a:rPr lang="en-US" dirty="0"/>
              <a:t> on GitHub in “</a:t>
            </a:r>
            <a:r>
              <a:rPr lang="en-US" dirty="0">
                <a:solidFill>
                  <a:srgbClr val="0070C0"/>
                </a:solidFill>
              </a:rPr>
              <a:t>Assessment</a:t>
            </a:r>
            <a:r>
              <a:rPr lang="en-US" dirty="0"/>
              <a:t>” folder</a:t>
            </a:r>
            <a:endParaRPr lang="en-CH" dirty="0"/>
          </a:p>
        </p:txBody>
      </p:sp>
      <p:sp>
        <p:nvSpPr>
          <p:cNvPr id="3" name="Content Placeholder 2">
            <a:extLst>
              <a:ext uri="{FF2B5EF4-FFF2-40B4-BE49-F238E27FC236}">
                <a16:creationId xmlns:a16="http://schemas.microsoft.com/office/drawing/2014/main" id="{29ED2F29-DDE0-927B-0895-CB3D4972CD22}"/>
              </a:ext>
            </a:extLst>
          </p:cNvPr>
          <p:cNvSpPr>
            <a:spLocks noGrp="1"/>
          </p:cNvSpPr>
          <p:nvPr>
            <p:ph idx="1"/>
          </p:nvPr>
        </p:nvSpPr>
        <p:spPr/>
        <p:txBody>
          <a:bodyPr/>
          <a:lstStyle/>
          <a:p>
            <a:r>
              <a:rPr lang="en-US" b="1" dirty="0"/>
              <a:t>Main aim: </a:t>
            </a:r>
            <a:r>
              <a:rPr lang="en-US" dirty="0"/>
              <a:t>show the ability to consider psychological concepts from a dynamic systems perspective</a:t>
            </a:r>
          </a:p>
          <a:p>
            <a:r>
              <a:rPr lang="en-US" dirty="0"/>
              <a:t>This is based on the group work (but report is individual)</a:t>
            </a:r>
          </a:p>
          <a:p>
            <a:r>
              <a:rPr lang="en-US" dirty="0"/>
              <a:t>Extend in new directions</a:t>
            </a:r>
          </a:p>
          <a:p>
            <a:r>
              <a:rPr lang="en-US" dirty="0"/>
              <a:t>Embed R code for simulations/visualizations</a:t>
            </a:r>
          </a:p>
          <a:p>
            <a:r>
              <a:rPr lang="en-US" dirty="0"/>
              <a:t>1000-3000 words</a:t>
            </a:r>
          </a:p>
        </p:txBody>
      </p:sp>
    </p:spTree>
    <p:extLst>
      <p:ext uri="{BB962C8B-B14F-4D97-AF65-F5344CB8AC3E}">
        <p14:creationId xmlns:p14="http://schemas.microsoft.com/office/powerpoint/2010/main" val="34398723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84237-A4C0-8CBC-324E-4BC712E6F112}"/>
              </a:ext>
            </a:extLst>
          </p:cNvPr>
          <p:cNvSpPr>
            <a:spLocks noGrp="1"/>
          </p:cNvSpPr>
          <p:nvPr>
            <p:ph type="title"/>
          </p:nvPr>
        </p:nvSpPr>
        <p:spPr/>
        <p:txBody>
          <a:bodyPr/>
          <a:lstStyle/>
          <a:p>
            <a:r>
              <a:rPr lang="en-US" dirty="0"/>
              <a:t>Oral exam</a:t>
            </a:r>
            <a:endParaRPr lang="en-CH" dirty="0"/>
          </a:p>
        </p:txBody>
      </p:sp>
      <p:sp>
        <p:nvSpPr>
          <p:cNvPr id="3" name="Content Placeholder 2">
            <a:extLst>
              <a:ext uri="{FF2B5EF4-FFF2-40B4-BE49-F238E27FC236}">
                <a16:creationId xmlns:a16="http://schemas.microsoft.com/office/drawing/2014/main" id="{83705027-845F-1D7E-1FAB-A890AB57A8DE}"/>
              </a:ext>
            </a:extLst>
          </p:cNvPr>
          <p:cNvSpPr>
            <a:spLocks noGrp="1"/>
          </p:cNvSpPr>
          <p:nvPr>
            <p:ph idx="1"/>
          </p:nvPr>
        </p:nvSpPr>
        <p:spPr/>
        <p:txBody>
          <a:bodyPr/>
          <a:lstStyle/>
          <a:p>
            <a:r>
              <a:rPr lang="en-US" dirty="0"/>
              <a:t>15 minutes</a:t>
            </a:r>
          </a:p>
          <a:p>
            <a:r>
              <a:rPr lang="en-US" dirty="0"/>
              <a:t>Questions based on the content of your report</a:t>
            </a:r>
          </a:p>
          <a:p>
            <a:r>
              <a:rPr lang="en-US" dirty="0"/>
              <a:t>Show understanding of your work</a:t>
            </a:r>
            <a:endParaRPr lang="en-CH" dirty="0"/>
          </a:p>
        </p:txBody>
      </p:sp>
      <p:pic>
        <p:nvPicPr>
          <p:cNvPr id="3074" name="Picture 2" descr="What's in an Interview? – What's in an ...">
            <a:extLst>
              <a:ext uri="{FF2B5EF4-FFF2-40B4-BE49-F238E27FC236}">
                <a16:creationId xmlns:a16="http://schemas.microsoft.com/office/drawing/2014/main" id="{9B4D8A3B-DBF3-8071-B5A2-662828D2B0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4437" y="4001294"/>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88989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04D51-931F-D989-2F72-83966869DA93}"/>
              </a:ext>
            </a:extLst>
          </p:cNvPr>
          <p:cNvSpPr>
            <a:spLocks noGrp="1"/>
          </p:cNvSpPr>
          <p:nvPr>
            <p:ph type="title"/>
          </p:nvPr>
        </p:nvSpPr>
        <p:spPr>
          <a:xfrm>
            <a:off x="838200" y="2766218"/>
            <a:ext cx="10515600" cy="1325563"/>
          </a:xfrm>
        </p:spPr>
        <p:txBody>
          <a:bodyPr/>
          <a:lstStyle/>
          <a:p>
            <a:pPr algn="ctr"/>
            <a:r>
              <a:rPr lang="en-US" dirty="0"/>
              <a:t>Discussion &amp; Questions</a:t>
            </a:r>
            <a:endParaRPr lang="en-CH" dirty="0"/>
          </a:p>
        </p:txBody>
      </p:sp>
    </p:spTree>
    <p:extLst>
      <p:ext uri="{BB962C8B-B14F-4D97-AF65-F5344CB8AC3E}">
        <p14:creationId xmlns:p14="http://schemas.microsoft.com/office/powerpoint/2010/main" val="33518449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6E4AE-75BD-5B3E-491A-AF454F04FC6B}"/>
              </a:ext>
            </a:extLst>
          </p:cNvPr>
          <p:cNvSpPr>
            <a:spLocks noGrp="1"/>
          </p:cNvSpPr>
          <p:nvPr>
            <p:ph type="title"/>
          </p:nvPr>
        </p:nvSpPr>
        <p:spPr/>
        <p:txBody>
          <a:bodyPr/>
          <a:lstStyle/>
          <a:p>
            <a:r>
              <a:rPr lang="en-US" dirty="0"/>
              <a:t>Thank you for being here </a:t>
            </a:r>
            <a:r>
              <a:rPr lang="en-US" dirty="0">
                <a:sym typeface="Wingdings" panose="05000000000000000000" pitchFamily="2" charset="2"/>
              </a:rPr>
              <a:t></a:t>
            </a:r>
            <a:endParaRPr lang="en-CH" dirty="0"/>
          </a:p>
        </p:txBody>
      </p:sp>
    </p:spTree>
    <p:extLst>
      <p:ext uri="{BB962C8B-B14F-4D97-AF65-F5344CB8AC3E}">
        <p14:creationId xmlns:p14="http://schemas.microsoft.com/office/powerpoint/2010/main" val="1126439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2951</TotalTime>
  <Words>1500</Words>
  <Application>Microsoft Office PowerPoint</Application>
  <PresentationFormat>Widescreen</PresentationFormat>
  <Paragraphs>157</Paragraphs>
  <Slides>53</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Aptos</vt:lpstr>
      <vt:lpstr>Aptos Display</vt:lpstr>
      <vt:lpstr>Arial</vt:lpstr>
      <vt:lpstr>Wingdings</vt:lpstr>
      <vt:lpstr>Office Theme</vt:lpstr>
      <vt:lpstr>Dynamic Systems Thinking for Psychologists</vt:lpstr>
      <vt:lpstr>Hi, I’m Michael</vt:lpstr>
      <vt:lpstr>You are… (alt txt: introduction round)</vt:lpstr>
      <vt:lpstr>I want to convince you that formal theories are worth the trouble</vt:lpstr>
      <vt:lpstr>What is a mental disorder?</vt:lpstr>
      <vt:lpstr>PowerPoint Presentation</vt:lpstr>
      <vt:lpstr>Theories make distinct predictions about the structure of change</vt:lpstr>
      <vt:lpstr>Questions, questions, more questions</vt:lpstr>
      <vt:lpstr>PowerPoint Presentation</vt:lpstr>
      <vt:lpstr>Ended up with stupid models, and that’s okay…</vt:lpstr>
      <vt:lpstr>Because…</vt:lpstr>
      <vt:lpstr>Models help us think about the world</vt:lpstr>
      <vt:lpstr>Models are stupid by design</vt:lpstr>
      <vt:lpstr>Prey-predator model (Lotka-Volterra model)</vt:lpstr>
      <vt:lpstr>Models help us understand complex phenomena</vt:lpstr>
      <vt:lpstr>The Monty Hall Problem</vt:lpstr>
      <vt:lpstr>You pick door 1</vt:lpstr>
      <vt:lpstr>Host reveals a goat</vt:lpstr>
      <vt:lpstr>Should you…</vt:lpstr>
      <vt:lpstr>Let’s simulate…</vt:lpstr>
      <vt:lpstr>An example closer to home</vt:lpstr>
      <vt:lpstr>My mood increases every week</vt:lpstr>
      <vt:lpstr>Let’s formalize: Linear regression</vt:lpstr>
      <vt:lpstr>One process in a vacuum, let’s shock it!</vt:lpstr>
      <vt:lpstr>One process in a vacuum, let’s shock it!</vt:lpstr>
      <vt:lpstr>One process in a vacuum, let’s shock it!</vt:lpstr>
      <vt:lpstr>Let’s make it slightly more complicated</vt:lpstr>
      <vt:lpstr>Formalize: autoregressive process</vt:lpstr>
      <vt:lpstr>A state-dependent process in a vacuum</vt:lpstr>
      <vt:lpstr>A state-dependent process in a vacuum</vt:lpstr>
      <vt:lpstr>What is the expected trajectory of green nodes?</vt:lpstr>
      <vt:lpstr>What happens if I poke here…</vt:lpstr>
      <vt:lpstr>“A good scientific theory allows you infer what would happen to things in certain situations without creating the situations. Thus, scientific theories are crystal balls that actually work.”</vt:lpstr>
      <vt:lpstr>Back to Lotka-Volterra</vt:lpstr>
      <vt:lpstr>Break</vt:lpstr>
      <vt:lpstr>Why dynamic systems?</vt:lpstr>
      <vt:lpstr>“Why” questions are often about changes</vt:lpstr>
      <vt:lpstr>To study change, you need to measure change</vt:lpstr>
      <vt:lpstr>So, you are going to learn how to model change!</vt:lpstr>
      <vt:lpstr>Specifically, systems of change</vt:lpstr>
      <vt:lpstr>How we are going to learn…</vt:lpstr>
      <vt:lpstr>Case of little Albert going to therapy…</vt:lpstr>
      <vt:lpstr>We have data…</vt:lpstr>
      <vt:lpstr>Start simple, incrementally add complexity</vt:lpstr>
      <vt:lpstr>Things you will learn</vt:lpstr>
      <vt:lpstr>Questions about course content</vt:lpstr>
      <vt:lpstr>Formalities</vt:lpstr>
      <vt:lpstr>Participation</vt:lpstr>
      <vt:lpstr>Group project structure</vt:lpstr>
      <vt:lpstr>Report: on GitHub in “Assessment” folder</vt:lpstr>
      <vt:lpstr>Oral exam</vt:lpstr>
      <vt:lpstr>Discussion &amp; Questions</vt:lpstr>
      <vt:lpstr>Thank you for being here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Aristodemou</dc:creator>
  <cp:lastModifiedBy>Michael Aristodemou</cp:lastModifiedBy>
  <cp:revision>2</cp:revision>
  <dcterms:created xsi:type="dcterms:W3CDTF">2025-06-23T13:47:26Z</dcterms:created>
  <dcterms:modified xsi:type="dcterms:W3CDTF">2026-09-17T09:20:14Z</dcterms:modified>
</cp:coreProperties>
</file>